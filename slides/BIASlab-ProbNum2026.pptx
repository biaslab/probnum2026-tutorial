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omments/modernComment_103_2CA3C469.xml" ContentType="application/vnd.ms-powerpoint.comments+xml"/>
  <Override PartName="/ppt/comments/modernComment_105_0.xml" ContentType="application/vnd.ms-powerpoint.comments+xml"/>
  <Override PartName="/ppt/comments/modernComment_107_0.xml" ContentType="application/vnd.ms-powerpoint.comments+xml"/>
  <Override PartName="/ppt/comments/modernComment_109_0.xml" ContentType="application/vnd.ms-powerpoint.comments+xml"/>
  <Override PartName="/ppt/comments/modernComment_117_0.xml" ContentType="application/vnd.ms-powerpoint.comments+xml"/>
  <Override PartName="/ppt/handoutMasters/handoutMaster1.xml" ContentType="application/vnd.openxmlformats-officedocument.presentationml.handoutMaster+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5"/>
  </p:notesMasterIdLst>
  <p:handoutMasterIdLst>
    <p:handoutMasterId r:id="rId46"/>
  </p:handoutMasterIdLst>
  <p:sldIdLst>
    <p:sldId id="259" r:id="rId2"/>
    <p:sldId id="260" r:id="rId3"/>
    <p:sldId id="286" r:id="rId4"/>
    <p:sldId id="261" r:id="rId5"/>
    <p:sldId id="262" r:id="rId6"/>
    <p:sldId id="265" r:id="rId7"/>
    <p:sldId id="263" r:id="rId8"/>
    <p:sldId id="270" r:id="rId9"/>
    <p:sldId id="275" r:id="rId10"/>
    <p:sldId id="292" r:id="rId11"/>
    <p:sldId id="289" r:id="rId12"/>
    <p:sldId id="277" r:id="rId13"/>
    <p:sldId id="298" r:id="rId14"/>
    <p:sldId id="278" r:id="rId15"/>
    <p:sldId id="287" r:id="rId16"/>
    <p:sldId id="279" r:id="rId17"/>
    <p:sldId id="315" r:id="rId18"/>
    <p:sldId id="280" r:id="rId19"/>
    <p:sldId id="288" r:id="rId20"/>
    <p:sldId id="308" r:id="rId21"/>
    <p:sldId id="309" r:id="rId22"/>
    <p:sldId id="310" r:id="rId23"/>
    <p:sldId id="257" r:id="rId24"/>
    <p:sldId id="258" r:id="rId25"/>
    <p:sldId id="294" r:id="rId26"/>
    <p:sldId id="295" r:id="rId27"/>
    <p:sldId id="290" r:id="rId28"/>
    <p:sldId id="302" r:id="rId29"/>
    <p:sldId id="291" r:id="rId30"/>
    <p:sldId id="299" r:id="rId31"/>
    <p:sldId id="301" r:id="rId32"/>
    <p:sldId id="300" r:id="rId33"/>
    <p:sldId id="303" r:id="rId34"/>
    <p:sldId id="307" r:id="rId35"/>
    <p:sldId id="304" r:id="rId36"/>
    <p:sldId id="305" r:id="rId37"/>
    <p:sldId id="306" r:id="rId38"/>
    <p:sldId id="311" r:id="rId39"/>
    <p:sldId id="312" r:id="rId40"/>
    <p:sldId id="313" r:id="rId41"/>
    <p:sldId id="293" r:id="rId42"/>
    <p:sldId id="314" r:id="rId43"/>
    <p:sldId id="316" r:id="rId44"/>
  </p:sldIdLst>
  <p:sldSz cx="9144000" cy="5143500" type="screen16x9"/>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AFB742B-4FE9-43AF-AB4D-BB82680A1399}">
          <p14:sldIdLst>
            <p14:sldId id="259"/>
            <p14:sldId id="260"/>
            <p14:sldId id="286"/>
            <p14:sldId id="261"/>
            <p14:sldId id="262"/>
            <p14:sldId id="265"/>
            <p14:sldId id="263"/>
            <p14:sldId id="270"/>
            <p14:sldId id="275"/>
            <p14:sldId id="292"/>
            <p14:sldId id="289"/>
            <p14:sldId id="277"/>
            <p14:sldId id="298"/>
            <p14:sldId id="278"/>
            <p14:sldId id="287"/>
            <p14:sldId id="279"/>
            <p14:sldId id="315"/>
            <p14:sldId id="280"/>
            <p14:sldId id="288"/>
            <p14:sldId id="308"/>
            <p14:sldId id="309"/>
            <p14:sldId id="310"/>
            <p14:sldId id="257"/>
            <p14:sldId id="258"/>
            <p14:sldId id="294"/>
            <p14:sldId id="295"/>
            <p14:sldId id="290"/>
            <p14:sldId id="302"/>
            <p14:sldId id="291"/>
            <p14:sldId id="299"/>
            <p14:sldId id="301"/>
            <p14:sldId id="300"/>
            <p14:sldId id="303"/>
            <p14:sldId id="307"/>
            <p14:sldId id="304"/>
            <p14:sldId id="305"/>
            <p14:sldId id="306"/>
            <p14:sldId id="311"/>
            <p14:sldId id="312"/>
            <p14:sldId id="313"/>
            <p14:sldId id="293"/>
            <p14:sldId id="314"/>
            <p14:sldId id="316"/>
          </p14:sldIdLst>
        </p14:section>
      </p14:sectionLst>
    </p:ext>
    <p:ext uri="{EFAFB233-063F-42B5-8137-9DF3F51BA10A}">
      <p15:sldGuideLst xmlns:p15="http://schemas.microsoft.com/office/powerpoint/2012/main">
        <p15:guide id="1" orient="horz" pos="1597"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F7C87D-726B-09C6-B6C7-EE23ED915EFC}" name="Ledbetter, Alex" initials="LA" userId="S::a.h.ledbetter@tue.nl::d153b8fa-3c9b-43df-bd2d-76d728ff3ff0" providerId="AD"/>
  <p188:author id="{60D18FD7-CE84-5A8A-6AA3-EFABA8066D6B}" name="Kouw, Wouter" initials="WK" userId="S::w.m.kouw@tue.nl::181af57e-047a-4b62-bb15-f1772c70f045"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FFFFFF"/>
    <a:srgbClr val="C81919"/>
    <a:srgbClr val="101073"/>
    <a:srgbClr val="F1EFEF"/>
    <a:srgbClr val="4B4B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419" dt="2026-09-04T14:34:50.591"/>
    <p1510:client id="{11AF5B8D-5247-43C9-B19F-13D204493E0D}" v="6045" dt="2026-09-04T21:04:53.819"/>
    <p1510:client id="{5E4975E8-E165-81DA-D68F-A7CAC2FD77B4}" v="186" dt="2026-09-04T17:33:09.124"/>
    <p1510:client id="{66502BDE-3426-AC06-870C-4ED213A505ED}" v="3" dt="2026-09-04T11:16:17.368"/>
    <p1510:client id="{8A132622-C2EA-53AD-DDAC-CAD0B9788F3A}" v="3" dt="2026-09-04T07:25:41.868"/>
    <p1510:client id="{9BD887B5-974F-7515-3018-6F57B390F672}" v="9" dt="2026-09-04T11:15:54.060"/>
    <p1510:client id="{A83E6655-B38E-42D4-903E-5D10A8A9D7AE}" v="9613" dt="2026-09-04T17:12:04.123"/>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889" autoAdjust="0"/>
  </p:normalViewPr>
  <p:slideViewPr>
    <p:cSldViewPr snapToGrid="0">
      <p:cViewPr>
        <p:scale>
          <a:sx n="125" d="100"/>
          <a:sy n="125" d="100"/>
        </p:scale>
        <p:origin x="636" y="252"/>
      </p:cViewPr>
      <p:guideLst>
        <p:guide orient="horz" pos="1597"/>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handoutMaster" Target="handoutMasters/handout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microsoft.com/office/2016/11/relationships/changesInfo" Target="changesInfos/changesInfo1.xml"/><Relationship Id="rId52" Type="http://schemas.microsoft.com/office/2015/10/relationships/revisionInfo" Target="revisionInfo.xml"/><Relationship Id="rId5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ouw, Wouter" userId="S::w.m.kouw@tue.nl::181af57e-047a-4b62-bb15-f1772c70f045" providerId="AD" clId="Web-{22E54525-0624-0DB8-03D2-4B1527BB13FF}"/>
    <pc:docChg chg="delSld modSld sldOrd modSection">
      <pc:chgData name="Kouw, Wouter" userId="S::w.m.kouw@tue.nl::181af57e-047a-4b62-bb15-f1772c70f045" providerId="AD" clId="Web-{22E54525-0624-0DB8-03D2-4B1527BB13FF}" dt="2026-09-03T16:34:57.900" v="707"/>
      <pc:docMkLst>
        <pc:docMk/>
      </pc:docMkLst>
      <pc:sldChg chg="delSp modSp">
        <pc:chgData name="Kouw, Wouter" userId="S::w.m.kouw@tue.nl::181af57e-047a-4b62-bb15-f1772c70f045" providerId="AD" clId="Web-{22E54525-0624-0DB8-03D2-4B1527BB13FF}" dt="2026-09-03T16:06:29.245" v="320" actId="20577"/>
        <pc:sldMkLst>
          <pc:docMk/>
          <pc:sldMk cId="0" sldId="260"/>
        </pc:sldMkLst>
        <pc:spChg chg="mod">
          <ac:chgData name="Kouw, Wouter" userId="S::w.m.kouw@tue.nl::181af57e-047a-4b62-bb15-f1772c70f045" providerId="AD" clId="Web-{22E54525-0624-0DB8-03D2-4B1527BB13FF}" dt="2026-09-03T16:06:29.245" v="320" actId="20577"/>
          <ac:spMkLst>
            <pc:docMk/>
            <pc:sldMk cId="0" sldId="260"/>
            <ac:spMk id="2" creationId="{00000000-0000-0000-0000-000000000000}"/>
          </ac:spMkLst>
        </pc:spChg>
        <pc:spChg chg="del">
          <ac:chgData name="Kouw, Wouter" userId="S::w.m.kouw@tue.nl::181af57e-047a-4b62-bb15-f1772c70f045" providerId="AD" clId="Web-{22E54525-0624-0DB8-03D2-4B1527BB13FF}" dt="2026-09-03T16:05:58.317" v="307"/>
          <ac:spMkLst>
            <pc:docMk/>
            <pc:sldMk cId="0" sldId="260"/>
            <ac:spMk id="7" creationId="{00000000-0000-0000-0000-000000000000}"/>
          </ac:spMkLst>
        </pc:spChg>
        <pc:spChg chg="mod">
          <ac:chgData name="Kouw, Wouter" userId="S::w.m.kouw@tue.nl::181af57e-047a-4b62-bb15-f1772c70f045" providerId="AD" clId="Web-{22E54525-0624-0DB8-03D2-4B1527BB13FF}" dt="2026-09-03T16:06:23.599" v="313" actId="20577"/>
          <ac:spMkLst>
            <pc:docMk/>
            <pc:sldMk cId="0" sldId="260"/>
            <ac:spMk id="9" creationId="{00000000-0000-0000-0000-000000000000}"/>
          </ac:spMkLst>
        </pc:spChg>
        <pc:spChg chg="del">
          <ac:chgData name="Kouw, Wouter" userId="S::w.m.kouw@tue.nl::181af57e-047a-4b62-bb15-f1772c70f045" providerId="AD" clId="Web-{22E54525-0624-0DB8-03D2-4B1527BB13FF}" dt="2026-09-03T16:05:58.333" v="308"/>
          <ac:spMkLst>
            <pc:docMk/>
            <pc:sldMk cId="0" sldId="260"/>
            <ac:spMk id="10" creationId="{00000000-0000-0000-0000-000000000000}"/>
          </ac:spMkLst>
        </pc:spChg>
        <pc:spChg chg="mod">
          <ac:chgData name="Kouw, Wouter" userId="S::w.m.kouw@tue.nl::181af57e-047a-4b62-bb15-f1772c70f045" providerId="AD" clId="Web-{22E54525-0624-0DB8-03D2-4B1527BB13FF}" dt="2026-09-03T16:06:23.678" v="315" actId="20577"/>
          <ac:spMkLst>
            <pc:docMk/>
            <pc:sldMk cId="0" sldId="260"/>
            <ac:spMk id="12" creationId="{00000000-0000-0000-0000-000000000000}"/>
          </ac:spMkLst>
        </pc:spChg>
        <pc:spChg chg="mod">
          <ac:chgData name="Kouw, Wouter" userId="S::w.m.kouw@tue.nl::181af57e-047a-4b62-bb15-f1772c70f045" providerId="AD" clId="Web-{22E54525-0624-0DB8-03D2-4B1527BB13FF}" dt="2026-09-03T16:06:14.880" v="310"/>
          <ac:spMkLst>
            <pc:docMk/>
            <pc:sldMk cId="0" sldId="260"/>
            <ac:spMk id="13" creationId="{00000000-0000-0000-0000-000000000000}"/>
          </ac:spMkLst>
        </pc:spChg>
        <pc:spChg chg="mod">
          <ac:chgData name="Kouw, Wouter" userId="S::w.m.kouw@tue.nl::181af57e-047a-4b62-bb15-f1772c70f045" providerId="AD" clId="Web-{22E54525-0624-0DB8-03D2-4B1527BB13FF}" dt="2026-09-03T16:06:23.740" v="317" actId="20577"/>
          <ac:spMkLst>
            <pc:docMk/>
            <pc:sldMk cId="0" sldId="260"/>
            <ac:spMk id="14" creationId="{00000000-0000-0000-0000-000000000000}"/>
          </ac:spMkLst>
        </pc:spChg>
        <pc:spChg chg="mod">
          <ac:chgData name="Kouw, Wouter" userId="S::w.m.kouw@tue.nl::181af57e-047a-4b62-bb15-f1772c70f045" providerId="AD" clId="Web-{22E54525-0624-0DB8-03D2-4B1527BB13FF}" dt="2026-09-03T16:06:22.506" v="311"/>
          <ac:spMkLst>
            <pc:docMk/>
            <pc:sldMk cId="0" sldId="260"/>
            <ac:spMk id="15" creationId="{00000000-0000-0000-0000-000000000000}"/>
          </ac:spMkLst>
        </pc:spChg>
        <pc:spChg chg="mod">
          <ac:chgData name="Kouw, Wouter" userId="S::w.m.kouw@tue.nl::181af57e-047a-4b62-bb15-f1772c70f045" providerId="AD" clId="Web-{22E54525-0624-0DB8-03D2-4B1527BB13FF}" dt="2026-09-03T16:06:24.912" v="318" actId="20577"/>
          <ac:spMkLst>
            <pc:docMk/>
            <pc:sldMk cId="0" sldId="260"/>
            <ac:spMk id="16" creationId="{00000000-0000-0000-0000-000000000000}"/>
          </ac:spMkLst>
        </pc:spChg>
      </pc:sldChg>
      <pc:sldChg chg="addSp delSp modSp addAnim">
        <pc:chgData name="Kouw, Wouter" userId="S::w.m.kouw@tue.nl::181af57e-047a-4b62-bb15-f1772c70f045" providerId="AD" clId="Web-{22E54525-0624-0DB8-03D2-4B1527BB13FF}" dt="2026-09-03T16:34:57.900" v="707"/>
        <pc:sldMkLst>
          <pc:docMk/>
          <pc:sldMk cId="0" sldId="261"/>
        </pc:sldMkLst>
        <pc:spChg chg="mod">
          <ac:chgData name="Kouw, Wouter" userId="S::w.m.kouw@tue.nl::181af57e-047a-4b62-bb15-f1772c70f045" providerId="AD" clId="Web-{22E54525-0624-0DB8-03D2-4B1527BB13FF}" dt="2026-09-03T13:25:44.119" v="5" actId="20577"/>
          <ac:spMkLst>
            <pc:docMk/>
            <pc:sldMk cId="0" sldId="261"/>
            <ac:spMk id="2" creationId="{00000000-0000-0000-0000-000000000000}"/>
          </ac:spMkLst>
        </pc:spChg>
        <pc:spChg chg="mod">
          <ac:chgData name="Kouw, Wouter" userId="S::w.m.kouw@tue.nl::181af57e-047a-4b62-bb15-f1772c70f045" providerId="AD" clId="Web-{22E54525-0624-0DB8-03D2-4B1527BB13FF}" dt="2026-09-03T14:53:00.675" v="268" actId="20577"/>
          <ac:spMkLst>
            <pc:docMk/>
            <pc:sldMk cId="0" sldId="261"/>
            <ac:spMk id="7" creationId="{00000000-0000-0000-0000-000000000000}"/>
          </ac:spMkLst>
        </pc:spChg>
        <pc:picChg chg="add mod">
          <ac:chgData name="Kouw, Wouter" userId="S::w.m.kouw@tue.nl::181af57e-047a-4b62-bb15-f1772c70f045" providerId="AD" clId="Web-{22E54525-0624-0DB8-03D2-4B1527BB13FF}" dt="2026-09-03T16:32:05.661" v="702" actId="14100"/>
          <ac:picMkLst>
            <pc:docMk/>
            <pc:sldMk cId="0" sldId="261"/>
            <ac:picMk id="3" creationId="{88F691C1-C189-F7EA-3BDC-51F8F89B03B6}"/>
          </ac:picMkLst>
        </pc:picChg>
        <pc:picChg chg="add mod modCrop">
          <ac:chgData name="Kouw, Wouter" userId="S::w.m.kouw@tue.nl::181af57e-047a-4b62-bb15-f1772c70f045" providerId="AD" clId="Web-{22E54525-0624-0DB8-03D2-4B1527BB13FF}" dt="2026-09-03T16:34:57.900" v="707"/>
          <ac:picMkLst>
            <pc:docMk/>
            <pc:sldMk cId="0" sldId="261"/>
            <ac:picMk id="4" creationId="{953436C1-884A-8D74-BD01-BD2B65ACEBE2}"/>
          </ac:picMkLst>
        </pc:picChg>
        <pc:picChg chg="del mod">
          <ac:chgData name="Kouw, Wouter" userId="S::w.m.kouw@tue.nl::181af57e-047a-4b62-bb15-f1772c70f045" providerId="AD" clId="Web-{22E54525-0624-0DB8-03D2-4B1527BB13FF}" dt="2026-09-03T16:31:21.878" v="698"/>
          <ac:picMkLst>
            <pc:docMk/>
            <pc:sldMk cId="0" sldId="261"/>
            <ac:picMk id="8" creationId="{00000000-0000-0000-0000-000000000000}"/>
          </ac:picMkLst>
        </pc:picChg>
      </pc:sldChg>
      <pc:sldChg chg="addSp delSp modSp addAnim">
        <pc:chgData name="Kouw, Wouter" userId="S::w.m.kouw@tue.nl::181af57e-047a-4b62-bb15-f1772c70f045" providerId="AD" clId="Web-{22E54525-0624-0DB8-03D2-4B1527BB13FF}" dt="2026-09-03T16:22:01.127" v="694"/>
        <pc:sldMkLst>
          <pc:docMk/>
          <pc:sldMk cId="0" sldId="262"/>
        </pc:sldMkLst>
        <pc:spChg chg="mod">
          <ac:chgData name="Kouw, Wouter" userId="S::w.m.kouw@tue.nl::181af57e-047a-4b62-bb15-f1772c70f045" providerId="AD" clId="Web-{22E54525-0624-0DB8-03D2-4B1527BB13FF}" dt="2026-09-03T16:09:02.260" v="324" actId="20577"/>
          <ac:spMkLst>
            <pc:docMk/>
            <pc:sldMk cId="0" sldId="262"/>
            <ac:spMk id="2" creationId="{00000000-0000-0000-0000-000000000000}"/>
          </ac:spMkLst>
        </pc:spChg>
        <pc:spChg chg="add mod">
          <ac:chgData name="Kouw, Wouter" userId="S::w.m.kouw@tue.nl::181af57e-047a-4b62-bb15-f1772c70f045" providerId="AD" clId="Web-{22E54525-0624-0DB8-03D2-4B1527BB13FF}" dt="2026-09-03T16:21:50.564" v="690" actId="20577"/>
          <ac:spMkLst>
            <pc:docMk/>
            <pc:sldMk cId="0" sldId="262"/>
            <ac:spMk id="4" creationId="{12929A86-336C-2B3B-654D-3443CF9E6E6F}"/>
          </ac:spMkLst>
        </pc:spChg>
        <pc:spChg chg="mod">
          <ac:chgData name="Kouw, Wouter" userId="S::w.m.kouw@tue.nl::181af57e-047a-4b62-bb15-f1772c70f045" providerId="AD" clId="Web-{22E54525-0624-0DB8-03D2-4B1527BB13FF}" dt="2026-09-03T16:22:00.190" v="693" actId="20577"/>
          <ac:spMkLst>
            <pc:docMk/>
            <pc:sldMk cId="0" sldId="262"/>
            <ac:spMk id="10" creationId="{00000000-0000-0000-0000-000000000000}"/>
          </ac:spMkLst>
        </pc:spChg>
        <pc:picChg chg="mod">
          <ac:chgData name="Kouw, Wouter" userId="S::w.m.kouw@tue.nl::181af57e-047a-4b62-bb15-f1772c70f045" providerId="AD" clId="Web-{22E54525-0624-0DB8-03D2-4B1527BB13FF}" dt="2026-09-03T16:20:32.062" v="576" actId="1076"/>
          <ac:picMkLst>
            <pc:docMk/>
            <pc:sldMk cId="0" sldId="262"/>
            <ac:picMk id="7" creationId="{00000000-0000-0000-0000-000000000000}"/>
          </ac:picMkLst>
        </pc:picChg>
        <pc:picChg chg="del">
          <ac:chgData name="Kouw, Wouter" userId="S::w.m.kouw@tue.nl::181af57e-047a-4b62-bb15-f1772c70f045" providerId="AD" clId="Web-{22E54525-0624-0DB8-03D2-4B1527BB13FF}" dt="2026-09-03T16:22:01.127" v="694"/>
          <ac:picMkLst>
            <pc:docMk/>
            <pc:sldMk cId="0" sldId="262"/>
            <ac:picMk id="11" creationId="{00000000-0000-0000-0000-000000000000}"/>
          </ac:picMkLst>
        </pc:picChg>
      </pc:sldChg>
      <pc:sldChg chg="modSp">
        <pc:chgData name="Kouw, Wouter" userId="S::w.m.kouw@tue.nl::181af57e-047a-4b62-bb15-f1772c70f045" providerId="AD" clId="Web-{22E54525-0624-0DB8-03D2-4B1527BB13FF}" dt="2026-09-03T14:56:32.901" v="304" actId="20577"/>
        <pc:sldMkLst>
          <pc:docMk/>
          <pc:sldMk cId="0" sldId="263"/>
        </pc:sldMkLst>
        <pc:spChg chg="mod">
          <ac:chgData name="Kouw, Wouter" userId="S::w.m.kouw@tue.nl::181af57e-047a-4b62-bb15-f1772c70f045" providerId="AD" clId="Web-{22E54525-0624-0DB8-03D2-4B1527BB13FF}" dt="2026-09-03T14:56:26.400" v="299" actId="20577"/>
          <ac:spMkLst>
            <pc:docMk/>
            <pc:sldMk cId="0" sldId="263"/>
            <ac:spMk id="2" creationId="{00000000-0000-0000-0000-000000000000}"/>
          </ac:spMkLst>
        </pc:spChg>
        <pc:spChg chg="mod">
          <ac:chgData name="Kouw, Wouter" userId="S::w.m.kouw@tue.nl::181af57e-047a-4b62-bb15-f1772c70f045" providerId="AD" clId="Web-{22E54525-0624-0DB8-03D2-4B1527BB13FF}" dt="2026-09-03T14:56:32.901" v="304" actId="20577"/>
          <ac:spMkLst>
            <pc:docMk/>
            <pc:sldMk cId="0" sldId="263"/>
            <ac:spMk id="7" creationId="{00000000-0000-0000-0000-000000000000}"/>
          </ac:spMkLst>
        </pc:spChg>
      </pc:sldChg>
      <pc:sldChg chg="del">
        <pc:chgData name="Kouw, Wouter" userId="S::w.m.kouw@tue.nl::181af57e-047a-4b62-bb15-f1772c70f045" providerId="AD" clId="Web-{22E54525-0624-0DB8-03D2-4B1527BB13FF}" dt="2026-09-03T14:56:49.464" v="305"/>
        <pc:sldMkLst>
          <pc:docMk/>
          <pc:sldMk cId="0" sldId="264"/>
        </pc:sldMkLst>
      </pc:sldChg>
      <pc:sldChg chg="ord">
        <pc:chgData name="Kouw, Wouter" userId="S::w.m.kouw@tue.nl::181af57e-047a-4b62-bb15-f1772c70f045" providerId="AD" clId="Web-{22E54525-0624-0DB8-03D2-4B1527BB13FF}" dt="2026-09-03T16:23:10.082" v="695"/>
        <pc:sldMkLst>
          <pc:docMk/>
          <pc:sldMk cId="0" sldId="265"/>
        </pc:sldMkLst>
      </pc:sldChg>
      <pc:sldChg chg="del">
        <pc:chgData name="Kouw, Wouter" userId="S::w.m.kouw@tue.nl::181af57e-047a-4b62-bb15-f1772c70f045" providerId="AD" clId="Web-{22E54525-0624-0DB8-03D2-4B1527BB13FF}" dt="2026-09-03T16:23:42.255" v="696"/>
        <pc:sldMkLst>
          <pc:docMk/>
          <pc:sldMk cId="0" sldId="266"/>
        </pc:sldMkLst>
      </pc:sldChg>
      <pc:sldChg chg="del">
        <pc:chgData name="Kouw, Wouter" userId="S::w.m.kouw@tue.nl::181af57e-047a-4b62-bb15-f1772c70f045" providerId="AD" clId="Web-{22E54525-0624-0DB8-03D2-4B1527BB13FF}" dt="2026-09-03T16:23:51.958" v="697"/>
        <pc:sldMkLst>
          <pc:docMk/>
          <pc:sldMk cId="0" sldId="267"/>
        </pc:sldMkLst>
      </pc:sldChg>
      <pc:sldChg chg="del">
        <pc:chgData name="Kouw, Wouter" userId="S::w.m.kouw@tue.nl::181af57e-047a-4b62-bb15-f1772c70f045" providerId="AD" clId="Web-{22E54525-0624-0DB8-03D2-4B1527BB13FF}" dt="2026-09-03T16:05:43.161" v="306"/>
        <pc:sldMkLst>
          <pc:docMk/>
          <pc:sldMk cId="0" sldId="274"/>
        </pc:sldMkLst>
      </pc:sldChg>
    </pc:docChg>
  </pc:docChgLst>
  <pc:docChgLst>
    <pc:chgData name="Kouw, Wouter" userId="181af57e-047a-4b62-bb15-f1772c70f045" providerId="ADAL" clId="{E11AB248-0A92-4BC9-91F6-FC63515E54C7}"/>
    <pc:docChg chg="undo custSel addSld delSld modSld sldOrd modMainMaster modSection">
      <pc:chgData name="Kouw, Wouter" userId="181af57e-047a-4b62-bb15-f1772c70f045" providerId="ADAL" clId="{E11AB248-0A92-4BC9-91F6-FC63515E54C7}" dt="2026-09-04T21:04:53.819" v="11091" actId="14100"/>
      <pc:docMkLst>
        <pc:docMk/>
      </pc:docMkLst>
      <pc:sldChg chg="modSp add mod modClrScheme chgLayout">
        <pc:chgData name="Kouw, Wouter" userId="181af57e-047a-4b62-bb15-f1772c70f045" providerId="ADAL" clId="{E11AB248-0A92-4BC9-91F6-FC63515E54C7}" dt="2026-09-04T09:40:17.221" v="6881" actId="1076"/>
        <pc:sldMkLst>
          <pc:docMk/>
          <pc:sldMk cId="2769189401" sldId="257"/>
        </pc:sldMkLst>
        <pc:spChg chg="mod ord">
          <ac:chgData name="Kouw, Wouter" userId="181af57e-047a-4b62-bb15-f1772c70f045" providerId="ADAL" clId="{E11AB248-0A92-4BC9-91F6-FC63515E54C7}" dt="2026-09-04T09:38:58.037" v="6876" actId="2711"/>
          <ac:spMkLst>
            <pc:docMk/>
            <pc:sldMk cId="2769189401" sldId="257"/>
            <ac:spMk id="2" creationId="{41E184DD-623F-634C-B71D-165C2E36F414}"/>
          </ac:spMkLst>
        </pc:spChg>
        <pc:spChg chg="mod ord">
          <ac:chgData name="Kouw, Wouter" userId="181af57e-047a-4b62-bb15-f1772c70f045" providerId="ADAL" clId="{E11AB248-0A92-4BC9-91F6-FC63515E54C7}" dt="2026-09-04T09:40:13.427" v="6880" actId="20577"/>
          <ac:spMkLst>
            <pc:docMk/>
            <pc:sldMk cId="2769189401" sldId="257"/>
            <ac:spMk id="3" creationId="{A1C5E6A0-AEC3-4D43-6E6A-DF67D75A9A72}"/>
          </ac:spMkLst>
        </pc:spChg>
        <pc:spChg chg="mod">
          <ac:chgData name="Kouw, Wouter" userId="181af57e-047a-4b62-bb15-f1772c70f045" providerId="ADAL" clId="{E11AB248-0A92-4BC9-91F6-FC63515E54C7}" dt="2026-09-04T09:40:17.221" v="6881" actId="1076"/>
          <ac:spMkLst>
            <pc:docMk/>
            <pc:sldMk cId="2769189401" sldId="257"/>
            <ac:spMk id="8" creationId="{E4F41FC7-3336-D001-9410-BF9B9A1F751C}"/>
          </ac:spMkLst>
        </pc:spChg>
        <pc:picChg chg="mod">
          <ac:chgData name="Kouw, Wouter" userId="181af57e-047a-4b62-bb15-f1772c70f045" providerId="ADAL" clId="{E11AB248-0A92-4BC9-91F6-FC63515E54C7}" dt="2026-09-04T09:40:17.221" v="6881" actId="1076"/>
          <ac:picMkLst>
            <pc:docMk/>
            <pc:sldMk cId="2769189401" sldId="257"/>
            <ac:picMk id="5" creationId="{486F4DC8-167A-99A6-7076-77E8530E7281}"/>
          </ac:picMkLst>
        </pc:picChg>
        <pc:picChg chg="mod">
          <ac:chgData name="Kouw, Wouter" userId="181af57e-047a-4b62-bb15-f1772c70f045" providerId="ADAL" clId="{E11AB248-0A92-4BC9-91F6-FC63515E54C7}" dt="2026-09-04T09:40:17.221" v="6881" actId="1076"/>
          <ac:picMkLst>
            <pc:docMk/>
            <pc:sldMk cId="2769189401" sldId="257"/>
            <ac:picMk id="6" creationId="{8900BF24-C268-99A1-CB3C-F6A71D4C7268}"/>
          </ac:picMkLst>
        </pc:picChg>
      </pc:sldChg>
      <pc:sldChg chg="modSp add mod modClrScheme chgLayout">
        <pc:chgData name="Kouw, Wouter" userId="181af57e-047a-4b62-bb15-f1772c70f045" providerId="ADAL" clId="{E11AB248-0A92-4BC9-91F6-FC63515E54C7}" dt="2026-09-04T09:39:30.641" v="6877" actId="255"/>
        <pc:sldMkLst>
          <pc:docMk/>
          <pc:sldMk cId="2221638706" sldId="258"/>
        </pc:sldMkLst>
        <pc:spChg chg="mod ord">
          <ac:chgData name="Kouw, Wouter" userId="181af57e-047a-4b62-bb15-f1772c70f045" providerId="ADAL" clId="{E11AB248-0A92-4BC9-91F6-FC63515E54C7}" dt="2026-09-04T09:39:30.641" v="6877" actId="255"/>
          <ac:spMkLst>
            <pc:docMk/>
            <pc:sldMk cId="2221638706" sldId="258"/>
            <ac:spMk id="2" creationId="{A0833A06-3589-C9E7-EE85-F1F4118EBA0D}"/>
          </ac:spMkLst>
        </pc:spChg>
        <pc:spChg chg="mod ord">
          <ac:chgData name="Kouw, Wouter" userId="181af57e-047a-4b62-bb15-f1772c70f045" providerId="ADAL" clId="{E11AB248-0A92-4BC9-91F6-FC63515E54C7}" dt="2026-09-04T09:31:05.142" v="6859" actId="700"/>
          <ac:spMkLst>
            <pc:docMk/>
            <pc:sldMk cId="2221638706" sldId="258"/>
            <ac:spMk id="3" creationId="{7D1FCDAA-B0BD-0BA8-7ED8-B37D73F18566}"/>
          </ac:spMkLst>
        </pc:spChg>
      </pc:sldChg>
      <pc:sldChg chg="modSp mod chgLayout">
        <pc:chgData name="Kouw, Wouter" userId="181af57e-047a-4b62-bb15-f1772c70f045" providerId="ADAL" clId="{E11AB248-0A92-4BC9-91F6-FC63515E54C7}" dt="2026-09-03T18:37:23.964" v="163" actId="14100"/>
        <pc:sldMkLst>
          <pc:docMk/>
          <pc:sldMk cId="748930153" sldId="259"/>
        </pc:sldMkLst>
        <pc:spChg chg="mod ord">
          <ac:chgData name="Kouw, Wouter" userId="181af57e-047a-4b62-bb15-f1772c70f045" providerId="ADAL" clId="{E11AB248-0A92-4BC9-91F6-FC63515E54C7}" dt="2026-09-03T18:37:23.964" v="163" actId="14100"/>
          <ac:spMkLst>
            <pc:docMk/>
            <pc:sldMk cId="748930153" sldId="259"/>
            <ac:spMk id="3" creationId="{00000000-0000-0000-0000-000000000000}"/>
          </ac:spMkLst>
        </pc:spChg>
        <pc:spChg chg="mod ord">
          <ac:chgData name="Kouw, Wouter" userId="181af57e-047a-4b62-bb15-f1772c70f045" providerId="ADAL" clId="{E11AB248-0A92-4BC9-91F6-FC63515E54C7}" dt="2026-09-03T18:37:19.136" v="162" actId="948"/>
          <ac:spMkLst>
            <pc:docMk/>
            <pc:sldMk cId="748930153" sldId="259"/>
            <ac:spMk id="6" creationId="{00000000-0000-0000-0000-000000000000}"/>
          </ac:spMkLst>
        </pc:spChg>
      </pc:sldChg>
      <pc:sldChg chg="addSp delSp modSp mod modClrScheme chgLayout modNotesTx">
        <pc:chgData name="Kouw, Wouter" userId="181af57e-047a-4b62-bb15-f1772c70f045" providerId="ADAL" clId="{E11AB248-0A92-4BC9-91F6-FC63515E54C7}" dt="2026-09-04T14:38:01.654" v="8281" actId="1076"/>
        <pc:sldMkLst>
          <pc:docMk/>
          <pc:sldMk cId="0" sldId="260"/>
        </pc:sldMkLst>
        <pc:spChg chg="mod ord">
          <ac:chgData name="Kouw, Wouter" userId="181af57e-047a-4b62-bb15-f1772c70f045" providerId="ADAL" clId="{E11AB248-0A92-4BC9-91F6-FC63515E54C7}" dt="2026-09-03T18:36:33.066" v="156" actId="700"/>
          <ac:spMkLst>
            <pc:docMk/>
            <pc:sldMk cId="0" sldId="260"/>
            <ac:spMk id="2" creationId="{00000000-0000-0000-0000-000000000000}"/>
          </ac:spMkLst>
        </pc:spChg>
        <pc:spChg chg="add del mod ord">
          <ac:chgData name="Kouw, Wouter" userId="181af57e-047a-4b62-bb15-f1772c70f045" providerId="ADAL" clId="{E11AB248-0A92-4BC9-91F6-FC63515E54C7}" dt="2026-09-03T18:36:37.698" v="157" actId="478"/>
          <ac:spMkLst>
            <pc:docMk/>
            <pc:sldMk cId="0" sldId="260"/>
            <ac:spMk id="3" creationId="{9CC8F7C7-A04E-96D1-B699-DADFE2339985}"/>
          </ac:spMkLst>
        </pc:spChg>
        <pc:spChg chg="add mod">
          <ac:chgData name="Kouw, Wouter" userId="181af57e-047a-4b62-bb15-f1772c70f045" providerId="ADAL" clId="{E11AB248-0A92-4BC9-91F6-FC63515E54C7}" dt="2026-09-04T14:38:01.654" v="8281" actId="1076"/>
          <ac:spMkLst>
            <pc:docMk/>
            <pc:sldMk cId="0" sldId="260"/>
            <ac:spMk id="5" creationId="{64FF2ADB-CC9E-D60C-8E6E-FAA1EB690071}"/>
          </ac:spMkLst>
        </pc:spChg>
        <pc:spChg chg="mod ord">
          <ac:chgData name="Kouw, Wouter" userId="181af57e-047a-4b62-bb15-f1772c70f045" providerId="ADAL" clId="{E11AB248-0A92-4BC9-91F6-FC63515E54C7}" dt="2026-09-03T18:36:33.066" v="156" actId="700"/>
          <ac:spMkLst>
            <pc:docMk/>
            <pc:sldMk cId="0" sldId="260"/>
            <ac:spMk id="6"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8"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9" creationId="{00000000-0000-0000-0000-000000000000}"/>
          </ac:spMkLst>
        </pc:spChg>
        <pc:spChg chg="add mod">
          <ac:chgData name="Kouw, Wouter" userId="181af57e-047a-4b62-bb15-f1772c70f045" providerId="ADAL" clId="{E11AB248-0A92-4BC9-91F6-FC63515E54C7}" dt="2026-09-04T14:38:01.654" v="8281" actId="1076"/>
          <ac:spMkLst>
            <pc:docMk/>
            <pc:sldMk cId="0" sldId="260"/>
            <ac:spMk id="10" creationId="{CD32DF81-4BE5-626C-E2DF-E3F40E117CC9}"/>
          </ac:spMkLst>
        </pc:spChg>
        <pc:spChg chg="mod">
          <ac:chgData name="Kouw, Wouter" userId="181af57e-047a-4b62-bb15-f1772c70f045" providerId="ADAL" clId="{E11AB248-0A92-4BC9-91F6-FC63515E54C7}" dt="2026-09-04T14:38:01.654" v="8281" actId="1076"/>
          <ac:spMkLst>
            <pc:docMk/>
            <pc:sldMk cId="0" sldId="260"/>
            <ac:spMk id="11"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12"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13"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14"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15" creationId="{00000000-0000-0000-0000-000000000000}"/>
          </ac:spMkLst>
        </pc:spChg>
        <pc:spChg chg="mod">
          <ac:chgData name="Kouw, Wouter" userId="181af57e-047a-4b62-bb15-f1772c70f045" providerId="ADAL" clId="{E11AB248-0A92-4BC9-91F6-FC63515E54C7}" dt="2026-09-04T14:38:01.654" v="8281" actId="1076"/>
          <ac:spMkLst>
            <pc:docMk/>
            <pc:sldMk cId="0" sldId="260"/>
            <ac:spMk id="16" creationId="{00000000-0000-0000-0000-000000000000}"/>
          </ac:spMkLst>
        </pc:spChg>
      </pc:sldChg>
      <pc:sldChg chg="addSp delSp modSp mod modClrScheme modAnim chgLayout modNotesTx">
        <pc:chgData name="Kouw, Wouter" userId="181af57e-047a-4b62-bb15-f1772c70f045" providerId="ADAL" clId="{E11AB248-0A92-4BC9-91F6-FC63515E54C7}" dt="2026-09-03T21:30:18.699" v="4048"/>
        <pc:sldMkLst>
          <pc:docMk/>
          <pc:sldMk cId="0" sldId="261"/>
        </pc:sldMkLst>
        <pc:spChg chg="mod ord">
          <ac:chgData name="Kouw, Wouter" userId="181af57e-047a-4b62-bb15-f1772c70f045" providerId="ADAL" clId="{E11AB248-0A92-4BC9-91F6-FC63515E54C7}" dt="2026-09-03T18:36:46.107" v="158" actId="700"/>
          <ac:spMkLst>
            <pc:docMk/>
            <pc:sldMk cId="0" sldId="261"/>
            <ac:spMk id="2" creationId="{00000000-0000-0000-0000-000000000000}"/>
          </ac:spMkLst>
        </pc:spChg>
        <pc:spChg chg="mod ord">
          <ac:chgData name="Kouw, Wouter" userId="181af57e-047a-4b62-bb15-f1772c70f045" providerId="ADAL" clId="{E11AB248-0A92-4BC9-91F6-FC63515E54C7}" dt="2026-09-03T18:36:46.107" v="158" actId="700"/>
          <ac:spMkLst>
            <pc:docMk/>
            <pc:sldMk cId="0" sldId="261"/>
            <ac:spMk id="6" creationId="{00000000-0000-0000-0000-000000000000}"/>
          </ac:spMkLst>
        </pc:spChg>
        <pc:spChg chg="mod">
          <ac:chgData name="Kouw, Wouter" userId="181af57e-047a-4b62-bb15-f1772c70f045" providerId="ADAL" clId="{E11AB248-0A92-4BC9-91F6-FC63515E54C7}" dt="2026-09-03T20:55:32.148" v="2513" actId="20577"/>
          <ac:spMkLst>
            <pc:docMk/>
            <pc:sldMk cId="0" sldId="261"/>
            <ac:spMk id="7" creationId="{00000000-0000-0000-0000-000000000000}"/>
          </ac:spMkLst>
        </pc:spChg>
        <pc:spChg chg="add del mod ord">
          <ac:chgData name="Kouw, Wouter" userId="181af57e-047a-4b62-bb15-f1772c70f045" providerId="ADAL" clId="{E11AB248-0A92-4BC9-91F6-FC63515E54C7}" dt="2026-09-03T18:36:49.510" v="159" actId="478"/>
          <ac:spMkLst>
            <pc:docMk/>
            <pc:sldMk cId="0" sldId="261"/>
            <ac:spMk id="9" creationId="{D33AB919-809C-CF04-D5E2-231A1116BA61}"/>
          </ac:spMkLst>
        </pc:spChg>
        <pc:picChg chg="mod modCrop">
          <ac:chgData name="Kouw, Wouter" userId="181af57e-047a-4b62-bb15-f1772c70f045" providerId="ADAL" clId="{E11AB248-0A92-4BC9-91F6-FC63515E54C7}" dt="2026-09-03T19:33:12.070" v="330" actId="732"/>
          <ac:picMkLst>
            <pc:docMk/>
            <pc:sldMk cId="0" sldId="261"/>
            <ac:picMk id="3" creationId="{88F691C1-C189-F7EA-3BDC-51F8F89B03B6}"/>
          </ac:picMkLst>
        </pc:picChg>
        <pc:picChg chg="del">
          <ac:chgData name="Kouw, Wouter" userId="181af57e-047a-4b62-bb15-f1772c70f045" providerId="ADAL" clId="{E11AB248-0A92-4BC9-91F6-FC63515E54C7}" dt="2026-09-03T18:28:23.989" v="78" actId="478"/>
          <ac:picMkLst>
            <pc:docMk/>
            <pc:sldMk cId="0" sldId="261"/>
            <ac:picMk id="4" creationId="{953436C1-884A-8D74-BD01-BD2B65ACEBE2}"/>
          </ac:picMkLst>
        </pc:picChg>
        <pc:picChg chg="add mod modCrop">
          <ac:chgData name="Kouw, Wouter" userId="181af57e-047a-4b62-bb15-f1772c70f045" providerId="ADAL" clId="{E11AB248-0A92-4BC9-91F6-FC63515E54C7}" dt="2026-09-03T21:02:02.417" v="2836" actId="1076"/>
          <ac:picMkLst>
            <pc:docMk/>
            <pc:sldMk cId="0" sldId="261"/>
            <ac:picMk id="8" creationId="{04359210-E26D-1D33-37AD-710E5F023C9B}"/>
          </ac:picMkLst>
        </pc:picChg>
      </pc:sldChg>
      <pc:sldChg chg="addSp delSp modSp mod modClrScheme addAnim delAnim modAnim chgLayout modNotesTx">
        <pc:chgData name="Kouw, Wouter" userId="181af57e-047a-4b62-bb15-f1772c70f045" providerId="ADAL" clId="{E11AB248-0A92-4BC9-91F6-FC63515E54C7}" dt="2026-09-04T20:55:35.504" v="10794"/>
        <pc:sldMkLst>
          <pc:docMk/>
          <pc:sldMk cId="0" sldId="262"/>
        </pc:sldMkLst>
        <pc:spChg chg="mod ord">
          <ac:chgData name="Kouw, Wouter" userId="181af57e-047a-4b62-bb15-f1772c70f045" providerId="ADAL" clId="{E11AB248-0A92-4BC9-91F6-FC63515E54C7}" dt="2026-09-03T21:30:53.464" v="4062" actId="20577"/>
          <ac:spMkLst>
            <pc:docMk/>
            <pc:sldMk cId="0" sldId="262"/>
            <ac:spMk id="2" creationId="{00000000-0000-0000-0000-000000000000}"/>
          </ac:spMkLst>
        </pc:spChg>
        <pc:spChg chg="add mod ord">
          <ac:chgData name="Kouw, Wouter" userId="181af57e-047a-4b62-bb15-f1772c70f045" providerId="ADAL" clId="{E11AB248-0A92-4BC9-91F6-FC63515E54C7}" dt="2026-09-04T20:55:14.326" v="10789" actId="313"/>
          <ac:spMkLst>
            <pc:docMk/>
            <pc:sldMk cId="0" sldId="262"/>
            <ac:spMk id="3" creationId="{266019CE-1B91-CBE2-4A42-5B161FA8589C}"/>
          </ac:spMkLst>
        </pc:spChg>
        <pc:spChg chg="del mod">
          <ac:chgData name="Kouw, Wouter" userId="181af57e-047a-4b62-bb15-f1772c70f045" providerId="ADAL" clId="{E11AB248-0A92-4BC9-91F6-FC63515E54C7}" dt="2026-09-03T20:04:52.775" v="390" actId="478"/>
          <ac:spMkLst>
            <pc:docMk/>
            <pc:sldMk cId="0" sldId="262"/>
            <ac:spMk id="4" creationId="{12929A86-336C-2B3B-654D-3443CF9E6E6F}"/>
          </ac:spMkLst>
        </pc:spChg>
        <pc:spChg chg="add del mod">
          <ac:chgData name="Kouw, Wouter" userId="181af57e-047a-4b62-bb15-f1772c70f045" providerId="ADAL" clId="{E11AB248-0A92-4BC9-91F6-FC63515E54C7}" dt="2026-09-04T09:49:11.290" v="6884" actId="478"/>
          <ac:spMkLst>
            <pc:docMk/>
            <pc:sldMk cId="0" sldId="262"/>
            <ac:spMk id="5" creationId="{9515A75B-0E9B-4402-ABAE-AA47D31B583E}"/>
          </ac:spMkLst>
        </pc:spChg>
        <pc:spChg chg="mod ord">
          <ac:chgData name="Kouw, Wouter" userId="181af57e-047a-4b62-bb15-f1772c70f045" providerId="ADAL" clId="{E11AB248-0A92-4BC9-91F6-FC63515E54C7}" dt="2026-09-03T19:31:35.860" v="241" actId="700"/>
          <ac:spMkLst>
            <pc:docMk/>
            <pc:sldMk cId="0" sldId="262"/>
            <ac:spMk id="6" creationId="{00000000-0000-0000-0000-000000000000}"/>
          </ac:spMkLst>
        </pc:spChg>
        <pc:spChg chg="del">
          <ac:chgData name="Kouw, Wouter" userId="181af57e-047a-4b62-bb15-f1772c70f045" providerId="ADAL" clId="{E11AB248-0A92-4BC9-91F6-FC63515E54C7}" dt="2026-09-03T20:04:55.734" v="391" actId="478"/>
          <ac:spMkLst>
            <pc:docMk/>
            <pc:sldMk cId="0" sldId="262"/>
            <ac:spMk id="8" creationId="{00000000-0000-0000-0000-000000000000}"/>
          </ac:spMkLst>
        </pc:spChg>
        <pc:spChg chg="del mod">
          <ac:chgData name="Kouw, Wouter" userId="181af57e-047a-4b62-bb15-f1772c70f045" providerId="ADAL" clId="{E11AB248-0A92-4BC9-91F6-FC63515E54C7}" dt="2026-09-03T20:06:37.228" v="462" actId="478"/>
          <ac:spMkLst>
            <pc:docMk/>
            <pc:sldMk cId="0" sldId="262"/>
            <ac:spMk id="10" creationId="{00000000-0000-0000-0000-000000000000}"/>
          </ac:spMkLst>
        </pc:spChg>
        <pc:picChg chg="add del mod">
          <ac:chgData name="Kouw, Wouter" userId="181af57e-047a-4b62-bb15-f1772c70f045" providerId="ADAL" clId="{E11AB248-0A92-4BC9-91F6-FC63515E54C7}" dt="2026-09-04T13:16:07.071" v="6903" actId="478"/>
          <ac:picMkLst>
            <pc:docMk/>
            <pc:sldMk cId="0" sldId="262"/>
            <ac:picMk id="7" creationId="{00000000-0000-0000-0000-000000000000}"/>
          </ac:picMkLst>
        </pc:picChg>
        <pc:picChg chg="del mod">
          <ac:chgData name="Kouw, Wouter" userId="181af57e-047a-4b62-bb15-f1772c70f045" providerId="ADAL" clId="{E11AB248-0A92-4BC9-91F6-FC63515E54C7}" dt="2026-09-03T20:05:42.220" v="443" actId="478"/>
          <ac:picMkLst>
            <pc:docMk/>
            <pc:sldMk cId="0" sldId="262"/>
            <ac:picMk id="9" creationId="{00000000-0000-0000-0000-000000000000}"/>
          </ac:picMkLst>
        </pc:picChg>
        <pc:picChg chg="add mod">
          <ac:chgData name="Kouw, Wouter" userId="181af57e-047a-4b62-bb15-f1772c70f045" providerId="ADAL" clId="{E11AB248-0A92-4BC9-91F6-FC63515E54C7}" dt="2026-09-04T14:36:49.204" v="8271" actId="1076"/>
          <ac:picMkLst>
            <pc:docMk/>
            <pc:sldMk cId="0" sldId="262"/>
            <ac:picMk id="12" creationId="{5EA7F8F9-3E30-4178-65D8-983A386643EA}"/>
          </ac:picMkLst>
        </pc:picChg>
        <pc:picChg chg="add mod modCrop">
          <ac:chgData name="Kouw, Wouter" userId="181af57e-047a-4b62-bb15-f1772c70f045" providerId="ADAL" clId="{E11AB248-0A92-4BC9-91F6-FC63515E54C7}" dt="2026-09-04T20:55:20.751" v="10790" actId="1076"/>
          <ac:picMkLst>
            <pc:docMk/>
            <pc:sldMk cId="0" sldId="262"/>
            <ac:picMk id="14" creationId="{2D2E66D7-231A-C8A2-FE01-7E9F07E3A5E3}"/>
          </ac:picMkLst>
        </pc:picChg>
      </pc:sldChg>
      <pc:sldChg chg="addSp delSp modSp mod modClrScheme addAnim delAnim modAnim chgLayout modNotesTx">
        <pc:chgData name="Kouw, Wouter" userId="181af57e-047a-4b62-bb15-f1772c70f045" providerId="ADAL" clId="{E11AB248-0A92-4BC9-91F6-FC63515E54C7}" dt="2026-09-04T14:36:57.626" v="8272" actId="1076"/>
        <pc:sldMkLst>
          <pc:docMk/>
          <pc:sldMk cId="0" sldId="263"/>
        </pc:sldMkLst>
        <pc:spChg chg="mod ord">
          <ac:chgData name="Kouw, Wouter" userId="181af57e-047a-4b62-bb15-f1772c70f045" providerId="ADAL" clId="{E11AB248-0A92-4BC9-91F6-FC63515E54C7}" dt="2026-09-03T21:00:25.081" v="2683" actId="20577"/>
          <ac:spMkLst>
            <pc:docMk/>
            <pc:sldMk cId="0" sldId="263"/>
            <ac:spMk id="2" creationId="{00000000-0000-0000-0000-000000000000}"/>
          </ac:spMkLst>
        </pc:spChg>
        <pc:spChg chg="add del mod ord">
          <ac:chgData name="Kouw, Wouter" userId="181af57e-047a-4b62-bb15-f1772c70f045" providerId="ADAL" clId="{E11AB248-0A92-4BC9-91F6-FC63515E54C7}" dt="2026-09-03T21:40:25.158" v="4512" actId="931"/>
          <ac:spMkLst>
            <pc:docMk/>
            <pc:sldMk cId="0" sldId="263"/>
            <ac:spMk id="3" creationId="{1AF6DABB-CBE5-45D3-CC8E-A9E3BE507C03}"/>
          </ac:spMkLst>
        </pc:spChg>
        <pc:spChg chg="mod ord">
          <ac:chgData name="Kouw, Wouter" userId="181af57e-047a-4b62-bb15-f1772c70f045" providerId="ADAL" clId="{E11AB248-0A92-4BC9-91F6-FC63515E54C7}" dt="2026-09-03T20:36:56.084" v="1880" actId="700"/>
          <ac:spMkLst>
            <pc:docMk/>
            <pc:sldMk cId="0" sldId="263"/>
            <ac:spMk id="6" creationId="{00000000-0000-0000-0000-000000000000}"/>
          </ac:spMkLst>
        </pc:spChg>
        <pc:spChg chg="del mod">
          <ac:chgData name="Kouw, Wouter" userId="181af57e-047a-4b62-bb15-f1772c70f045" providerId="ADAL" clId="{E11AB248-0A92-4BC9-91F6-FC63515E54C7}" dt="2026-09-03T20:36:52.135" v="1879" actId="478"/>
          <ac:spMkLst>
            <pc:docMk/>
            <pc:sldMk cId="0" sldId="263"/>
            <ac:spMk id="7" creationId="{00000000-0000-0000-0000-000000000000}"/>
          </ac:spMkLst>
        </pc:spChg>
        <pc:spChg chg="del">
          <ac:chgData name="Kouw, Wouter" userId="181af57e-047a-4b62-bb15-f1772c70f045" providerId="ADAL" clId="{E11AB248-0A92-4BC9-91F6-FC63515E54C7}" dt="2026-09-03T20:35:50.247" v="1838" actId="478"/>
          <ac:spMkLst>
            <pc:docMk/>
            <pc:sldMk cId="0" sldId="263"/>
            <ac:spMk id="9" creationId="{00000000-0000-0000-0000-000000000000}"/>
          </ac:spMkLst>
        </pc:spChg>
        <pc:spChg chg="add del mod">
          <ac:chgData name="Kouw, Wouter" userId="181af57e-047a-4b62-bb15-f1772c70f045" providerId="ADAL" clId="{E11AB248-0A92-4BC9-91F6-FC63515E54C7}" dt="2026-09-03T21:06:05.974" v="2971" actId="478"/>
          <ac:spMkLst>
            <pc:docMk/>
            <pc:sldMk cId="0" sldId="263"/>
            <ac:spMk id="12" creationId="{ECD5005B-362C-624E-8B98-855078CC3E6E}"/>
          </ac:spMkLst>
        </pc:spChg>
        <pc:spChg chg="add del mod">
          <ac:chgData name="Kouw, Wouter" userId="181af57e-047a-4b62-bb15-f1772c70f045" providerId="ADAL" clId="{E11AB248-0A92-4BC9-91F6-FC63515E54C7}" dt="2026-09-03T21:06:07.907" v="2972" actId="478"/>
          <ac:spMkLst>
            <pc:docMk/>
            <pc:sldMk cId="0" sldId="263"/>
            <ac:spMk id="14" creationId="{065A7A3E-2D2B-13CA-0E77-B15F34E7BB81}"/>
          </ac:spMkLst>
        </pc:spChg>
        <pc:spChg chg="add mod">
          <ac:chgData name="Kouw, Wouter" userId="181af57e-047a-4b62-bb15-f1772c70f045" providerId="ADAL" clId="{E11AB248-0A92-4BC9-91F6-FC63515E54C7}" dt="2026-09-03T21:15:27.149" v="3605" actId="14100"/>
          <ac:spMkLst>
            <pc:docMk/>
            <pc:sldMk cId="0" sldId="263"/>
            <ac:spMk id="16" creationId="{8A2B916B-8192-81E4-C3B2-2E1D3E16E599}"/>
          </ac:spMkLst>
        </pc:spChg>
        <pc:spChg chg="add del mod">
          <ac:chgData name="Kouw, Wouter" userId="181af57e-047a-4b62-bb15-f1772c70f045" providerId="ADAL" clId="{E11AB248-0A92-4BC9-91F6-FC63515E54C7}" dt="2026-09-03T21:03:58.767" v="2869" actId="478"/>
          <ac:spMkLst>
            <pc:docMk/>
            <pc:sldMk cId="0" sldId="263"/>
            <ac:spMk id="18" creationId="{F8F7B9D6-1227-1848-CCF9-0D59256468A8}"/>
          </ac:spMkLst>
        </pc:spChg>
        <pc:spChg chg="add del mod">
          <ac:chgData name="Kouw, Wouter" userId="181af57e-047a-4b62-bb15-f1772c70f045" providerId="ADAL" clId="{E11AB248-0A92-4BC9-91F6-FC63515E54C7}" dt="2026-09-03T21:03:59.402" v="2870" actId="478"/>
          <ac:spMkLst>
            <pc:docMk/>
            <pc:sldMk cId="0" sldId="263"/>
            <ac:spMk id="20" creationId="{57263E17-6906-864F-3E1C-88E6DAB6F446}"/>
          </ac:spMkLst>
        </pc:spChg>
        <pc:spChg chg="add del mod">
          <ac:chgData name="Kouw, Wouter" userId="181af57e-047a-4b62-bb15-f1772c70f045" providerId="ADAL" clId="{E11AB248-0A92-4BC9-91F6-FC63515E54C7}" dt="2026-09-03T21:05:12.032" v="2894" actId="478"/>
          <ac:spMkLst>
            <pc:docMk/>
            <pc:sldMk cId="0" sldId="263"/>
            <ac:spMk id="22" creationId="{6FA7298A-17B7-21DF-5D86-3AE9E138F69F}"/>
          </ac:spMkLst>
        </pc:spChg>
        <pc:spChg chg="add del mod">
          <ac:chgData name="Kouw, Wouter" userId="181af57e-047a-4b62-bb15-f1772c70f045" providerId="ADAL" clId="{E11AB248-0A92-4BC9-91F6-FC63515E54C7}" dt="2026-09-03T21:05:12.785" v="2895" actId="478"/>
          <ac:spMkLst>
            <pc:docMk/>
            <pc:sldMk cId="0" sldId="263"/>
            <ac:spMk id="24" creationId="{3A44EF69-D955-F1AA-0AE7-B07AC81DDF5D}"/>
          </ac:spMkLst>
        </pc:spChg>
        <pc:spChg chg="add del mod">
          <ac:chgData name="Kouw, Wouter" userId="181af57e-047a-4b62-bb15-f1772c70f045" providerId="ADAL" clId="{E11AB248-0A92-4BC9-91F6-FC63515E54C7}" dt="2026-09-03T21:08:48.389" v="3187" actId="478"/>
          <ac:spMkLst>
            <pc:docMk/>
            <pc:sldMk cId="0" sldId="263"/>
            <ac:spMk id="26" creationId="{49A75476-3B9D-F87B-CF65-F199710A0B48}"/>
          </ac:spMkLst>
        </pc:spChg>
        <pc:spChg chg="add del mod">
          <ac:chgData name="Kouw, Wouter" userId="181af57e-047a-4b62-bb15-f1772c70f045" providerId="ADAL" clId="{E11AB248-0A92-4BC9-91F6-FC63515E54C7}" dt="2026-09-03T21:08:48.947" v="3188" actId="478"/>
          <ac:spMkLst>
            <pc:docMk/>
            <pc:sldMk cId="0" sldId="263"/>
            <ac:spMk id="28" creationId="{3265CEE3-4C53-1982-0112-0CC78D9C1206}"/>
          </ac:spMkLst>
        </pc:spChg>
        <pc:spChg chg="add del mod">
          <ac:chgData name="Kouw, Wouter" userId="181af57e-047a-4b62-bb15-f1772c70f045" providerId="ADAL" clId="{E11AB248-0A92-4BC9-91F6-FC63515E54C7}" dt="2026-09-03T21:08:49.830" v="3189" actId="478"/>
          <ac:spMkLst>
            <pc:docMk/>
            <pc:sldMk cId="0" sldId="263"/>
            <ac:spMk id="30" creationId="{F8EB739E-BCBA-AC42-B0F4-BC39E4002CBF}"/>
          </ac:spMkLst>
        </pc:spChg>
        <pc:spChg chg="add mod">
          <ac:chgData name="Kouw, Wouter" userId="181af57e-047a-4b62-bb15-f1772c70f045" providerId="ADAL" clId="{E11AB248-0A92-4BC9-91F6-FC63515E54C7}" dt="2026-09-03T21:41:53.771" v="4537" actId="1076"/>
          <ac:spMkLst>
            <pc:docMk/>
            <pc:sldMk cId="0" sldId="263"/>
            <ac:spMk id="31" creationId="{FB5C3AE9-C401-7BB5-5804-7860C7DB635C}"/>
          </ac:spMkLst>
        </pc:spChg>
        <pc:spChg chg="add mod">
          <ac:chgData name="Kouw, Wouter" userId="181af57e-047a-4b62-bb15-f1772c70f045" providerId="ADAL" clId="{E11AB248-0A92-4BC9-91F6-FC63515E54C7}" dt="2026-09-03T21:41:57.079" v="4538" actId="14100"/>
          <ac:spMkLst>
            <pc:docMk/>
            <pc:sldMk cId="0" sldId="263"/>
            <ac:spMk id="32" creationId="{97661441-F790-94B7-C715-6517A482C96C}"/>
          </ac:spMkLst>
        </pc:spChg>
        <pc:spChg chg="add mod">
          <ac:chgData name="Kouw, Wouter" userId="181af57e-047a-4b62-bb15-f1772c70f045" providerId="ADAL" clId="{E11AB248-0A92-4BC9-91F6-FC63515E54C7}" dt="2026-09-03T21:15:31.154" v="3607" actId="14100"/>
          <ac:spMkLst>
            <pc:docMk/>
            <pc:sldMk cId="0" sldId="263"/>
            <ac:spMk id="33" creationId="{17E52980-7982-9EDF-A007-D310D6E7EB02}"/>
          </ac:spMkLst>
        </pc:spChg>
        <pc:spChg chg="add mod">
          <ac:chgData name="Kouw, Wouter" userId="181af57e-047a-4b62-bb15-f1772c70f045" providerId="ADAL" clId="{E11AB248-0A92-4BC9-91F6-FC63515E54C7}" dt="2026-09-03T21:15:32.938" v="3608" actId="14100"/>
          <ac:spMkLst>
            <pc:docMk/>
            <pc:sldMk cId="0" sldId="263"/>
            <ac:spMk id="34" creationId="{DECE462C-92E4-FD3F-5BDB-488FA2858E33}"/>
          </ac:spMkLst>
        </pc:spChg>
        <pc:spChg chg="add mod">
          <ac:chgData name="Kouw, Wouter" userId="181af57e-047a-4b62-bb15-f1772c70f045" providerId="ADAL" clId="{E11AB248-0A92-4BC9-91F6-FC63515E54C7}" dt="2026-09-03T21:15:34.768" v="3609" actId="14100"/>
          <ac:spMkLst>
            <pc:docMk/>
            <pc:sldMk cId="0" sldId="263"/>
            <ac:spMk id="35" creationId="{785C5BF1-08B6-7AFC-4B78-BFCED3C44B24}"/>
          </ac:spMkLst>
        </pc:spChg>
        <pc:spChg chg="add mod topLvl">
          <ac:chgData name="Kouw, Wouter" userId="181af57e-047a-4b62-bb15-f1772c70f045" providerId="ADAL" clId="{E11AB248-0A92-4BC9-91F6-FC63515E54C7}" dt="2026-09-03T21:14:59.744" v="3594" actId="14100"/>
          <ac:spMkLst>
            <pc:docMk/>
            <pc:sldMk cId="0" sldId="263"/>
            <ac:spMk id="36" creationId="{9EBCDE95-7DB0-043E-FDAB-726A5208D616}"/>
          </ac:spMkLst>
        </pc:spChg>
        <pc:spChg chg="add mod topLvl">
          <ac:chgData name="Kouw, Wouter" userId="181af57e-047a-4b62-bb15-f1772c70f045" providerId="ADAL" clId="{E11AB248-0A92-4BC9-91F6-FC63515E54C7}" dt="2026-09-03T21:15:06.629" v="3596" actId="14100"/>
          <ac:spMkLst>
            <pc:docMk/>
            <pc:sldMk cId="0" sldId="263"/>
            <ac:spMk id="37" creationId="{B442EA44-2B00-33B5-A545-FDC8BA480DD9}"/>
          </ac:spMkLst>
        </pc:spChg>
        <pc:spChg chg="add mod topLvl">
          <ac:chgData name="Kouw, Wouter" userId="181af57e-047a-4b62-bb15-f1772c70f045" providerId="ADAL" clId="{E11AB248-0A92-4BC9-91F6-FC63515E54C7}" dt="2026-09-03T21:15:11.954" v="3598" actId="14100"/>
          <ac:spMkLst>
            <pc:docMk/>
            <pc:sldMk cId="0" sldId="263"/>
            <ac:spMk id="38" creationId="{51EC0BCE-394F-534D-B6F4-6255DB6D1BD1}"/>
          </ac:spMkLst>
        </pc:spChg>
        <pc:spChg chg="add mod topLvl">
          <ac:chgData name="Kouw, Wouter" userId="181af57e-047a-4b62-bb15-f1772c70f045" providerId="ADAL" clId="{E11AB248-0A92-4BC9-91F6-FC63515E54C7}" dt="2026-09-03T21:15:16.357" v="3600" actId="14100"/>
          <ac:spMkLst>
            <pc:docMk/>
            <pc:sldMk cId="0" sldId="263"/>
            <ac:spMk id="39" creationId="{D3B08553-9421-69A9-FE38-88AD971DC2A7}"/>
          </ac:spMkLst>
        </pc:spChg>
        <pc:spChg chg="add del mod">
          <ac:chgData name="Kouw, Wouter" userId="181af57e-047a-4b62-bb15-f1772c70f045" providerId="ADAL" clId="{E11AB248-0A92-4BC9-91F6-FC63515E54C7}" dt="2026-09-04T09:49:28.086" v="6888" actId="478"/>
          <ac:spMkLst>
            <pc:docMk/>
            <pc:sldMk cId="0" sldId="263"/>
            <ac:spMk id="42" creationId="{09BCF170-169E-9A78-5B06-302DF6E08B94}"/>
          </ac:spMkLst>
        </pc:spChg>
        <pc:grpChg chg="add del mod">
          <ac:chgData name="Kouw, Wouter" userId="181af57e-047a-4b62-bb15-f1772c70f045" providerId="ADAL" clId="{E11AB248-0A92-4BC9-91F6-FC63515E54C7}" dt="2026-09-03T21:14:51.359" v="3592" actId="165"/>
          <ac:grpSpMkLst>
            <pc:docMk/>
            <pc:sldMk cId="0" sldId="263"/>
            <ac:grpSpMk id="40" creationId="{C37A4624-1B2C-30D4-D939-6B67E8FFD275}"/>
          </ac:grpSpMkLst>
        </pc:grpChg>
        <pc:picChg chg="add del mod">
          <ac:chgData name="Kouw, Wouter" userId="181af57e-047a-4b62-bb15-f1772c70f045" providerId="ADAL" clId="{E11AB248-0A92-4BC9-91F6-FC63515E54C7}" dt="2026-09-03T21:02:13.135" v="2837" actId="478"/>
          <ac:picMkLst>
            <pc:docMk/>
            <pc:sldMk cId="0" sldId="263"/>
            <ac:picMk id="5" creationId="{CC7BCFA4-C916-4A1B-3442-BFEC08722DC5}"/>
          </ac:picMkLst>
        </pc:picChg>
        <pc:picChg chg="del">
          <ac:chgData name="Kouw, Wouter" userId="181af57e-047a-4b62-bb15-f1772c70f045" providerId="ADAL" clId="{E11AB248-0A92-4BC9-91F6-FC63515E54C7}" dt="2026-09-03T20:36:50.431" v="1877" actId="478"/>
          <ac:picMkLst>
            <pc:docMk/>
            <pc:sldMk cId="0" sldId="263"/>
            <ac:picMk id="8" creationId="{00000000-0000-0000-0000-000000000000}"/>
          </ac:picMkLst>
        </pc:picChg>
        <pc:picChg chg="del">
          <ac:chgData name="Kouw, Wouter" userId="181af57e-047a-4b62-bb15-f1772c70f045" providerId="ADAL" clId="{E11AB248-0A92-4BC9-91F6-FC63515E54C7}" dt="2026-09-03T20:36:49.415" v="1876" actId="478"/>
          <ac:picMkLst>
            <pc:docMk/>
            <pc:sldMk cId="0" sldId="263"/>
            <ac:picMk id="10" creationId="{00000000-0000-0000-0000-000000000000}"/>
          </ac:picMkLst>
        </pc:picChg>
        <pc:picChg chg="add mod">
          <ac:chgData name="Kouw, Wouter" userId="181af57e-047a-4b62-bb15-f1772c70f045" providerId="ADAL" clId="{E11AB248-0A92-4BC9-91F6-FC63515E54C7}" dt="2026-09-03T21:10:38.724" v="3323" actId="1038"/>
          <ac:picMkLst>
            <pc:docMk/>
            <pc:sldMk cId="0" sldId="263"/>
            <ac:picMk id="15" creationId="{4445D8E7-8984-D104-3750-65E74F9A8435}"/>
          </ac:picMkLst>
        </pc:picChg>
        <pc:picChg chg="add mod ord modCrop">
          <ac:chgData name="Kouw, Wouter" userId="181af57e-047a-4b62-bb15-f1772c70f045" providerId="ADAL" clId="{E11AB248-0A92-4BC9-91F6-FC63515E54C7}" dt="2026-09-03T21:41:08.570" v="4523" actId="1076"/>
          <ac:picMkLst>
            <pc:docMk/>
            <pc:sldMk cId="0" sldId="263"/>
            <ac:picMk id="44" creationId="{AF683F6A-F21D-C296-1BE6-96F653599A9E}"/>
          </ac:picMkLst>
        </pc:picChg>
        <pc:picChg chg="add mod modCrop">
          <ac:chgData name="Kouw, Wouter" userId="181af57e-047a-4b62-bb15-f1772c70f045" providerId="ADAL" clId="{E11AB248-0A92-4BC9-91F6-FC63515E54C7}" dt="2026-09-03T21:41:47.853" v="4535" actId="1076"/>
          <ac:picMkLst>
            <pc:docMk/>
            <pc:sldMk cId="0" sldId="263"/>
            <ac:picMk id="46" creationId="{1B406BB6-CDE0-2B81-B086-FD2906EDD52B}"/>
          </ac:picMkLst>
        </pc:picChg>
        <pc:picChg chg="add mod">
          <ac:chgData name="Kouw, Wouter" userId="181af57e-047a-4b62-bb15-f1772c70f045" providerId="ADAL" clId="{E11AB248-0A92-4BC9-91F6-FC63515E54C7}" dt="2026-09-04T14:36:57.626" v="8272" actId="1076"/>
          <ac:picMkLst>
            <pc:docMk/>
            <pc:sldMk cId="0" sldId="263"/>
            <ac:picMk id="47" creationId="{AED86D63-A02E-D21C-F4E6-A4A482A5B56C}"/>
          </ac:picMkLst>
        </pc:picChg>
      </pc:sldChg>
      <pc:sldChg chg="addSp delSp modSp mod modClrScheme addAnim delAnim modAnim chgLayout modNotesTx">
        <pc:chgData name="Kouw, Wouter" userId="181af57e-047a-4b62-bb15-f1772c70f045" providerId="ADAL" clId="{E11AB248-0A92-4BC9-91F6-FC63515E54C7}" dt="2026-09-04T20:55:49.370" v="10795" actId="1076"/>
        <pc:sldMkLst>
          <pc:docMk/>
          <pc:sldMk cId="0" sldId="265"/>
        </pc:sldMkLst>
        <pc:spChg chg="mod ord">
          <ac:chgData name="Kouw, Wouter" userId="181af57e-047a-4b62-bb15-f1772c70f045" providerId="ADAL" clId="{E11AB248-0A92-4BC9-91F6-FC63515E54C7}" dt="2026-09-04T07:19:10.922" v="4541" actId="1076"/>
          <ac:spMkLst>
            <pc:docMk/>
            <pc:sldMk cId="0" sldId="265"/>
            <ac:spMk id="2" creationId="{00000000-0000-0000-0000-000000000000}"/>
          </ac:spMkLst>
        </pc:spChg>
        <pc:spChg chg="add mod ord">
          <ac:chgData name="Kouw, Wouter" userId="181af57e-047a-4b62-bb15-f1772c70f045" providerId="ADAL" clId="{E11AB248-0A92-4BC9-91F6-FC63515E54C7}" dt="2026-09-04T19:33:43.562" v="8482" actId="20577"/>
          <ac:spMkLst>
            <pc:docMk/>
            <pc:sldMk cId="0" sldId="265"/>
            <ac:spMk id="3" creationId="{15F39207-6ADE-BDC1-81AF-31A97A34378F}"/>
          </ac:spMkLst>
        </pc:spChg>
        <pc:spChg chg="mod ord">
          <ac:chgData name="Kouw, Wouter" userId="181af57e-047a-4b62-bb15-f1772c70f045" providerId="ADAL" clId="{E11AB248-0A92-4BC9-91F6-FC63515E54C7}" dt="2026-09-03T20:29:29.458" v="1315" actId="700"/>
          <ac:spMkLst>
            <pc:docMk/>
            <pc:sldMk cId="0" sldId="265"/>
            <ac:spMk id="6" creationId="{00000000-0000-0000-0000-000000000000}"/>
          </ac:spMkLst>
        </pc:spChg>
        <pc:spChg chg="del mod">
          <ac:chgData name="Kouw, Wouter" userId="181af57e-047a-4b62-bb15-f1772c70f045" providerId="ADAL" clId="{E11AB248-0A92-4BC9-91F6-FC63515E54C7}" dt="2026-09-03T20:29:45.933" v="1367" actId="478"/>
          <ac:spMkLst>
            <pc:docMk/>
            <pc:sldMk cId="0" sldId="265"/>
            <ac:spMk id="7" creationId="{00000000-0000-0000-0000-000000000000}"/>
          </ac:spMkLst>
        </pc:spChg>
        <pc:spChg chg="add del mod">
          <ac:chgData name="Kouw, Wouter" userId="181af57e-047a-4b62-bb15-f1772c70f045" providerId="ADAL" clId="{E11AB248-0A92-4BC9-91F6-FC63515E54C7}" dt="2026-09-04T07:27:31.700" v="4864" actId="478"/>
          <ac:spMkLst>
            <pc:docMk/>
            <pc:sldMk cId="0" sldId="265"/>
            <ac:spMk id="9" creationId="{CC70AA28-0AAD-CF5C-C354-8E664B5AC1D7}"/>
          </ac:spMkLst>
        </pc:spChg>
        <pc:spChg chg="add del mod">
          <ac:chgData name="Kouw, Wouter" userId="181af57e-047a-4b62-bb15-f1772c70f045" providerId="ADAL" clId="{E11AB248-0A92-4BC9-91F6-FC63515E54C7}" dt="2026-09-04T07:30:25.439" v="5057" actId="478"/>
          <ac:spMkLst>
            <pc:docMk/>
            <pc:sldMk cId="0" sldId="265"/>
            <ac:spMk id="10" creationId="{B5333589-EE65-E79B-8919-0316F5A26D3F}"/>
          </ac:spMkLst>
        </pc:spChg>
        <pc:spChg chg="add del mod">
          <ac:chgData name="Kouw, Wouter" userId="181af57e-047a-4b62-bb15-f1772c70f045" providerId="ADAL" clId="{E11AB248-0A92-4BC9-91F6-FC63515E54C7}" dt="2026-09-04T08:15:59.189" v="5140" actId="478"/>
          <ac:spMkLst>
            <pc:docMk/>
            <pc:sldMk cId="0" sldId="265"/>
            <ac:spMk id="11" creationId="{901A9411-0E7B-B5E0-F991-6B5068DF7DA8}"/>
          </ac:spMkLst>
        </pc:spChg>
        <pc:spChg chg="add del mod">
          <ac:chgData name="Kouw, Wouter" userId="181af57e-047a-4b62-bb15-f1772c70f045" providerId="ADAL" clId="{E11AB248-0A92-4BC9-91F6-FC63515E54C7}" dt="2026-09-04T07:30:25.978" v="5058" actId="478"/>
          <ac:spMkLst>
            <pc:docMk/>
            <pc:sldMk cId="0" sldId="265"/>
            <ac:spMk id="12" creationId="{67893C32-D69A-6E22-0A3D-2FC8942BCEC3}"/>
          </ac:spMkLst>
        </pc:spChg>
        <pc:spChg chg="add del">
          <ac:chgData name="Kouw, Wouter" userId="181af57e-047a-4b62-bb15-f1772c70f045" providerId="ADAL" clId="{E11AB248-0A92-4BC9-91F6-FC63515E54C7}" dt="2026-09-04T19:34:10.879" v="8486" actId="478"/>
          <ac:spMkLst>
            <pc:docMk/>
            <pc:sldMk cId="0" sldId="265"/>
            <ac:spMk id="14" creationId="{223A825A-A6A9-7BB3-E721-7CAD89EA409D}"/>
          </ac:spMkLst>
        </pc:spChg>
        <pc:graphicFrameChg chg="add mod modGraphic">
          <ac:chgData name="Kouw, Wouter" userId="181af57e-047a-4b62-bb15-f1772c70f045" providerId="ADAL" clId="{E11AB248-0A92-4BC9-91F6-FC63515E54C7}" dt="2026-09-04T20:55:49.370" v="10795" actId="1076"/>
          <ac:graphicFrameMkLst>
            <pc:docMk/>
            <pc:sldMk cId="0" sldId="265"/>
            <ac:graphicFrameMk id="13" creationId="{C287D5CC-AE2E-D8B0-EAE3-B992D08013F4}"/>
          </ac:graphicFrameMkLst>
        </pc:graphicFrameChg>
        <pc:picChg chg="add del mod modCrop">
          <ac:chgData name="Kouw, Wouter" userId="181af57e-047a-4b62-bb15-f1772c70f045" providerId="ADAL" clId="{E11AB248-0A92-4BC9-91F6-FC63515E54C7}" dt="2026-09-03T20:44:50.599" v="1959" actId="478"/>
          <ac:picMkLst>
            <pc:docMk/>
            <pc:sldMk cId="0" sldId="265"/>
            <ac:picMk id="5" creationId="{71D47F49-564A-05A4-9210-6EB2F9B5FE2D}"/>
          </ac:picMkLst>
        </pc:picChg>
        <pc:picChg chg="del mod">
          <ac:chgData name="Kouw, Wouter" userId="181af57e-047a-4b62-bb15-f1772c70f045" providerId="ADAL" clId="{E11AB248-0A92-4BC9-91F6-FC63515E54C7}" dt="2026-09-03T20:36:00.394" v="1840" actId="478"/>
          <ac:picMkLst>
            <pc:docMk/>
            <pc:sldMk cId="0" sldId="265"/>
            <ac:picMk id="8" creationId="{00000000-0000-0000-0000-000000000000}"/>
          </ac:picMkLst>
        </pc:picChg>
      </pc:sldChg>
      <pc:sldChg chg="delSp del mod">
        <pc:chgData name="Kouw, Wouter" userId="181af57e-047a-4b62-bb15-f1772c70f045" providerId="ADAL" clId="{E11AB248-0A92-4BC9-91F6-FC63515E54C7}" dt="2026-09-03T20:38:30.629" v="1943" actId="47"/>
        <pc:sldMkLst>
          <pc:docMk/>
          <pc:sldMk cId="0" sldId="268"/>
        </pc:sldMkLst>
        <pc:picChg chg="del">
          <ac:chgData name="Kouw, Wouter" userId="181af57e-047a-4b62-bb15-f1772c70f045" providerId="ADAL" clId="{E11AB248-0A92-4BC9-91F6-FC63515E54C7}" dt="2026-09-03T20:37:45.950" v="1883" actId="21"/>
          <ac:picMkLst>
            <pc:docMk/>
            <pc:sldMk cId="0" sldId="268"/>
            <ac:picMk id="7" creationId="{00000000-0000-0000-0000-000000000000}"/>
          </ac:picMkLst>
        </pc:picChg>
      </pc:sldChg>
      <pc:sldChg chg="addSp delSp modSp del mod ord modClrScheme modShow chgLayout modNotesTx">
        <pc:chgData name="Kouw, Wouter" userId="181af57e-047a-4b62-bb15-f1772c70f045" providerId="ADAL" clId="{E11AB248-0A92-4BC9-91F6-FC63515E54C7}" dt="2026-09-04T19:29:18.903" v="8299" actId="47"/>
        <pc:sldMkLst>
          <pc:docMk/>
          <pc:sldMk cId="0" sldId="269"/>
        </pc:sldMkLst>
        <pc:spChg chg="mod ord">
          <ac:chgData name="Kouw, Wouter" userId="181af57e-047a-4b62-bb15-f1772c70f045" providerId="ADAL" clId="{E11AB248-0A92-4BC9-91F6-FC63515E54C7}" dt="2026-09-03T21:11:29.354" v="3353" actId="207"/>
          <ac:spMkLst>
            <pc:docMk/>
            <pc:sldMk cId="0" sldId="269"/>
            <ac:spMk id="2" creationId="{00000000-0000-0000-0000-000000000000}"/>
          </ac:spMkLst>
        </pc:spChg>
        <pc:spChg chg="add del">
          <ac:chgData name="Kouw, Wouter" userId="181af57e-047a-4b62-bb15-f1772c70f045" providerId="ADAL" clId="{E11AB248-0A92-4BC9-91F6-FC63515E54C7}" dt="2026-09-03T20:44:31.149" v="1956" actId="478"/>
          <ac:spMkLst>
            <pc:docMk/>
            <pc:sldMk cId="0" sldId="269"/>
            <ac:spMk id="4" creationId="{C02601AF-F1D7-57D8-0F9E-26C73E153B4A}"/>
          </ac:spMkLst>
        </pc:spChg>
        <pc:spChg chg="add mod ord">
          <ac:chgData name="Kouw, Wouter" userId="181af57e-047a-4b62-bb15-f1772c70f045" providerId="ADAL" clId="{E11AB248-0A92-4BC9-91F6-FC63515E54C7}" dt="2026-09-03T21:13:10.778" v="3570" actId="20577"/>
          <ac:spMkLst>
            <pc:docMk/>
            <pc:sldMk cId="0" sldId="269"/>
            <ac:spMk id="5" creationId="{4EABA81D-D22A-6DDE-04CC-4A04651F72EB}"/>
          </ac:spMkLst>
        </pc:spChg>
        <pc:spChg chg="mod ord">
          <ac:chgData name="Kouw, Wouter" userId="181af57e-047a-4b62-bb15-f1772c70f045" providerId="ADAL" clId="{E11AB248-0A92-4BC9-91F6-FC63515E54C7}" dt="2026-09-03T21:11:27.337" v="3352" actId="700"/>
          <ac:spMkLst>
            <pc:docMk/>
            <pc:sldMk cId="0" sldId="269"/>
            <ac:spMk id="6" creationId="{00000000-0000-0000-0000-000000000000}"/>
          </ac:spMkLst>
        </pc:spChg>
        <pc:spChg chg="del mod">
          <ac:chgData name="Kouw, Wouter" userId="181af57e-047a-4b62-bb15-f1772c70f045" providerId="ADAL" clId="{E11AB248-0A92-4BC9-91F6-FC63515E54C7}" dt="2026-09-03T21:12:32.873" v="3464" actId="478"/>
          <ac:spMkLst>
            <pc:docMk/>
            <pc:sldMk cId="0" sldId="269"/>
            <ac:spMk id="8" creationId="{00000000-0000-0000-0000-000000000000}"/>
          </ac:spMkLst>
        </pc:spChg>
        <pc:picChg chg="mod modCrop">
          <ac:chgData name="Kouw, Wouter" userId="181af57e-047a-4b62-bb15-f1772c70f045" providerId="ADAL" clId="{E11AB248-0A92-4BC9-91F6-FC63515E54C7}" dt="2026-09-03T21:13:14.477" v="3571" actId="1076"/>
          <ac:picMkLst>
            <pc:docMk/>
            <pc:sldMk cId="0" sldId="269"/>
            <ac:picMk id="7" creationId="{00000000-0000-0000-0000-000000000000}"/>
          </ac:picMkLst>
        </pc:picChg>
      </pc:sldChg>
      <pc:sldChg chg="delSp modSp mod modNotesTx">
        <pc:chgData name="Kouw, Wouter" userId="181af57e-047a-4b62-bb15-f1772c70f045" providerId="ADAL" clId="{E11AB248-0A92-4BC9-91F6-FC63515E54C7}" dt="2026-09-04T13:32:54.182" v="7241" actId="20577"/>
        <pc:sldMkLst>
          <pc:docMk/>
          <pc:sldMk cId="0" sldId="270"/>
        </pc:sldMkLst>
        <pc:spChg chg="mod">
          <ac:chgData name="Kouw, Wouter" userId="181af57e-047a-4b62-bb15-f1772c70f045" providerId="ADAL" clId="{E11AB248-0A92-4BC9-91F6-FC63515E54C7}" dt="2026-09-04T13:32:54.182" v="7241" actId="20577"/>
          <ac:spMkLst>
            <pc:docMk/>
            <pc:sldMk cId="0" sldId="270"/>
            <ac:spMk id="2" creationId="{00000000-0000-0000-0000-000000000000}"/>
          </ac:spMkLst>
        </pc:spChg>
        <pc:spChg chg="del mod">
          <ac:chgData name="Kouw, Wouter" userId="181af57e-047a-4b62-bb15-f1772c70f045" providerId="ADAL" clId="{E11AB248-0A92-4BC9-91F6-FC63515E54C7}" dt="2026-09-03T20:48:19.454" v="1991"/>
          <ac:spMkLst>
            <pc:docMk/>
            <pc:sldMk cId="0" sldId="270"/>
            <ac:spMk id="5" creationId="{00000000-0000-0000-0000-000000000000}"/>
          </ac:spMkLst>
        </pc:spChg>
        <pc:spChg chg="mod">
          <ac:chgData name="Kouw, Wouter" userId="181af57e-047a-4b62-bb15-f1772c70f045" providerId="ADAL" clId="{E11AB248-0A92-4BC9-91F6-FC63515E54C7}" dt="2026-09-03T21:13:40.895" v="3576" actId="20577"/>
          <ac:spMkLst>
            <pc:docMk/>
            <pc:sldMk cId="0" sldId="270"/>
            <ac:spMk id="6" creationId="{00000000-0000-0000-0000-000000000000}"/>
          </ac:spMkLst>
        </pc:spChg>
        <pc:spChg chg="mod">
          <ac:chgData name="Kouw, Wouter" userId="181af57e-047a-4b62-bb15-f1772c70f045" providerId="ADAL" clId="{E11AB248-0A92-4BC9-91F6-FC63515E54C7}" dt="2026-09-04T13:32:41.511" v="7225" actId="20577"/>
          <ac:spMkLst>
            <pc:docMk/>
            <pc:sldMk cId="0" sldId="270"/>
            <ac:spMk id="7" creationId="{00000000-0000-0000-0000-000000000000}"/>
          </ac:spMkLst>
        </pc:spChg>
        <pc:spChg chg="mod">
          <ac:chgData name="Kouw, Wouter" userId="181af57e-047a-4b62-bb15-f1772c70f045" providerId="ADAL" clId="{E11AB248-0A92-4BC9-91F6-FC63515E54C7}" dt="2026-09-03T21:13:43.143" v="3577" actId="20577"/>
          <ac:spMkLst>
            <pc:docMk/>
            <pc:sldMk cId="0" sldId="270"/>
            <ac:spMk id="8" creationId="{00000000-0000-0000-0000-000000000000}"/>
          </ac:spMkLst>
        </pc:spChg>
        <pc:spChg chg="mod">
          <ac:chgData name="Kouw, Wouter" userId="181af57e-047a-4b62-bb15-f1772c70f045" providerId="ADAL" clId="{E11AB248-0A92-4BC9-91F6-FC63515E54C7}" dt="2026-09-04T13:32:45.392" v="7232" actId="20577"/>
          <ac:spMkLst>
            <pc:docMk/>
            <pc:sldMk cId="0" sldId="270"/>
            <ac:spMk id="9" creationId="{00000000-0000-0000-0000-000000000000}"/>
          </ac:spMkLst>
        </pc:spChg>
        <pc:spChg chg="mod">
          <ac:chgData name="Kouw, Wouter" userId="181af57e-047a-4b62-bb15-f1772c70f045" providerId="ADAL" clId="{E11AB248-0A92-4BC9-91F6-FC63515E54C7}" dt="2026-09-03T21:13:48.599" v="3578" actId="20577"/>
          <ac:spMkLst>
            <pc:docMk/>
            <pc:sldMk cId="0" sldId="270"/>
            <ac:spMk id="10" creationId="{00000000-0000-0000-0000-000000000000}"/>
          </ac:spMkLst>
        </pc:spChg>
        <pc:spChg chg="mod">
          <ac:chgData name="Kouw, Wouter" userId="181af57e-047a-4b62-bb15-f1772c70f045" providerId="ADAL" clId="{E11AB248-0A92-4BC9-91F6-FC63515E54C7}" dt="2026-09-04T13:32:49.598" v="7239" actId="20577"/>
          <ac:spMkLst>
            <pc:docMk/>
            <pc:sldMk cId="0" sldId="270"/>
            <ac:spMk id="11" creationId="{00000000-0000-0000-0000-000000000000}"/>
          </ac:spMkLst>
        </pc:spChg>
      </pc:sldChg>
      <pc:sldChg chg="addSp delSp modSp del mod modClrScheme chgLayout">
        <pc:chgData name="Kouw, Wouter" userId="181af57e-047a-4b62-bb15-f1772c70f045" providerId="ADAL" clId="{E11AB248-0A92-4BC9-91F6-FC63515E54C7}" dt="2026-09-04T08:17:30.595" v="5141" actId="47"/>
        <pc:sldMkLst>
          <pc:docMk/>
          <pc:sldMk cId="0" sldId="271"/>
        </pc:sldMkLst>
        <pc:spChg chg="mod ord">
          <ac:chgData name="Kouw, Wouter" userId="181af57e-047a-4b62-bb15-f1772c70f045" providerId="ADAL" clId="{E11AB248-0A92-4BC9-91F6-FC63515E54C7}" dt="2026-09-03T21:26:12.539" v="3968" actId="207"/>
          <ac:spMkLst>
            <pc:docMk/>
            <pc:sldMk cId="0" sldId="271"/>
            <ac:spMk id="2" creationId="{00000000-0000-0000-0000-000000000000}"/>
          </ac:spMkLst>
        </pc:spChg>
        <pc:spChg chg="add mod ord">
          <ac:chgData name="Kouw, Wouter" userId="181af57e-047a-4b62-bb15-f1772c70f045" providerId="ADAL" clId="{E11AB248-0A92-4BC9-91F6-FC63515E54C7}" dt="2026-09-04T07:24:16.933" v="4862" actId="20577"/>
          <ac:spMkLst>
            <pc:docMk/>
            <pc:sldMk cId="0" sldId="271"/>
            <ac:spMk id="3" creationId="{3C7CF2F6-7AB3-9373-36A6-A69407A920BC}"/>
          </ac:spMkLst>
        </pc:spChg>
        <pc:spChg chg="mod ord">
          <ac:chgData name="Kouw, Wouter" userId="181af57e-047a-4b62-bb15-f1772c70f045" providerId="ADAL" clId="{E11AB248-0A92-4BC9-91F6-FC63515E54C7}" dt="2026-09-03T21:20:49.993" v="3915" actId="700"/>
          <ac:spMkLst>
            <pc:docMk/>
            <pc:sldMk cId="0" sldId="271"/>
            <ac:spMk id="6" creationId="{00000000-0000-0000-0000-000000000000}"/>
          </ac:spMkLst>
        </pc:spChg>
        <pc:spChg chg="del mod">
          <ac:chgData name="Kouw, Wouter" userId="181af57e-047a-4b62-bb15-f1772c70f045" providerId="ADAL" clId="{E11AB248-0A92-4BC9-91F6-FC63515E54C7}" dt="2026-09-03T21:37:06.037" v="4317" actId="478"/>
          <ac:spMkLst>
            <pc:docMk/>
            <pc:sldMk cId="0" sldId="271"/>
            <ac:spMk id="7" creationId="{00000000-0000-0000-0000-000000000000}"/>
          </ac:spMkLst>
        </pc:spChg>
        <pc:spChg chg="del mod">
          <ac:chgData name="Kouw, Wouter" userId="181af57e-047a-4b62-bb15-f1772c70f045" providerId="ADAL" clId="{E11AB248-0A92-4BC9-91F6-FC63515E54C7}" dt="2026-09-03T21:39:27.323" v="4508"/>
          <ac:spMkLst>
            <pc:docMk/>
            <pc:sldMk cId="0" sldId="271"/>
            <ac:spMk id="9" creationId="{00000000-0000-0000-0000-000000000000}"/>
          </ac:spMkLst>
        </pc:spChg>
        <pc:picChg chg="del">
          <ac:chgData name="Kouw, Wouter" userId="181af57e-047a-4b62-bb15-f1772c70f045" providerId="ADAL" clId="{E11AB248-0A92-4BC9-91F6-FC63515E54C7}" dt="2026-09-03T21:37:10.421" v="4318" actId="478"/>
          <ac:picMkLst>
            <pc:docMk/>
            <pc:sldMk cId="0" sldId="271"/>
            <ac:picMk id="8" creationId="{00000000-0000-0000-0000-000000000000}"/>
          </ac:picMkLst>
        </pc:picChg>
        <pc:picChg chg="mod modCrop">
          <ac:chgData name="Kouw, Wouter" userId="181af57e-047a-4b62-bb15-f1772c70f045" providerId="ADAL" clId="{E11AB248-0A92-4BC9-91F6-FC63515E54C7}" dt="2026-09-04T07:24:00.539" v="4847" actId="1076"/>
          <ac:picMkLst>
            <pc:docMk/>
            <pc:sldMk cId="0" sldId="271"/>
            <ac:picMk id="10" creationId="{00000000-0000-0000-0000-000000000000}"/>
          </ac:picMkLst>
        </pc:picChg>
      </pc:sldChg>
      <pc:sldChg chg="addSp delSp modSp mod modClrScheme addAnim delAnim modAnim chgLayout modNotesTx">
        <pc:chgData name="Kouw, Wouter" userId="181af57e-047a-4b62-bb15-f1772c70f045" providerId="ADAL" clId="{E11AB248-0A92-4BC9-91F6-FC63515E54C7}" dt="2026-09-04T19:28:02.294" v="8296" actId="478"/>
        <pc:sldMkLst>
          <pc:docMk/>
          <pc:sldMk cId="0" sldId="275"/>
        </pc:sldMkLst>
        <pc:spChg chg="mod ord">
          <ac:chgData name="Kouw, Wouter" userId="181af57e-047a-4b62-bb15-f1772c70f045" providerId="ADAL" clId="{E11AB248-0A92-4BC9-91F6-FC63515E54C7}" dt="2026-09-04T13:33:02.522" v="7247" actId="20577"/>
          <ac:spMkLst>
            <pc:docMk/>
            <pc:sldMk cId="0" sldId="275"/>
            <ac:spMk id="2" creationId="{00000000-0000-0000-0000-000000000000}"/>
          </ac:spMkLst>
        </pc:spChg>
        <pc:spChg chg="add mod ord">
          <ac:chgData name="Kouw, Wouter" userId="181af57e-047a-4b62-bb15-f1772c70f045" providerId="ADAL" clId="{E11AB248-0A92-4BC9-91F6-FC63515E54C7}" dt="2026-09-04T13:16:46.879" v="6939" actId="20577"/>
          <ac:spMkLst>
            <pc:docMk/>
            <pc:sldMk cId="0" sldId="275"/>
            <ac:spMk id="3" creationId="{AB34F4C4-04AA-83F7-FF9F-6752F26C3CC5}"/>
          </ac:spMkLst>
        </pc:spChg>
        <pc:spChg chg="add del">
          <ac:chgData name="Kouw, Wouter" userId="181af57e-047a-4b62-bb15-f1772c70f045" providerId="ADAL" clId="{E11AB248-0A92-4BC9-91F6-FC63515E54C7}" dt="2026-09-03T21:27:12.620" v="3992" actId="478"/>
          <ac:spMkLst>
            <pc:docMk/>
            <pc:sldMk cId="0" sldId="275"/>
            <ac:spMk id="5" creationId="{A3F986CF-2A36-7F31-98D6-26F22D8C861C}"/>
          </ac:spMkLst>
        </pc:spChg>
        <pc:spChg chg="mod ord">
          <ac:chgData name="Kouw, Wouter" userId="181af57e-047a-4b62-bb15-f1772c70f045" providerId="ADAL" clId="{E11AB248-0A92-4BC9-91F6-FC63515E54C7}" dt="2026-09-03T21:20:49.993" v="3915" actId="700"/>
          <ac:spMkLst>
            <pc:docMk/>
            <pc:sldMk cId="0" sldId="275"/>
            <ac:spMk id="6" creationId="{00000000-0000-0000-0000-000000000000}"/>
          </ac:spMkLst>
        </pc:spChg>
        <pc:spChg chg="add del mod">
          <ac:chgData name="Kouw, Wouter" userId="181af57e-047a-4b62-bb15-f1772c70f045" providerId="ADAL" clId="{E11AB248-0A92-4BC9-91F6-FC63515E54C7}" dt="2026-09-04T08:19:20.989" v="5347" actId="478"/>
          <ac:spMkLst>
            <pc:docMk/>
            <pc:sldMk cId="0" sldId="275"/>
            <ac:spMk id="7" creationId="{00000000-0000-0000-0000-000000000000}"/>
          </ac:spMkLst>
        </pc:spChg>
        <pc:spChg chg="del mod">
          <ac:chgData name="Kouw, Wouter" userId="181af57e-047a-4b62-bb15-f1772c70f045" providerId="ADAL" clId="{E11AB248-0A92-4BC9-91F6-FC63515E54C7}" dt="2026-09-04T08:20:25.054" v="5389" actId="478"/>
          <ac:spMkLst>
            <pc:docMk/>
            <pc:sldMk cId="0" sldId="275"/>
            <ac:spMk id="9" creationId="{00000000-0000-0000-0000-000000000000}"/>
          </ac:spMkLst>
        </pc:spChg>
        <pc:spChg chg="del mod">
          <ac:chgData name="Kouw, Wouter" userId="181af57e-047a-4b62-bb15-f1772c70f045" providerId="ADAL" clId="{E11AB248-0A92-4BC9-91F6-FC63515E54C7}" dt="2026-09-04T08:28:29.970" v="5485" actId="478"/>
          <ac:spMkLst>
            <pc:docMk/>
            <pc:sldMk cId="0" sldId="275"/>
            <ac:spMk id="10" creationId="{00000000-0000-0000-0000-000000000000}"/>
          </ac:spMkLst>
        </pc:spChg>
        <pc:spChg chg="del">
          <ac:chgData name="Kouw, Wouter" userId="181af57e-047a-4b62-bb15-f1772c70f045" providerId="ADAL" clId="{E11AB248-0A92-4BC9-91F6-FC63515E54C7}" dt="2026-09-04T08:19:00.997" v="5342" actId="478"/>
          <ac:spMkLst>
            <pc:docMk/>
            <pc:sldMk cId="0" sldId="275"/>
            <ac:spMk id="12" creationId="{00000000-0000-0000-0000-000000000000}"/>
          </ac:spMkLst>
        </pc:spChg>
        <pc:spChg chg="del">
          <ac:chgData name="Kouw, Wouter" userId="181af57e-047a-4b62-bb15-f1772c70f045" providerId="ADAL" clId="{E11AB248-0A92-4BC9-91F6-FC63515E54C7}" dt="2026-09-03T21:27:16.111" v="3994" actId="478"/>
          <ac:spMkLst>
            <pc:docMk/>
            <pc:sldMk cId="0" sldId="275"/>
            <ac:spMk id="13" creationId="{00000000-0000-0000-0000-000000000000}"/>
          </ac:spMkLst>
        </pc:spChg>
        <pc:spChg chg="del">
          <ac:chgData name="Kouw, Wouter" userId="181af57e-047a-4b62-bb15-f1772c70f045" providerId="ADAL" clId="{E11AB248-0A92-4BC9-91F6-FC63515E54C7}" dt="2026-09-03T21:27:15.325" v="3993" actId="478"/>
          <ac:spMkLst>
            <pc:docMk/>
            <pc:sldMk cId="0" sldId="275"/>
            <ac:spMk id="14" creationId="{00000000-0000-0000-0000-000000000000}"/>
          </ac:spMkLst>
        </pc:spChg>
        <pc:spChg chg="del">
          <ac:chgData name="Kouw, Wouter" userId="181af57e-047a-4b62-bb15-f1772c70f045" providerId="ADAL" clId="{E11AB248-0A92-4BC9-91F6-FC63515E54C7}" dt="2026-09-03T21:27:18.829" v="3996" actId="478"/>
          <ac:spMkLst>
            <pc:docMk/>
            <pc:sldMk cId="0" sldId="275"/>
            <ac:spMk id="16" creationId="{00000000-0000-0000-0000-000000000000}"/>
          </ac:spMkLst>
        </pc:spChg>
        <pc:spChg chg="del mod">
          <ac:chgData name="Kouw, Wouter" userId="181af57e-047a-4b62-bb15-f1772c70f045" providerId="ADAL" clId="{E11AB248-0A92-4BC9-91F6-FC63515E54C7}" dt="2026-09-04T19:28:02.294" v="8296" actId="478"/>
          <ac:spMkLst>
            <pc:docMk/>
            <pc:sldMk cId="0" sldId="275"/>
            <ac:spMk id="17" creationId="{00000000-0000-0000-0000-000000000000}"/>
          </ac:spMkLst>
        </pc:spChg>
        <pc:spChg chg="add del mod">
          <ac:chgData name="Kouw, Wouter" userId="181af57e-047a-4b62-bb15-f1772c70f045" providerId="ADAL" clId="{E11AB248-0A92-4BC9-91F6-FC63515E54C7}" dt="2026-09-04T08:34:18.020" v="5800" actId="478"/>
          <ac:spMkLst>
            <pc:docMk/>
            <pc:sldMk cId="0" sldId="275"/>
            <ac:spMk id="19" creationId="{00000000-0000-0000-0000-000000000000}"/>
          </ac:spMkLst>
        </pc:spChg>
        <pc:picChg chg="del">
          <ac:chgData name="Kouw, Wouter" userId="181af57e-047a-4b62-bb15-f1772c70f045" providerId="ADAL" clId="{E11AB248-0A92-4BC9-91F6-FC63515E54C7}" dt="2026-09-04T08:19:24.316" v="5348" actId="478"/>
          <ac:picMkLst>
            <pc:docMk/>
            <pc:sldMk cId="0" sldId="275"/>
            <ac:picMk id="8" creationId="{00000000-0000-0000-0000-000000000000}"/>
          </ac:picMkLst>
        </pc:picChg>
        <pc:picChg chg="del mod">
          <ac:chgData name="Kouw, Wouter" userId="181af57e-047a-4b62-bb15-f1772c70f045" providerId="ADAL" clId="{E11AB248-0A92-4BC9-91F6-FC63515E54C7}" dt="2026-09-04T08:28:46.893" v="5489" actId="478"/>
          <ac:picMkLst>
            <pc:docMk/>
            <pc:sldMk cId="0" sldId="275"/>
            <ac:picMk id="11" creationId="{00000000-0000-0000-0000-000000000000}"/>
          </ac:picMkLst>
        </pc:picChg>
        <pc:picChg chg="del">
          <ac:chgData name="Kouw, Wouter" userId="181af57e-047a-4b62-bb15-f1772c70f045" providerId="ADAL" clId="{E11AB248-0A92-4BC9-91F6-FC63515E54C7}" dt="2026-09-03T21:27:17.772" v="3995" actId="478"/>
          <ac:picMkLst>
            <pc:docMk/>
            <pc:sldMk cId="0" sldId="275"/>
            <ac:picMk id="15" creationId="{00000000-0000-0000-0000-000000000000}"/>
          </ac:picMkLst>
        </pc:picChg>
        <pc:picChg chg="add del mod">
          <ac:chgData name="Kouw, Wouter" userId="181af57e-047a-4b62-bb15-f1772c70f045" providerId="ADAL" clId="{E11AB248-0A92-4BC9-91F6-FC63515E54C7}" dt="2026-09-04T08:34:16.243" v="5799" actId="478"/>
          <ac:picMkLst>
            <pc:docMk/>
            <pc:sldMk cId="0" sldId="275"/>
            <ac:picMk id="18" creationId="{00000000-0000-0000-0000-000000000000}"/>
          </ac:picMkLst>
        </pc:picChg>
      </pc:sldChg>
      <pc:sldChg chg="addSp delSp modSp del mod ord modClrScheme chgLayout">
        <pc:chgData name="Kouw, Wouter" userId="181af57e-047a-4b62-bb15-f1772c70f045" providerId="ADAL" clId="{E11AB248-0A92-4BC9-91F6-FC63515E54C7}" dt="2026-09-04T19:51:17.283" v="9154" actId="47"/>
        <pc:sldMkLst>
          <pc:docMk/>
          <pc:sldMk cId="0" sldId="276"/>
        </pc:sldMkLst>
        <pc:spChg chg="mod ord">
          <ac:chgData name="Kouw, Wouter" userId="181af57e-047a-4b62-bb15-f1772c70f045" providerId="ADAL" clId="{E11AB248-0A92-4BC9-91F6-FC63515E54C7}" dt="2026-09-04T13:34:02.271" v="7359" actId="6549"/>
          <ac:spMkLst>
            <pc:docMk/>
            <pc:sldMk cId="0" sldId="276"/>
            <ac:spMk id="2" creationId="{00000000-0000-0000-0000-000000000000}"/>
          </ac:spMkLst>
        </pc:spChg>
        <pc:spChg chg="add mod ord">
          <ac:chgData name="Kouw, Wouter" userId="181af57e-047a-4b62-bb15-f1772c70f045" providerId="ADAL" clId="{E11AB248-0A92-4BC9-91F6-FC63515E54C7}" dt="2026-09-03T21:20:49.993" v="3915" actId="700"/>
          <ac:spMkLst>
            <pc:docMk/>
            <pc:sldMk cId="0" sldId="276"/>
            <ac:spMk id="3" creationId="{343FA264-8B53-BF4F-A386-7F2368EDC0A8}"/>
          </ac:spMkLst>
        </pc:spChg>
        <pc:spChg chg="mod ord">
          <ac:chgData name="Kouw, Wouter" userId="181af57e-047a-4b62-bb15-f1772c70f045" providerId="ADAL" clId="{E11AB248-0A92-4BC9-91F6-FC63515E54C7}" dt="2026-09-03T21:20:49.993" v="3915" actId="700"/>
          <ac:spMkLst>
            <pc:docMk/>
            <pc:sldMk cId="0" sldId="276"/>
            <ac:spMk id="6" creationId="{00000000-0000-0000-0000-000000000000}"/>
          </ac:spMkLst>
        </pc:spChg>
        <pc:picChg chg="del">
          <ac:chgData name="Kouw, Wouter" userId="181af57e-047a-4b62-bb15-f1772c70f045" providerId="ADAL" clId="{E11AB248-0A92-4BC9-91F6-FC63515E54C7}" dt="2026-09-04T19:50:48.169" v="9148" actId="21"/>
          <ac:picMkLst>
            <pc:docMk/>
            <pc:sldMk cId="0" sldId="276"/>
            <ac:picMk id="9" creationId="{00000000-0000-0000-0000-000000000000}"/>
          </ac:picMkLst>
        </pc:picChg>
      </pc:sldChg>
      <pc:sldChg chg="addSp delSp modSp mod modClrScheme addAnim delAnim modAnim chgLayout modNotesTx">
        <pc:chgData name="Kouw, Wouter" userId="181af57e-047a-4b62-bb15-f1772c70f045" providerId="ADAL" clId="{E11AB248-0A92-4BC9-91F6-FC63515E54C7}" dt="2026-09-04T20:44:37.219" v="10166" actId="20577"/>
        <pc:sldMkLst>
          <pc:docMk/>
          <pc:sldMk cId="0" sldId="277"/>
        </pc:sldMkLst>
        <pc:spChg chg="mod ord">
          <ac:chgData name="Kouw, Wouter" userId="181af57e-047a-4b62-bb15-f1772c70f045" providerId="ADAL" clId="{E11AB248-0A92-4BC9-91F6-FC63515E54C7}" dt="2026-09-04T13:33:28.518" v="7288" actId="20577"/>
          <ac:spMkLst>
            <pc:docMk/>
            <pc:sldMk cId="0" sldId="277"/>
            <ac:spMk id="2" creationId="{00000000-0000-0000-0000-000000000000}"/>
          </ac:spMkLst>
        </pc:spChg>
        <pc:spChg chg="add mod ord">
          <ac:chgData name="Kouw, Wouter" userId="181af57e-047a-4b62-bb15-f1772c70f045" providerId="ADAL" clId="{E11AB248-0A92-4BC9-91F6-FC63515E54C7}" dt="2026-09-04T20:44:37.219" v="10166" actId="20577"/>
          <ac:spMkLst>
            <pc:docMk/>
            <pc:sldMk cId="0" sldId="277"/>
            <ac:spMk id="3" creationId="{2E202ECF-003B-64D8-7712-B7D4E0EB8AFC}"/>
          </ac:spMkLst>
        </pc:spChg>
        <pc:spChg chg="mod ord">
          <ac:chgData name="Kouw, Wouter" userId="181af57e-047a-4b62-bb15-f1772c70f045" providerId="ADAL" clId="{E11AB248-0A92-4BC9-91F6-FC63515E54C7}" dt="2026-09-03T21:20:49.993" v="3915" actId="700"/>
          <ac:spMkLst>
            <pc:docMk/>
            <pc:sldMk cId="0" sldId="277"/>
            <ac:spMk id="6" creationId="{00000000-0000-0000-0000-000000000000}"/>
          </ac:spMkLst>
        </pc:spChg>
        <pc:spChg chg="del mod">
          <ac:chgData name="Kouw, Wouter" userId="181af57e-047a-4b62-bb15-f1772c70f045" providerId="ADAL" clId="{E11AB248-0A92-4BC9-91F6-FC63515E54C7}" dt="2026-09-04T13:33:33.327" v="7290" actId="478"/>
          <ac:spMkLst>
            <pc:docMk/>
            <pc:sldMk cId="0" sldId="277"/>
            <ac:spMk id="7" creationId="{00000000-0000-0000-0000-000000000000}"/>
          </ac:spMkLst>
        </pc:spChg>
        <pc:spChg chg="del">
          <ac:chgData name="Kouw, Wouter" userId="181af57e-047a-4b62-bb15-f1772c70f045" providerId="ADAL" clId="{E11AB248-0A92-4BC9-91F6-FC63515E54C7}" dt="2026-09-04T13:40:44.938" v="7371" actId="478"/>
          <ac:spMkLst>
            <pc:docMk/>
            <pc:sldMk cId="0" sldId="277"/>
            <ac:spMk id="9" creationId="{00000000-0000-0000-0000-000000000000}"/>
          </ac:spMkLst>
        </pc:spChg>
        <pc:spChg chg="del">
          <ac:chgData name="Kouw, Wouter" userId="181af57e-047a-4b62-bb15-f1772c70f045" providerId="ADAL" clId="{E11AB248-0A92-4BC9-91F6-FC63515E54C7}" dt="2026-09-04T13:40:42.126" v="7369" actId="478"/>
          <ac:spMkLst>
            <pc:docMk/>
            <pc:sldMk cId="0" sldId="277"/>
            <ac:spMk id="11" creationId="{00000000-0000-0000-0000-000000000000}"/>
          </ac:spMkLst>
        </pc:spChg>
        <pc:spChg chg="del">
          <ac:chgData name="Kouw, Wouter" userId="181af57e-047a-4b62-bb15-f1772c70f045" providerId="ADAL" clId="{E11AB248-0A92-4BC9-91F6-FC63515E54C7}" dt="2026-09-04T13:30:48.137" v="7213" actId="478"/>
          <ac:spMkLst>
            <pc:docMk/>
            <pc:sldMk cId="0" sldId="277"/>
            <ac:spMk id="12" creationId="{00000000-0000-0000-0000-000000000000}"/>
          </ac:spMkLst>
        </pc:spChg>
        <pc:spChg chg="del">
          <ac:chgData name="Kouw, Wouter" userId="181af57e-047a-4b62-bb15-f1772c70f045" providerId="ADAL" clId="{E11AB248-0A92-4BC9-91F6-FC63515E54C7}" dt="2026-09-04T13:30:50.534" v="7214" actId="478"/>
          <ac:spMkLst>
            <pc:docMk/>
            <pc:sldMk cId="0" sldId="277"/>
            <ac:spMk id="13" creationId="{00000000-0000-0000-0000-000000000000}"/>
          </ac:spMkLst>
        </pc:spChg>
        <pc:spChg chg="del">
          <ac:chgData name="Kouw, Wouter" userId="181af57e-047a-4b62-bb15-f1772c70f045" providerId="ADAL" clId="{E11AB248-0A92-4BC9-91F6-FC63515E54C7}" dt="2026-09-04T13:30:53.643" v="7216" actId="478"/>
          <ac:spMkLst>
            <pc:docMk/>
            <pc:sldMk cId="0" sldId="277"/>
            <ac:spMk id="15" creationId="{00000000-0000-0000-0000-000000000000}"/>
          </ac:spMkLst>
        </pc:spChg>
        <pc:picChg chg="del mod">
          <ac:chgData name="Kouw, Wouter" userId="181af57e-047a-4b62-bb15-f1772c70f045" providerId="ADAL" clId="{E11AB248-0A92-4BC9-91F6-FC63515E54C7}" dt="2026-09-04T13:40:43.582" v="7370" actId="478"/>
          <ac:picMkLst>
            <pc:docMk/>
            <pc:sldMk cId="0" sldId="277"/>
            <ac:picMk id="8" creationId="{00000000-0000-0000-0000-000000000000}"/>
          </ac:picMkLst>
        </pc:picChg>
        <pc:picChg chg="del">
          <ac:chgData name="Kouw, Wouter" userId="181af57e-047a-4b62-bb15-f1772c70f045" providerId="ADAL" clId="{E11AB248-0A92-4BC9-91F6-FC63515E54C7}" dt="2026-09-04T13:40:39.478" v="7368" actId="478"/>
          <ac:picMkLst>
            <pc:docMk/>
            <pc:sldMk cId="0" sldId="277"/>
            <ac:picMk id="10" creationId="{00000000-0000-0000-0000-000000000000}"/>
          </ac:picMkLst>
        </pc:picChg>
        <pc:picChg chg="del">
          <ac:chgData name="Kouw, Wouter" userId="181af57e-047a-4b62-bb15-f1772c70f045" providerId="ADAL" clId="{E11AB248-0A92-4BC9-91F6-FC63515E54C7}" dt="2026-09-04T13:30:51.621" v="7215" actId="478"/>
          <ac:picMkLst>
            <pc:docMk/>
            <pc:sldMk cId="0" sldId="277"/>
            <ac:picMk id="14" creationId="{00000000-0000-0000-0000-000000000000}"/>
          </ac:picMkLst>
        </pc:picChg>
      </pc:sldChg>
      <pc:sldChg chg="addSp delSp modSp mod modClrScheme modAnim chgLayout modNotesTx">
        <pc:chgData name="Kouw, Wouter" userId="181af57e-047a-4b62-bb15-f1772c70f045" providerId="ADAL" clId="{E11AB248-0A92-4BC9-91F6-FC63515E54C7}" dt="2026-09-04T19:49:26.881" v="9147" actId="1076"/>
        <pc:sldMkLst>
          <pc:docMk/>
          <pc:sldMk cId="0" sldId="278"/>
        </pc:sldMkLst>
        <pc:spChg chg="mod ord">
          <ac:chgData name="Kouw, Wouter" userId="181af57e-047a-4b62-bb15-f1772c70f045" providerId="ADAL" clId="{E11AB248-0A92-4BC9-91F6-FC63515E54C7}" dt="2026-09-04T19:48:16.420" v="9070" actId="20577"/>
          <ac:spMkLst>
            <pc:docMk/>
            <pc:sldMk cId="0" sldId="278"/>
            <ac:spMk id="2" creationId="{00000000-0000-0000-0000-000000000000}"/>
          </ac:spMkLst>
        </pc:spChg>
        <pc:spChg chg="add del mod ord">
          <ac:chgData name="Kouw, Wouter" userId="181af57e-047a-4b62-bb15-f1772c70f045" providerId="ADAL" clId="{E11AB248-0A92-4BC9-91F6-FC63515E54C7}" dt="2026-09-04T19:37:00.952" v="8576" actId="700"/>
          <ac:spMkLst>
            <pc:docMk/>
            <pc:sldMk cId="0" sldId="278"/>
            <ac:spMk id="3" creationId="{35881F83-BB84-9AB4-C6E4-6F5F34824A0B}"/>
          </ac:spMkLst>
        </pc:spChg>
        <pc:spChg chg="add del">
          <ac:chgData name="Kouw, Wouter" userId="181af57e-047a-4b62-bb15-f1772c70f045" providerId="ADAL" clId="{E11AB248-0A92-4BC9-91F6-FC63515E54C7}" dt="2026-09-04T09:50:20.207" v="6900" actId="478"/>
          <ac:spMkLst>
            <pc:docMk/>
            <pc:sldMk cId="0" sldId="278"/>
            <ac:spMk id="5" creationId="{FF058B94-C58C-F945-002A-17BC0F30FED2}"/>
          </ac:spMkLst>
        </pc:spChg>
        <pc:spChg chg="mod ord">
          <ac:chgData name="Kouw, Wouter" userId="181af57e-047a-4b62-bb15-f1772c70f045" providerId="ADAL" clId="{E11AB248-0A92-4BC9-91F6-FC63515E54C7}" dt="2026-09-04T19:37:00.952" v="8576" actId="700"/>
          <ac:spMkLst>
            <pc:docMk/>
            <pc:sldMk cId="0" sldId="278"/>
            <ac:spMk id="6" creationId="{00000000-0000-0000-0000-000000000000}"/>
          </ac:spMkLst>
        </pc:spChg>
        <pc:spChg chg="del">
          <ac:chgData name="Kouw, Wouter" userId="181af57e-047a-4b62-bb15-f1772c70f045" providerId="ADAL" clId="{E11AB248-0A92-4BC9-91F6-FC63515E54C7}" dt="2026-09-04T19:39:07.392" v="8581" actId="478"/>
          <ac:spMkLst>
            <pc:docMk/>
            <pc:sldMk cId="0" sldId="278"/>
            <ac:spMk id="8" creationId="{00000000-0000-0000-0000-000000000000}"/>
          </ac:spMkLst>
        </pc:spChg>
        <pc:spChg chg="add mod ord">
          <ac:chgData name="Kouw, Wouter" userId="181af57e-047a-4b62-bb15-f1772c70f045" providerId="ADAL" clId="{E11AB248-0A92-4BC9-91F6-FC63515E54C7}" dt="2026-09-04T19:49:21.509" v="9146" actId="20577"/>
          <ac:spMkLst>
            <pc:docMk/>
            <pc:sldMk cId="0" sldId="278"/>
            <ac:spMk id="11" creationId="{208AC068-79AC-8246-CE28-EF9AF4B46612}"/>
          </ac:spMkLst>
        </pc:spChg>
        <pc:picChg chg="del mod">
          <ac:chgData name="Kouw, Wouter" userId="181af57e-047a-4b62-bb15-f1772c70f045" providerId="ADAL" clId="{E11AB248-0A92-4BC9-91F6-FC63515E54C7}" dt="2026-09-04T19:43:54.979" v="8851" actId="478"/>
          <ac:picMkLst>
            <pc:docMk/>
            <pc:sldMk cId="0" sldId="278"/>
            <ac:picMk id="7" creationId="{00000000-0000-0000-0000-000000000000}"/>
          </ac:picMkLst>
        </pc:picChg>
        <pc:picChg chg="mod modCrop">
          <ac:chgData name="Kouw, Wouter" userId="181af57e-047a-4b62-bb15-f1772c70f045" providerId="ADAL" clId="{E11AB248-0A92-4BC9-91F6-FC63515E54C7}" dt="2026-09-04T19:49:26.881" v="9147" actId="1076"/>
          <ac:picMkLst>
            <pc:docMk/>
            <pc:sldMk cId="0" sldId="278"/>
            <ac:picMk id="9" creationId="{00000000-0000-0000-0000-000000000000}"/>
          </ac:picMkLst>
        </pc:picChg>
        <pc:picChg chg="add mod">
          <ac:chgData name="Kouw, Wouter" userId="181af57e-047a-4b62-bb15-f1772c70f045" providerId="ADAL" clId="{E11AB248-0A92-4BC9-91F6-FC63515E54C7}" dt="2026-09-04T19:46:04.471" v="8915" actId="1076"/>
          <ac:picMkLst>
            <pc:docMk/>
            <pc:sldMk cId="0" sldId="278"/>
            <ac:picMk id="10" creationId="{F35F9AA0-83D4-CAE2-52EE-6366A1C2BCC9}"/>
          </ac:picMkLst>
        </pc:picChg>
      </pc:sldChg>
      <pc:sldChg chg="addSp delSp modSp mod modClrScheme addAnim delAnim modAnim chgLayout modNotesTx">
        <pc:chgData name="Kouw, Wouter" userId="181af57e-047a-4b62-bb15-f1772c70f045" providerId="ADAL" clId="{E11AB248-0A92-4BC9-91F6-FC63515E54C7}" dt="2026-09-04T20:59:17.072" v="10816" actId="207"/>
        <pc:sldMkLst>
          <pc:docMk/>
          <pc:sldMk cId="0" sldId="279"/>
        </pc:sldMkLst>
        <pc:spChg chg="mod ord">
          <ac:chgData name="Kouw, Wouter" userId="181af57e-047a-4b62-bb15-f1772c70f045" providerId="ADAL" clId="{E11AB248-0A92-4BC9-91F6-FC63515E54C7}" dt="2026-09-04T20:59:17.072" v="10816" actId="207"/>
          <ac:spMkLst>
            <pc:docMk/>
            <pc:sldMk cId="0" sldId="279"/>
            <ac:spMk id="2" creationId="{00000000-0000-0000-0000-000000000000}"/>
          </ac:spMkLst>
        </pc:spChg>
        <pc:spChg chg="add del mod ord">
          <ac:chgData name="Kouw, Wouter" userId="181af57e-047a-4b62-bb15-f1772c70f045" providerId="ADAL" clId="{E11AB248-0A92-4BC9-91F6-FC63515E54C7}" dt="2026-09-04T19:51:42.923" v="9155" actId="700"/>
          <ac:spMkLst>
            <pc:docMk/>
            <pc:sldMk cId="0" sldId="279"/>
            <ac:spMk id="3" creationId="{1FCE4001-6F1C-AB13-90A9-6CD7232D55A4}"/>
          </ac:spMkLst>
        </pc:spChg>
        <pc:spChg chg="add mod ord">
          <ac:chgData name="Kouw, Wouter" userId="181af57e-047a-4b62-bb15-f1772c70f045" providerId="ADAL" clId="{E11AB248-0A92-4BC9-91F6-FC63515E54C7}" dt="2026-09-04T20:36:18.921" v="10003" actId="20577"/>
          <ac:spMkLst>
            <pc:docMk/>
            <pc:sldMk cId="0" sldId="279"/>
            <ac:spMk id="4" creationId="{6ECA2006-38E2-1759-671E-B0AA9EDE19E6}"/>
          </ac:spMkLst>
        </pc:spChg>
        <pc:spChg chg="mod ord">
          <ac:chgData name="Kouw, Wouter" userId="181af57e-047a-4b62-bb15-f1772c70f045" providerId="ADAL" clId="{E11AB248-0A92-4BC9-91F6-FC63515E54C7}" dt="2026-09-04T19:51:42.923" v="9155" actId="700"/>
          <ac:spMkLst>
            <pc:docMk/>
            <pc:sldMk cId="0" sldId="279"/>
            <ac:spMk id="6" creationId="{00000000-0000-0000-0000-000000000000}"/>
          </ac:spMkLst>
        </pc:spChg>
        <pc:spChg chg="del mod">
          <ac:chgData name="Kouw, Wouter" userId="181af57e-047a-4b62-bb15-f1772c70f045" providerId="ADAL" clId="{E11AB248-0A92-4BC9-91F6-FC63515E54C7}" dt="2026-09-04T20:21:22.061" v="9215" actId="478"/>
          <ac:spMkLst>
            <pc:docMk/>
            <pc:sldMk cId="0" sldId="279"/>
            <ac:spMk id="7" creationId="{00000000-0000-0000-0000-000000000000}"/>
          </ac:spMkLst>
        </pc:spChg>
        <pc:spChg chg="del">
          <ac:chgData name="Kouw, Wouter" userId="181af57e-047a-4b62-bb15-f1772c70f045" providerId="ADAL" clId="{E11AB248-0A92-4BC9-91F6-FC63515E54C7}" dt="2026-09-04T20:21:16.015" v="9213" actId="478"/>
          <ac:spMkLst>
            <pc:docMk/>
            <pc:sldMk cId="0" sldId="279"/>
            <ac:spMk id="9" creationId="{00000000-0000-0000-0000-000000000000}"/>
          </ac:spMkLst>
        </pc:spChg>
        <pc:spChg chg="del">
          <ac:chgData name="Kouw, Wouter" userId="181af57e-047a-4b62-bb15-f1772c70f045" providerId="ADAL" clId="{E11AB248-0A92-4BC9-91F6-FC63515E54C7}" dt="2026-09-04T20:19:02.079" v="9210" actId="478"/>
          <ac:spMkLst>
            <pc:docMk/>
            <pc:sldMk cId="0" sldId="279"/>
            <ac:spMk id="11" creationId="{00000000-0000-0000-0000-000000000000}"/>
          </ac:spMkLst>
        </pc:spChg>
        <pc:picChg chg="del">
          <ac:chgData name="Kouw, Wouter" userId="181af57e-047a-4b62-bb15-f1772c70f045" providerId="ADAL" clId="{E11AB248-0A92-4BC9-91F6-FC63515E54C7}" dt="2026-09-04T20:21:18.398" v="9214" actId="478"/>
          <ac:picMkLst>
            <pc:docMk/>
            <pc:sldMk cId="0" sldId="279"/>
            <ac:picMk id="8" creationId="{00000000-0000-0000-0000-000000000000}"/>
          </ac:picMkLst>
        </pc:picChg>
        <pc:picChg chg="del">
          <ac:chgData name="Kouw, Wouter" userId="181af57e-047a-4b62-bb15-f1772c70f045" providerId="ADAL" clId="{E11AB248-0A92-4BC9-91F6-FC63515E54C7}" dt="2026-09-04T20:21:14.884" v="9212" actId="478"/>
          <ac:picMkLst>
            <pc:docMk/>
            <pc:sldMk cId="0" sldId="279"/>
            <ac:picMk id="10" creationId="{00000000-0000-0000-0000-000000000000}"/>
          </ac:picMkLst>
        </pc:picChg>
        <pc:picChg chg="add del mod">
          <ac:chgData name="Kouw, Wouter" userId="181af57e-047a-4b62-bb15-f1772c70f045" providerId="ADAL" clId="{E11AB248-0A92-4BC9-91F6-FC63515E54C7}" dt="2026-09-04T20:46:24.318" v="10203" actId="478"/>
          <ac:picMkLst>
            <pc:docMk/>
            <pc:sldMk cId="0" sldId="279"/>
            <ac:picMk id="12" creationId="{00000000-0000-0000-0000-000000000000}"/>
          </ac:picMkLst>
        </pc:picChg>
      </pc:sldChg>
      <pc:sldChg chg="addSp delSp modSp mod modClrScheme addAnim delAnim modAnim chgLayout modNotesTx">
        <pc:chgData name="Kouw, Wouter" userId="181af57e-047a-4b62-bb15-f1772c70f045" providerId="ADAL" clId="{E11AB248-0A92-4BC9-91F6-FC63515E54C7}" dt="2026-09-04T21:04:18.197" v="11089" actId="14100"/>
        <pc:sldMkLst>
          <pc:docMk/>
          <pc:sldMk cId="0" sldId="280"/>
        </pc:sldMkLst>
        <pc:spChg chg="mod ord">
          <ac:chgData name="Kouw, Wouter" userId="181af57e-047a-4b62-bb15-f1772c70f045" providerId="ADAL" clId="{E11AB248-0A92-4BC9-91F6-FC63515E54C7}" dt="2026-09-04T21:01:06.424" v="10835" actId="20577"/>
          <ac:spMkLst>
            <pc:docMk/>
            <pc:sldMk cId="0" sldId="280"/>
            <ac:spMk id="2" creationId="{00000000-0000-0000-0000-000000000000}"/>
          </ac:spMkLst>
        </pc:spChg>
        <pc:spChg chg="add del mod ord">
          <ac:chgData name="Kouw, Wouter" userId="181af57e-047a-4b62-bb15-f1772c70f045" providerId="ADAL" clId="{E11AB248-0A92-4BC9-91F6-FC63515E54C7}" dt="2026-09-04T20:36:55.283" v="10006" actId="700"/>
          <ac:spMkLst>
            <pc:docMk/>
            <pc:sldMk cId="0" sldId="280"/>
            <ac:spMk id="3" creationId="{5EC3F9E9-A097-69CE-1591-9D0E9701BD0D}"/>
          </ac:spMkLst>
        </pc:spChg>
        <pc:spChg chg="add mod ord">
          <ac:chgData name="Kouw, Wouter" userId="181af57e-047a-4b62-bb15-f1772c70f045" providerId="ADAL" clId="{E11AB248-0A92-4BC9-91F6-FC63515E54C7}" dt="2026-09-04T21:04:14.627" v="11087" actId="6549"/>
          <ac:spMkLst>
            <pc:docMk/>
            <pc:sldMk cId="0" sldId="280"/>
            <ac:spMk id="4" creationId="{83C62EDA-7C5D-28F6-3F3F-DF45D99DD0AF}"/>
          </ac:spMkLst>
        </pc:spChg>
        <pc:spChg chg="mod ord">
          <ac:chgData name="Kouw, Wouter" userId="181af57e-047a-4b62-bb15-f1772c70f045" providerId="ADAL" clId="{E11AB248-0A92-4BC9-91F6-FC63515E54C7}" dt="2026-09-04T20:36:55.283" v="10006" actId="700"/>
          <ac:spMkLst>
            <pc:docMk/>
            <pc:sldMk cId="0" sldId="280"/>
            <ac:spMk id="6" creationId="{00000000-0000-0000-0000-000000000000}"/>
          </ac:spMkLst>
        </pc:spChg>
        <pc:spChg chg="del">
          <ac:chgData name="Kouw, Wouter" userId="181af57e-047a-4b62-bb15-f1772c70f045" providerId="ADAL" clId="{E11AB248-0A92-4BC9-91F6-FC63515E54C7}" dt="2026-09-04T20:37:48.136" v="10013" actId="478"/>
          <ac:spMkLst>
            <pc:docMk/>
            <pc:sldMk cId="0" sldId="280"/>
            <ac:spMk id="7" creationId="{00000000-0000-0000-0000-000000000000}"/>
          </ac:spMkLst>
        </pc:spChg>
        <pc:spChg chg="del mod">
          <ac:chgData name="Kouw, Wouter" userId="181af57e-047a-4b62-bb15-f1772c70f045" providerId="ADAL" clId="{E11AB248-0A92-4BC9-91F6-FC63515E54C7}" dt="2026-09-04T20:37:48.138" v="10015"/>
          <ac:spMkLst>
            <pc:docMk/>
            <pc:sldMk cId="0" sldId="280"/>
            <ac:spMk id="8" creationId="{00000000-0000-0000-0000-000000000000}"/>
          </ac:spMkLst>
        </pc:spChg>
        <pc:spChg chg="del mod">
          <ac:chgData name="Kouw, Wouter" userId="181af57e-047a-4b62-bb15-f1772c70f045" providerId="ADAL" clId="{E11AB248-0A92-4BC9-91F6-FC63515E54C7}" dt="2026-09-04T20:41:59.711" v="10149" actId="478"/>
          <ac:spMkLst>
            <pc:docMk/>
            <pc:sldMk cId="0" sldId="280"/>
            <ac:spMk id="9" creationId="{00000000-0000-0000-0000-000000000000}"/>
          </ac:spMkLst>
        </pc:spChg>
        <pc:picChg chg="del mod">
          <ac:chgData name="Kouw, Wouter" userId="181af57e-047a-4b62-bb15-f1772c70f045" providerId="ADAL" clId="{E11AB248-0A92-4BC9-91F6-FC63515E54C7}" dt="2026-09-04T20:52:06.818" v="10567" actId="478"/>
          <ac:picMkLst>
            <pc:docMk/>
            <pc:sldMk cId="0" sldId="280"/>
            <ac:picMk id="10" creationId="{00000000-0000-0000-0000-000000000000}"/>
          </ac:picMkLst>
        </pc:picChg>
        <pc:picChg chg="add mod">
          <ac:chgData name="Kouw, Wouter" userId="181af57e-047a-4b62-bb15-f1772c70f045" providerId="ADAL" clId="{E11AB248-0A92-4BC9-91F6-FC63515E54C7}" dt="2026-09-04T21:04:18.197" v="11089" actId="14100"/>
          <ac:picMkLst>
            <pc:docMk/>
            <pc:sldMk cId="0" sldId="280"/>
            <ac:picMk id="12" creationId="{00000000-0000-0000-0000-000000000000}"/>
          </ac:picMkLst>
        </pc:picChg>
      </pc:sldChg>
      <pc:sldChg chg="addSp delSp modSp del mod modClrScheme addAnim delAnim modAnim chgLayout modNotesTx">
        <pc:chgData name="Kouw, Wouter" userId="181af57e-047a-4b62-bb15-f1772c70f045" providerId="ADAL" clId="{E11AB248-0A92-4BC9-91F6-FC63515E54C7}" dt="2026-09-04T21:02:55.726" v="10941" actId="47"/>
        <pc:sldMkLst>
          <pc:docMk/>
          <pc:sldMk cId="0" sldId="281"/>
        </pc:sldMkLst>
        <pc:spChg chg="mod ord">
          <ac:chgData name="Kouw, Wouter" userId="181af57e-047a-4b62-bb15-f1772c70f045" providerId="ADAL" clId="{E11AB248-0A92-4BC9-91F6-FC63515E54C7}" dt="2026-09-04T20:45:28.568" v="10201" actId="20577"/>
          <ac:spMkLst>
            <pc:docMk/>
            <pc:sldMk cId="0" sldId="281"/>
            <ac:spMk id="2" creationId="{00000000-0000-0000-0000-000000000000}"/>
          </ac:spMkLst>
        </pc:spChg>
        <pc:spChg chg="add del mod ord">
          <ac:chgData name="Kouw, Wouter" userId="181af57e-047a-4b62-bb15-f1772c70f045" providerId="ADAL" clId="{E11AB248-0A92-4BC9-91F6-FC63515E54C7}" dt="2026-09-04T20:45:14.915" v="10167" actId="700"/>
          <ac:spMkLst>
            <pc:docMk/>
            <pc:sldMk cId="0" sldId="281"/>
            <ac:spMk id="3" creationId="{50EEF955-B378-8053-715C-1DE1ADF10A72}"/>
          </ac:spMkLst>
        </pc:spChg>
        <pc:spChg chg="add mod ord">
          <ac:chgData name="Kouw, Wouter" userId="181af57e-047a-4b62-bb15-f1772c70f045" providerId="ADAL" clId="{E11AB248-0A92-4BC9-91F6-FC63515E54C7}" dt="2026-09-04T21:02:52.288" v="10940" actId="21"/>
          <ac:spMkLst>
            <pc:docMk/>
            <pc:sldMk cId="0" sldId="281"/>
            <ac:spMk id="4" creationId="{E177FB37-5D08-B019-754B-5F7766430FEE}"/>
          </ac:spMkLst>
        </pc:spChg>
        <pc:spChg chg="mod ord">
          <ac:chgData name="Kouw, Wouter" userId="181af57e-047a-4b62-bb15-f1772c70f045" providerId="ADAL" clId="{E11AB248-0A92-4BC9-91F6-FC63515E54C7}" dt="2026-09-04T20:45:14.915" v="10167" actId="700"/>
          <ac:spMkLst>
            <pc:docMk/>
            <pc:sldMk cId="0" sldId="281"/>
            <ac:spMk id="6" creationId="{00000000-0000-0000-0000-000000000000}"/>
          </ac:spMkLst>
        </pc:spChg>
        <pc:spChg chg="del mod">
          <ac:chgData name="Kouw, Wouter" userId="181af57e-047a-4b62-bb15-f1772c70f045" providerId="ADAL" clId="{E11AB248-0A92-4BC9-91F6-FC63515E54C7}" dt="2026-09-04T20:52:31.093" v="10580" actId="478"/>
          <ac:spMkLst>
            <pc:docMk/>
            <pc:sldMk cId="0" sldId="281"/>
            <ac:spMk id="7" creationId="{00000000-0000-0000-0000-000000000000}"/>
          </ac:spMkLst>
        </pc:spChg>
        <pc:spChg chg="del">
          <ac:chgData name="Kouw, Wouter" userId="181af57e-047a-4b62-bb15-f1772c70f045" providerId="ADAL" clId="{E11AB248-0A92-4BC9-91F6-FC63515E54C7}" dt="2026-09-04T20:51:21.290" v="10527" actId="478"/>
          <ac:spMkLst>
            <pc:docMk/>
            <pc:sldMk cId="0" sldId="281"/>
            <ac:spMk id="8" creationId="{00000000-0000-0000-0000-000000000000}"/>
          </ac:spMkLst>
        </pc:spChg>
        <pc:spChg chg="del">
          <ac:chgData name="Kouw, Wouter" userId="181af57e-047a-4b62-bb15-f1772c70f045" providerId="ADAL" clId="{E11AB248-0A92-4BC9-91F6-FC63515E54C7}" dt="2026-09-04T20:53:12.177" v="10642" actId="478"/>
          <ac:spMkLst>
            <pc:docMk/>
            <pc:sldMk cId="0" sldId="281"/>
            <ac:spMk id="9" creationId="{00000000-0000-0000-0000-000000000000}"/>
          </ac:spMkLst>
        </pc:spChg>
        <pc:spChg chg="del">
          <ac:chgData name="Kouw, Wouter" userId="181af57e-047a-4b62-bb15-f1772c70f045" providerId="ADAL" clId="{E11AB248-0A92-4BC9-91F6-FC63515E54C7}" dt="2026-09-04T20:51:17.370" v="10524" actId="478"/>
          <ac:spMkLst>
            <pc:docMk/>
            <pc:sldMk cId="0" sldId="281"/>
            <ac:spMk id="10" creationId="{00000000-0000-0000-0000-000000000000}"/>
          </ac:spMkLst>
        </pc:spChg>
        <pc:spChg chg="del mod">
          <ac:chgData name="Kouw, Wouter" userId="181af57e-047a-4b62-bb15-f1772c70f045" providerId="ADAL" clId="{E11AB248-0A92-4BC9-91F6-FC63515E54C7}" dt="2026-09-04T20:51:17.374" v="10526"/>
          <ac:spMkLst>
            <pc:docMk/>
            <pc:sldMk cId="0" sldId="281"/>
            <ac:spMk id="11" creationId="{00000000-0000-0000-0000-000000000000}"/>
          </ac:spMkLst>
        </pc:spChg>
        <pc:picChg chg="del mod">
          <ac:chgData name="Kouw, Wouter" userId="181af57e-047a-4b62-bb15-f1772c70f045" providerId="ADAL" clId="{E11AB248-0A92-4BC9-91F6-FC63515E54C7}" dt="2026-09-04T21:02:42.063" v="10936" actId="21"/>
          <ac:picMkLst>
            <pc:docMk/>
            <pc:sldMk cId="0" sldId="281"/>
            <ac:picMk id="12" creationId="{00000000-0000-0000-0000-000000000000}"/>
          </ac:picMkLst>
        </pc:picChg>
      </pc:sldChg>
      <pc:sldChg chg="delSp modSp del mod modClrScheme chgLayout">
        <pc:chgData name="Kouw, Wouter" userId="181af57e-047a-4b62-bb15-f1772c70f045" providerId="ADAL" clId="{E11AB248-0A92-4BC9-91F6-FC63515E54C7}" dt="2026-09-04T09:30:56.562" v="6853" actId="47"/>
        <pc:sldMkLst>
          <pc:docMk/>
          <pc:sldMk cId="387444520" sldId="282"/>
        </pc:sldMkLst>
        <pc:spChg chg="mod ord">
          <ac:chgData name="Kouw, Wouter" userId="181af57e-047a-4b62-bb15-f1772c70f045" providerId="ADAL" clId="{E11AB248-0A92-4BC9-91F6-FC63515E54C7}" dt="2026-09-03T21:20:31.437" v="3913" actId="700"/>
          <ac:spMkLst>
            <pc:docMk/>
            <pc:sldMk cId="387444520" sldId="282"/>
            <ac:spMk id="2" creationId="{BB828B4F-F498-4280-BA6C-D916C0880F60}"/>
          </ac:spMkLst>
        </pc:spChg>
        <pc:spChg chg="mod ord">
          <ac:chgData name="Kouw, Wouter" userId="181af57e-047a-4b62-bb15-f1772c70f045" providerId="ADAL" clId="{E11AB248-0A92-4BC9-91F6-FC63515E54C7}" dt="2026-09-03T21:20:31.437" v="3913" actId="700"/>
          <ac:spMkLst>
            <pc:docMk/>
            <pc:sldMk cId="387444520" sldId="282"/>
            <ac:spMk id="3" creationId="{30818E2B-862C-451E-E5F0-9F69E9D8482B}"/>
          </ac:spMkLst>
        </pc:spChg>
        <pc:spChg chg="del mod ord">
          <ac:chgData name="Kouw, Wouter" userId="181af57e-047a-4b62-bb15-f1772c70f045" providerId="ADAL" clId="{E11AB248-0A92-4BC9-91F6-FC63515E54C7}" dt="2026-09-03T21:34:49.731" v="4270" actId="478"/>
          <ac:spMkLst>
            <pc:docMk/>
            <pc:sldMk cId="387444520" sldId="282"/>
            <ac:spMk id="4" creationId="{73BB2A33-B030-F237-E0EE-72111E6CE324}"/>
          </ac:spMkLst>
        </pc:spChg>
        <pc:spChg chg="mod ord">
          <ac:chgData name="Kouw, Wouter" userId="181af57e-047a-4b62-bb15-f1772c70f045" providerId="ADAL" clId="{E11AB248-0A92-4BC9-91F6-FC63515E54C7}" dt="2026-09-03T21:20:31.437" v="3913" actId="700"/>
          <ac:spMkLst>
            <pc:docMk/>
            <pc:sldMk cId="387444520" sldId="282"/>
            <ac:spMk id="5" creationId="{C3489608-961D-2B89-5B71-28AAB925417A}"/>
          </ac:spMkLst>
        </pc:spChg>
      </pc:sldChg>
      <pc:sldChg chg="del">
        <pc:chgData name="Kouw, Wouter" userId="181af57e-047a-4b62-bb15-f1772c70f045" providerId="ADAL" clId="{E11AB248-0A92-4BC9-91F6-FC63515E54C7}" dt="2026-09-03T21:20:27.761" v="3912" actId="47"/>
        <pc:sldMkLst>
          <pc:docMk/>
          <pc:sldMk cId="4123703414" sldId="283"/>
        </pc:sldMkLst>
      </pc:sldChg>
      <pc:sldChg chg="del">
        <pc:chgData name="Kouw, Wouter" userId="181af57e-047a-4b62-bb15-f1772c70f045" providerId="ADAL" clId="{E11AB248-0A92-4BC9-91F6-FC63515E54C7}" dt="2026-09-03T21:20:27.761" v="3912" actId="47"/>
        <pc:sldMkLst>
          <pc:docMk/>
          <pc:sldMk cId="3226109829" sldId="284"/>
        </pc:sldMkLst>
      </pc:sldChg>
      <pc:sldChg chg="del">
        <pc:chgData name="Kouw, Wouter" userId="181af57e-047a-4b62-bb15-f1772c70f045" providerId="ADAL" clId="{E11AB248-0A92-4BC9-91F6-FC63515E54C7}" dt="2026-09-03T21:20:27.761" v="3912" actId="47"/>
        <pc:sldMkLst>
          <pc:docMk/>
          <pc:sldMk cId="1182412578" sldId="285"/>
        </pc:sldMkLst>
      </pc:sldChg>
      <pc:sldChg chg="delSp modSp add mod modNotesTx">
        <pc:chgData name="Kouw, Wouter" userId="181af57e-047a-4b62-bb15-f1772c70f045" providerId="ADAL" clId="{E11AB248-0A92-4BC9-91F6-FC63515E54C7}" dt="2026-09-04T09:21:36.786" v="6852" actId="20577"/>
        <pc:sldMkLst>
          <pc:docMk/>
          <pc:sldMk cId="1665593068" sldId="286"/>
        </pc:sldMkLst>
        <pc:spChg chg="mod">
          <ac:chgData name="Kouw, Wouter" userId="181af57e-047a-4b62-bb15-f1772c70f045" providerId="ADAL" clId="{E11AB248-0A92-4BC9-91F6-FC63515E54C7}" dt="2026-09-03T21:14:01.511" v="3587" actId="20577"/>
          <ac:spMkLst>
            <pc:docMk/>
            <pc:sldMk cId="1665593068" sldId="286"/>
            <ac:spMk id="2" creationId="{A9003C85-2ED4-5032-922C-A109A2C9763A}"/>
          </ac:spMkLst>
        </pc:spChg>
        <pc:spChg chg="del">
          <ac:chgData name="Kouw, Wouter" userId="181af57e-047a-4b62-bb15-f1772c70f045" providerId="ADAL" clId="{E11AB248-0A92-4BC9-91F6-FC63515E54C7}" dt="2026-09-03T20:49:01.042" v="1999" actId="478"/>
          <ac:spMkLst>
            <pc:docMk/>
            <pc:sldMk cId="1665593068" sldId="286"/>
            <ac:spMk id="5" creationId="{4AD2FC5A-0294-6FA7-68E3-B024A618A23E}"/>
          </ac:spMkLst>
        </pc:spChg>
        <pc:spChg chg="mod">
          <ac:chgData name="Kouw, Wouter" userId="181af57e-047a-4b62-bb15-f1772c70f045" providerId="ADAL" clId="{E11AB248-0A92-4BC9-91F6-FC63515E54C7}" dt="2026-09-03T21:13:28.835" v="3573" actId="20577"/>
          <ac:spMkLst>
            <pc:docMk/>
            <pc:sldMk cId="1665593068" sldId="286"/>
            <ac:spMk id="6" creationId="{2C3CB70F-5633-3EBD-1B1B-8F54D3C970B8}"/>
          </ac:spMkLst>
        </pc:spChg>
        <pc:spChg chg="mod">
          <ac:chgData name="Kouw, Wouter" userId="181af57e-047a-4b62-bb15-f1772c70f045" providerId="ADAL" clId="{E11AB248-0A92-4BC9-91F6-FC63515E54C7}" dt="2026-09-03T20:49:25.506" v="2040" actId="1076"/>
          <ac:spMkLst>
            <pc:docMk/>
            <pc:sldMk cId="1665593068" sldId="286"/>
            <ac:spMk id="7" creationId="{8C3CA46A-4744-776F-20BF-542C3F8E0960}"/>
          </ac:spMkLst>
        </pc:spChg>
        <pc:spChg chg="mod">
          <ac:chgData name="Kouw, Wouter" userId="181af57e-047a-4b62-bb15-f1772c70f045" providerId="ADAL" clId="{E11AB248-0A92-4BC9-91F6-FC63515E54C7}" dt="2026-09-03T21:13:31.602" v="3574" actId="20577"/>
          <ac:spMkLst>
            <pc:docMk/>
            <pc:sldMk cId="1665593068" sldId="286"/>
            <ac:spMk id="8" creationId="{A7A1525D-D331-84BD-BE6D-649651932D44}"/>
          </ac:spMkLst>
        </pc:spChg>
        <pc:spChg chg="mod">
          <ac:chgData name="Kouw, Wouter" userId="181af57e-047a-4b62-bb15-f1772c70f045" providerId="ADAL" clId="{E11AB248-0A92-4BC9-91F6-FC63515E54C7}" dt="2026-09-03T20:49:47.375" v="2078" actId="1076"/>
          <ac:spMkLst>
            <pc:docMk/>
            <pc:sldMk cId="1665593068" sldId="286"/>
            <ac:spMk id="9" creationId="{573344DC-942E-59AD-ABD6-CC2BB89AD623}"/>
          </ac:spMkLst>
        </pc:spChg>
        <pc:spChg chg="mod">
          <ac:chgData name="Kouw, Wouter" userId="181af57e-047a-4b62-bb15-f1772c70f045" providerId="ADAL" clId="{E11AB248-0A92-4BC9-91F6-FC63515E54C7}" dt="2026-09-03T21:13:33.594" v="3575" actId="20577"/>
          <ac:spMkLst>
            <pc:docMk/>
            <pc:sldMk cId="1665593068" sldId="286"/>
            <ac:spMk id="10" creationId="{89804900-B886-0BD9-06F0-5E484D0AB683}"/>
          </ac:spMkLst>
        </pc:spChg>
        <pc:spChg chg="mod">
          <ac:chgData name="Kouw, Wouter" userId="181af57e-047a-4b62-bb15-f1772c70f045" providerId="ADAL" clId="{E11AB248-0A92-4BC9-91F6-FC63515E54C7}" dt="2026-09-03T20:50:01.648" v="2107" actId="1076"/>
          <ac:spMkLst>
            <pc:docMk/>
            <pc:sldMk cId="1665593068" sldId="286"/>
            <ac:spMk id="11" creationId="{F596654D-E057-13F6-34B0-A8C04EE1C531}"/>
          </ac:spMkLst>
        </pc:spChg>
      </pc:sldChg>
      <pc:sldChg chg="delSp modSp add mod">
        <pc:chgData name="Kouw, Wouter" userId="181af57e-047a-4b62-bb15-f1772c70f045" providerId="ADAL" clId="{E11AB248-0A92-4BC9-91F6-FC63515E54C7}" dt="2026-09-03T21:19:13.180" v="3911" actId="478"/>
        <pc:sldMkLst>
          <pc:docMk/>
          <pc:sldMk cId="4050334659" sldId="287"/>
        </pc:sldMkLst>
        <pc:spChg chg="mod">
          <ac:chgData name="Kouw, Wouter" userId="181af57e-047a-4b62-bb15-f1772c70f045" providerId="ADAL" clId="{E11AB248-0A92-4BC9-91F6-FC63515E54C7}" dt="2026-09-03T21:18:52.908" v="3888" actId="20577"/>
          <ac:spMkLst>
            <pc:docMk/>
            <pc:sldMk cId="4050334659" sldId="287"/>
            <ac:spMk id="2" creationId="{86718309-16BB-DBB0-7FEC-4C315985C3B5}"/>
          </ac:spMkLst>
        </pc:spChg>
        <pc:spChg chg="mod">
          <ac:chgData name="Kouw, Wouter" userId="181af57e-047a-4b62-bb15-f1772c70f045" providerId="ADAL" clId="{E11AB248-0A92-4BC9-91F6-FC63515E54C7}" dt="2026-09-03T21:16:40.504" v="3631" actId="1076"/>
          <ac:spMkLst>
            <pc:docMk/>
            <pc:sldMk cId="4050334659" sldId="287"/>
            <ac:spMk id="7" creationId="{9C6FFDAC-E19F-6597-92AD-A552DF8ACDD1}"/>
          </ac:spMkLst>
        </pc:spChg>
        <pc:spChg chg="mod">
          <ac:chgData name="Kouw, Wouter" userId="181af57e-047a-4b62-bb15-f1772c70f045" providerId="ADAL" clId="{E11AB248-0A92-4BC9-91F6-FC63515E54C7}" dt="2026-09-03T21:19:10.281" v="3909" actId="20577"/>
          <ac:spMkLst>
            <pc:docMk/>
            <pc:sldMk cId="4050334659" sldId="287"/>
            <ac:spMk id="9" creationId="{30586C04-57E8-D0AC-28AF-14E81F476836}"/>
          </ac:spMkLst>
        </pc:spChg>
        <pc:spChg chg="del">
          <ac:chgData name="Kouw, Wouter" userId="181af57e-047a-4b62-bb15-f1772c70f045" providerId="ADAL" clId="{E11AB248-0A92-4BC9-91F6-FC63515E54C7}" dt="2026-09-03T21:19:13.180" v="3911" actId="478"/>
          <ac:spMkLst>
            <pc:docMk/>
            <pc:sldMk cId="4050334659" sldId="287"/>
            <ac:spMk id="10" creationId="{EA553E01-A61B-AAD3-82F4-A7B6FE2D1CF4}"/>
          </ac:spMkLst>
        </pc:spChg>
        <pc:spChg chg="del">
          <ac:chgData name="Kouw, Wouter" userId="181af57e-047a-4b62-bb15-f1772c70f045" providerId="ADAL" clId="{E11AB248-0A92-4BC9-91F6-FC63515E54C7}" dt="2026-09-03T21:19:12.612" v="3910" actId="478"/>
          <ac:spMkLst>
            <pc:docMk/>
            <pc:sldMk cId="4050334659" sldId="287"/>
            <ac:spMk id="11" creationId="{57BB9AFB-15C1-8391-E031-5FA8AD0C2246}"/>
          </ac:spMkLst>
        </pc:spChg>
      </pc:sldChg>
      <pc:sldChg chg="delSp modSp add mod">
        <pc:chgData name="Kouw, Wouter" userId="181af57e-047a-4b62-bb15-f1772c70f045" providerId="ADAL" clId="{E11AB248-0A92-4BC9-91F6-FC63515E54C7}" dt="2026-09-04T09:18:55.904" v="6850" actId="20577"/>
        <pc:sldMkLst>
          <pc:docMk/>
          <pc:sldMk cId="1209517097" sldId="288"/>
        </pc:sldMkLst>
        <pc:spChg chg="mod">
          <ac:chgData name="Kouw, Wouter" userId="181af57e-047a-4b62-bb15-f1772c70f045" providerId="ADAL" clId="{E11AB248-0A92-4BC9-91F6-FC63515E54C7}" dt="2026-09-04T09:18:55.904" v="6850" actId="20577"/>
          <ac:spMkLst>
            <pc:docMk/>
            <pc:sldMk cId="1209517097" sldId="288"/>
            <ac:spMk id="2" creationId="{4F00810C-347B-18FB-67F3-40F0A27AEBF4}"/>
          </ac:spMkLst>
        </pc:spChg>
        <pc:spChg chg="mod">
          <ac:chgData name="Kouw, Wouter" userId="181af57e-047a-4b62-bb15-f1772c70f045" providerId="ADAL" clId="{E11AB248-0A92-4BC9-91F6-FC63515E54C7}" dt="2026-09-03T21:33:47.896" v="4184" actId="20577"/>
          <ac:spMkLst>
            <pc:docMk/>
            <pc:sldMk cId="1209517097" sldId="288"/>
            <ac:spMk id="7" creationId="{F330C549-E42B-6959-FC5A-C506273D4B2F}"/>
          </ac:spMkLst>
        </pc:spChg>
        <pc:spChg chg="mod">
          <ac:chgData name="Kouw, Wouter" userId="181af57e-047a-4b62-bb15-f1772c70f045" providerId="ADAL" clId="{E11AB248-0A92-4BC9-91F6-FC63515E54C7}" dt="2026-09-03T21:35:24.223" v="4315" actId="20577"/>
          <ac:spMkLst>
            <pc:docMk/>
            <pc:sldMk cId="1209517097" sldId="288"/>
            <ac:spMk id="9" creationId="{FE3E6C40-28A7-8E37-8C4A-C4DCFC82E921}"/>
          </ac:spMkLst>
        </pc:spChg>
        <pc:spChg chg="del">
          <ac:chgData name="Kouw, Wouter" userId="181af57e-047a-4b62-bb15-f1772c70f045" providerId="ADAL" clId="{E11AB248-0A92-4BC9-91F6-FC63515E54C7}" dt="2026-09-03T21:34:07.900" v="4266" actId="478"/>
          <ac:spMkLst>
            <pc:docMk/>
            <pc:sldMk cId="1209517097" sldId="288"/>
            <ac:spMk id="10" creationId="{C75247C0-3AF4-C5E1-FBED-604BDFFF3793}"/>
          </ac:spMkLst>
        </pc:spChg>
        <pc:spChg chg="del mod">
          <ac:chgData name="Kouw, Wouter" userId="181af57e-047a-4b62-bb15-f1772c70f045" providerId="ADAL" clId="{E11AB248-0A92-4BC9-91F6-FC63515E54C7}" dt="2026-09-03T21:34:07.118" v="4265" actId="478"/>
          <ac:spMkLst>
            <pc:docMk/>
            <pc:sldMk cId="1209517097" sldId="288"/>
            <ac:spMk id="11" creationId="{08ECE4F1-0477-FBB8-3AA8-07366835F32C}"/>
          </ac:spMkLst>
        </pc:spChg>
      </pc:sldChg>
      <pc:sldChg chg="add del">
        <pc:chgData name="Kouw, Wouter" userId="181af57e-047a-4b62-bb15-f1772c70f045" providerId="ADAL" clId="{E11AB248-0A92-4BC9-91F6-FC63515E54C7}" dt="2026-09-03T21:16:52.196" v="3634" actId="47"/>
        <pc:sldMkLst>
          <pc:docMk/>
          <pc:sldMk cId="2616486444" sldId="288"/>
        </pc:sldMkLst>
      </pc:sldChg>
      <pc:sldChg chg="addSp delSp modSp add mod modAnim modNotesTx">
        <pc:chgData name="Kouw, Wouter" userId="181af57e-047a-4b62-bb15-f1772c70f045" providerId="ADAL" clId="{E11AB248-0A92-4BC9-91F6-FC63515E54C7}" dt="2026-09-04T20:57:01.711" v="10805" actId="732"/>
        <pc:sldMkLst>
          <pc:docMk/>
          <pc:sldMk cId="696880382" sldId="289"/>
        </pc:sldMkLst>
        <pc:spChg chg="mod">
          <ac:chgData name="Kouw, Wouter" userId="181af57e-047a-4b62-bb15-f1772c70f045" providerId="ADAL" clId="{E11AB248-0A92-4BC9-91F6-FC63515E54C7}" dt="2026-09-04T13:33:20.405" v="7259" actId="20577"/>
          <ac:spMkLst>
            <pc:docMk/>
            <pc:sldMk cId="696880382" sldId="289"/>
            <ac:spMk id="2" creationId="{DC48FBA4-B6AC-AFA4-7AE5-EC7FBC8473B7}"/>
          </ac:spMkLst>
        </pc:spChg>
        <pc:spChg chg="mod">
          <ac:chgData name="Kouw, Wouter" userId="181af57e-047a-4b62-bb15-f1772c70f045" providerId="ADAL" clId="{E11AB248-0A92-4BC9-91F6-FC63515E54C7}" dt="2026-09-04T14:37:20" v="8278" actId="20577"/>
          <ac:spMkLst>
            <pc:docMk/>
            <pc:sldMk cId="696880382" sldId="289"/>
            <ac:spMk id="3" creationId="{7A34600D-FF2F-84CA-42A2-88972CA1D819}"/>
          </ac:spMkLst>
        </pc:spChg>
        <pc:spChg chg="del">
          <ac:chgData name="Kouw, Wouter" userId="181af57e-047a-4b62-bb15-f1772c70f045" providerId="ADAL" clId="{E11AB248-0A92-4BC9-91F6-FC63515E54C7}" dt="2026-09-04T09:50:14.176" v="6898" actId="478"/>
          <ac:spMkLst>
            <pc:docMk/>
            <pc:sldMk cId="696880382" sldId="289"/>
            <ac:spMk id="5" creationId="{6878E244-CA6E-C702-CA5D-D4EEB6EBCC5D}"/>
          </ac:spMkLst>
        </pc:spChg>
        <pc:spChg chg="del mod">
          <ac:chgData name="Kouw, Wouter" userId="181af57e-047a-4b62-bb15-f1772c70f045" providerId="ADAL" clId="{E11AB248-0A92-4BC9-91F6-FC63515E54C7}" dt="2026-09-04T13:17:20.834" v="6942" actId="478"/>
          <ac:spMkLst>
            <pc:docMk/>
            <pc:sldMk cId="696880382" sldId="289"/>
            <ac:spMk id="7" creationId="{CC654EF6-3627-DCC8-281D-471325DC1168}"/>
          </ac:spMkLst>
        </pc:spChg>
        <pc:spChg chg="del">
          <ac:chgData name="Kouw, Wouter" userId="181af57e-047a-4b62-bb15-f1772c70f045" providerId="ADAL" clId="{E11AB248-0A92-4BC9-91F6-FC63515E54C7}" dt="2026-09-03T21:27:39.143" v="4012" actId="478"/>
          <ac:spMkLst>
            <pc:docMk/>
            <pc:sldMk cId="696880382" sldId="289"/>
            <ac:spMk id="9" creationId="{2E3E72FC-BF04-63EC-3896-C500FC258EBC}"/>
          </ac:spMkLst>
        </pc:spChg>
        <pc:spChg chg="del">
          <ac:chgData name="Kouw, Wouter" userId="181af57e-047a-4b62-bb15-f1772c70f045" providerId="ADAL" clId="{E11AB248-0A92-4BC9-91F6-FC63515E54C7}" dt="2026-09-03T21:27:37.668" v="4010" actId="478"/>
          <ac:spMkLst>
            <pc:docMk/>
            <pc:sldMk cId="696880382" sldId="289"/>
            <ac:spMk id="10" creationId="{60412979-8D58-F4AA-4ECF-92553FA78E5F}"/>
          </ac:spMkLst>
        </pc:spChg>
        <pc:spChg chg="del">
          <ac:chgData name="Kouw, Wouter" userId="181af57e-047a-4b62-bb15-f1772c70f045" providerId="ADAL" clId="{E11AB248-0A92-4BC9-91F6-FC63515E54C7}" dt="2026-09-03T21:27:40.711" v="4013" actId="478"/>
          <ac:spMkLst>
            <pc:docMk/>
            <pc:sldMk cId="696880382" sldId="289"/>
            <ac:spMk id="12" creationId="{6597C34F-9AE7-CCBB-D0F1-35D11BFD45A2}"/>
          </ac:spMkLst>
        </pc:spChg>
        <pc:spChg chg="del">
          <ac:chgData name="Kouw, Wouter" userId="181af57e-047a-4b62-bb15-f1772c70f045" providerId="ADAL" clId="{E11AB248-0A92-4BC9-91F6-FC63515E54C7}" dt="2026-09-04T13:18:24.867" v="7120" actId="478"/>
          <ac:spMkLst>
            <pc:docMk/>
            <pc:sldMk cId="696880382" sldId="289"/>
            <ac:spMk id="13" creationId="{96250319-A44B-1DF8-30EC-D88D97279632}"/>
          </ac:spMkLst>
        </pc:spChg>
        <pc:spChg chg="del">
          <ac:chgData name="Kouw, Wouter" userId="181af57e-047a-4b62-bb15-f1772c70f045" providerId="ADAL" clId="{E11AB248-0A92-4BC9-91F6-FC63515E54C7}" dt="2026-09-04T13:18:26.253" v="7121" actId="478"/>
          <ac:spMkLst>
            <pc:docMk/>
            <pc:sldMk cId="696880382" sldId="289"/>
            <ac:spMk id="14" creationId="{3DD58816-1391-5AEF-B254-46E13B1C99C1}"/>
          </ac:spMkLst>
        </pc:spChg>
        <pc:spChg chg="del">
          <ac:chgData name="Kouw, Wouter" userId="181af57e-047a-4b62-bb15-f1772c70f045" providerId="ADAL" clId="{E11AB248-0A92-4BC9-91F6-FC63515E54C7}" dt="2026-09-04T13:18:22.094" v="7119" actId="478"/>
          <ac:spMkLst>
            <pc:docMk/>
            <pc:sldMk cId="696880382" sldId="289"/>
            <ac:spMk id="16" creationId="{DC41A3DE-F9A3-C9F3-E463-09A90B75FDE5}"/>
          </ac:spMkLst>
        </pc:spChg>
        <pc:spChg chg="del">
          <ac:chgData name="Kouw, Wouter" userId="181af57e-047a-4b62-bb15-f1772c70f045" providerId="ADAL" clId="{E11AB248-0A92-4BC9-91F6-FC63515E54C7}" dt="2026-09-04T13:24:38.229" v="7209" actId="478"/>
          <ac:spMkLst>
            <pc:docMk/>
            <pc:sldMk cId="696880382" sldId="289"/>
            <ac:spMk id="17" creationId="{F8DDBB45-437C-4BA1-54FC-5BA0CE2E5E1B}"/>
          </ac:spMkLst>
        </pc:spChg>
        <pc:spChg chg="del">
          <ac:chgData name="Kouw, Wouter" userId="181af57e-047a-4b62-bb15-f1772c70f045" providerId="ADAL" clId="{E11AB248-0A92-4BC9-91F6-FC63515E54C7}" dt="2026-09-04T13:24:39.341" v="7210" actId="478"/>
          <ac:spMkLst>
            <pc:docMk/>
            <pc:sldMk cId="696880382" sldId="289"/>
            <ac:spMk id="19" creationId="{45BCEF9C-A8D3-6A20-3479-81105CCA0EFE}"/>
          </ac:spMkLst>
        </pc:spChg>
        <pc:picChg chg="add mod">
          <ac:chgData name="Kouw, Wouter" userId="181af57e-047a-4b62-bb15-f1772c70f045" providerId="ADAL" clId="{E11AB248-0A92-4BC9-91F6-FC63515E54C7}" dt="2026-09-04T14:37:04.465" v="8273" actId="1076"/>
          <ac:picMkLst>
            <pc:docMk/>
            <pc:sldMk cId="696880382" sldId="289"/>
            <ac:picMk id="4" creationId="{C99955C5-ADD6-BCC2-E13E-F461B8F301CB}"/>
          </ac:picMkLst>
        </pc:picChg>
        <pc:picChg chg="del">
          <ac:chgData name="Kouw, Wouter" userId="181af57e-047a-4b62-bb15-f1772c70f045" providerId="ADAL" clId="{E11AB248-0A92-4BC9-91F6-FC63515E54C7}" dt="2026-09-04T13:17:12.701" v="6940" actId="478"/>
          <ac:picMkLst>
            <pc:docMk/>
            <pc:sldMk cId="696880382" sldId="289"/>
            <ac:picMk id="8" creationId="{8682AD75-6EA2-5FAA-320A-468F38D8BF10}"/>
          </ac:picMkLst>
        </pc:picChg>
        <pc:picChg chg="del">
          <ac:chgData name="Kouw, Wouter" userId="181af57e-047a-4b62-bb15-f1772c70f045" providerId="ADAL" clId="{E11AB248-0A92-4BC9-91F6-FC63515E54C7}" dt="2026-09-03T21:27:38.652" v="4011" actId="478"/>
          <ac:picMkLst>
            <pc:docMk/>
            <pc:sldMk cId="696880382" sldId="289"/>
            <ac:picMk id="11" creationId="{89726A6D-8128-34DE-82A9-D97D33DD91C8}"/>
          </ac:picMkLst>
        </pc:picChg>
        <pc:picChg chg="del">
          <ac:chgData name="Kouw, Wouter" userId="181af57e-047a-4b62-bb15-f1772c70f045" providerId="ADAL" clId="{E11AB248-0A92-4BC9-91F6-FC63515E54C7}" dt="2026-09-04T13:18:51.931" v="7152" actId="478"/>
          <ac:picMkLst>
            <pc:docMk/>
            <pc:sldMk cId="696880382" sldId="289"/>
            <ac:picMk id="15" creationId="{2C342240-1E5E-9238-D3C4-11DB7A8269B8}"/>
          </ac:picMkLst>
        </pc:picChg>
        <pc:picChg chg="del">
          <ac:chgData name="Kouw, Wouter" userId="181af57e-047a-4b62-bb15-f1772c70f045" providerId="ADAL" clId="{E11AB248-0A92-4BC9-91F6-FC63515E54C7}" dt="2026-09-04T13:24:36.461" v="7208" actId="478"/>
          <ac:picMkLst>
            <pc:docMk/>
            <pc:sldMk cId="696880382" sldId="289"/>
            <ac:picMk id="18" creationId="{35816B02-163F-3639-F7C4-E1CF6C7947B9}"/>
          </ac:picMkLst>
        </pc:picChg>
        <pc:picChg chg="add del mod">
          <ac:chgData name="Kouw, Wouter" userId="181af57e-047a-4b62-bb15-f1772c70f045" providerId="ADAL" clId="{E11AB248-0A92-4BC9-91F6-FC63515E54C7}" dt="2026-09-04T13:38:52.500" v="7361" actId="478"/>
          <ac:picMkLst>
            <pc:docMk/>
            <pc:sldMk cId="696880382" sldId="289"/>
            <ac:picMk id="21" creationId="{BB52C9A0-4433-2018-1398-6F0396992F74}"/>
          </ac:picMkLst>
        </pc:picChg>
        <pc:picChg chg="add mod modCrop">
          <ac:chgData name="Kouw, Wouter" userId="181af57e-047a-4b62-bb15-f1772c70f045" providerId="ADAL" clId="{E11AB248-0A92-4BC9-91F6-FC63515E54C7}" dt="2026-09-04T20:57:01.711" v="10805" actId="732"/>
          <ac:picMkLst>
            <pc:docMk/>
            <pc:sldMk cId="696880382" sldId="289"/>
            <ac:picMk id="22" creationId="{25F900F9-A7CD-2A36-FD9A-7A755BB8A291}"/>
          </ac:picMkLst>
        </pc:picChg>
      </pc:sldChg>
      <pc:sldChg chg="delSp modSp add mod ord">
        <pc:chgData name="Kouw, Wouter" userId="181af57e-047a-4b62-bb15-f1772c70f045" providerId="ADAL" clId="{E11AB248-0A92-4BC9-91F6-FC63515E54C7}" dt="2026-09-03T21:35:18.446" v="4314" actId="20577"/>
        <pc:sldMkLst>
          <pc:docMk/>
          <pc:sldMk cId="223733262" sldId="290"/>
        </pc:sldMkLst>
        <pc:spChg chg="mod">
          <ac:chgData name="Kouw, Wouter" userId="181af57e-047a-4b62-bb15-f1772c70f045" providerId="ADAL" clId="{E11AB248-0A92-4BC9-91F6-FC63515E54C7}" dt="2026-09-03T21:33:24.671" v="4168" actId="20577"/>
          <ac:spMkLst>
            <pc:docMk/>
            <pc:sldMk cId="223733262" sldId="290"/>
            <ac:spMk id="2" creationId="{D2549B6C-22A1-22DB-BF52-5A9C85DE291C}"/>
          </ac:spMkLst>
        </pc:spChg>
        <pc:spChg chg="mod">
          <ac:chgData name="Kouw, Wouter" userId="181af57e-047a-4b62-bb15-f1772c70f045" providerId="ADAL" clId="{E11AB248-0A92-4BC9-91F6-FC63515E54C7}" dt="2026-09-03T21:35:00.455" v="4294" actId="20577"/>
          <ac:spMkLst>
            <pc:docMk/>
            <pc:sldMk cId="223733262" sldId="290"/>
            <ac:spMk id="7" creationId="{E5B68853-2B00-08CA-EE0E-7F9DB28C83B3}"/>
          </ac:spMkLst>
        </pc:spChg>
        <pc:spChg chg="mod">
          <ac:chgData name="Kouw, Wouter" userId="181af57e-047a-4b62-bb15-f1772c70f045" providerId="ADAL" clId="{E11AB248-0A92-4BC9-91F6-FC63515E54C7}" dt="2026-09-03T21:35:18.446" v="4314" actId="20577"/>
          <ac:spMkLst>
            <pc:docMk/>
            <pc:sldMk cId="223733262" sldId="290"/>
            <ac:spMk id="9" creationId="{EF1109E7-3506-DB87-CDA5-556748BFB1D9}"/>
          </ac:spMkLst>
        </pc:spChg>
        <pc:spChg chg="del mod">
          <ac:chgData name="Kouw, Wouter" userId="181af57e-047a-4b62-bb15-f1772c70f045" providerId="ADAL" clId="{E11AB248-0A92-4BC9-91F6-FC63515E54C7}" dt="2026-09-03T21:33:33.262" v="4171" actId="478"/>
          <ac:spMkLst>
            <pc:docMk/>
            <pc:sldMk cId="223733262" sldId="290"/>
            <ac:spMk id="10" creationId="{07AC89EF-41CF-087F-7A5F-7761849759BD}"/>
          </ac:spMkLst>
        </pc:spChg>
        <pc:spChg chg="del">
          <ac:chgData name="Kouw, Wouter" userId="181af57e-047a-4b62-bb15-f1772c70f045" providerId="ADAL" clId="{E11AB248-0A92-4BC9-91F6-FC63515E54C7}" dt="2026-09-03T21:33:30.215" v="4169" actId="478"/>
          <ac:spMkLst>
            <pc:docMk/>
            <pc:sldMk cId="223733262" sldId="290"/>
            <ac:spMk id="11" creationId="{598446DC-7386-6557-1A77-FC47FB997C3F}"/>
          </ac:spMkLst>
        </pc:spChg>
      </pc:sldChg>
      <pc:sldChg chg="addSp delSp modSp new mod chgLayout">
        <pc:chgData name="Kouw, Wouter" userId="181af57e-047a-4b62-bb15-f1772c70f045" providerId="ADAL" clId="{E11AB248-0A92-4BC9-91F6-FC63515E54C7}" dt="2026-09-03T21:34:40.647" v="4269" actId="478"/>
        <pc:sldMkLst>
          <pc:docMk/>
          <pc:sldMk cId="884098859" sldId="291"/>
        </pc:sldMkLst>
        <pc:spChg chg="del mod ord">
          <ac:chgData name="Kouw, Wouter" userId="181af57e-047a-4b62-bb15-f1772c70f045" providerId="ADAL" clId="{E11AB248-0A92-4BC9-91F6-FC63515E54C7}" dt="2026-09-03T21:34:40.647" v="4269" actId="478"/>
          <ac:spMkLst>
            <pc:docMk/>
            <pc:sldMk cId="884098859" sldId="291"/>
            <ac:spMk id="2" creationId="{CFE2653D-4241-DA8D-AEE4-DF8760E5C374}"/>
          </ac:spMkLst>
        </pc:spChg>
        <pc:spChg chg="mod ord">
          <ac:chgData name="Kouw, Wouter" userId="181af57e-047a-4b62-bb15-f1772c70f045" providerId="ADAL" clId="{E11AB248-0A92-4BC9-91F6-FC63515E54C7}" dt="2026-09-03T21:34:36.591" v="4268" actId="700"/>
          <ac:spMkLst>
            <pc:docMk/>
            <pc:sldMk cId="884098859" sldId="291"/>
            <ac:spMk id="3" creationId="{0C4EF258-21C6-19FA-5400-7A91DEA0E21E}"/>
          </ac:spMkLst>
        </pc:spChg>
        <pc:spChg chg="del mod ord">
          <ac:chgData name="Kouw, Wouter" userId="181af57e-047a-4b62-bb15-f1772c70f045" providerId="ADAL" clId="{E11AB248-0A92-4BC9-91F6-FC63515E54C7}" dt="2026-09-03T21:34:36.591" v="4268" actId="700"/>
          <ac:spMkLst>
            <pc:docMk/>
            <pc:sldMk cId="884098859" sldId="291"/>
            <ac:spMk id="4" creationId="{CF9A5E0B-FC8F-6CE9-2E19-3B051A240332}"/>
          </ac:spMkLst>
        </pc:spChg>
        <pc:spChg chg="del mod ord">
          <ac:chgData name="Kouw, Wouter" userId="181af57e-047a-4b62-bb15-f1772c70f045" providerId="ADAL" clId="{E11AB248-0A92-4BC9-91F6-FC63515E54C7}" dt="2026-09-03T21:34:36.591" v="4268" actId="700"/>
          <ac:spMkLst>
            <pc:docMk/>
            <pc:sldMk cId="884098859" sldId="291"/>
            <ac:spMk id="5" creationId="{B72E0FF0-17B3-1921-35CC-B061DF143B3B}"/>
          </ac:spMkLst>
        </pc:spChg>
        <pc:spChg chg="add mod ord">
          <ac:chgData name="Kouw, Wouter" userId="181af57e-047a-4b62-bb15-f1772c70f045" providerId="ADAL" clId="{E11AB248-0A92-4BC9-91F6-FC63515E54C7}" dt="2026-09-03T21:34:36.591" v="4268" actId="700"/>
          <ac:spMkLst>
            <pc:docMk/>
            <pc:sldMk cId="884098859" sldId="291"/>
            <ac:spMk id="6" creationId="{9F3FA552-F7FD-D627-8607-3E881DD5F56B}"/>
          </ac:spMkLst>
        </pc:spChg>
        <pc:spChg chg="add mod ord">
          <ac:chgData name="Kouw, Wouter" userId="181af57e-047a-4b62-bb15-f1772c70f045" providerId="ADAL" clId="{E11AB248-0A92-4BC9-91F6-FC63515E54C7}" dt="2026-09-03T21:34:36.591" v="4268" actId="700"/>
          <ac:spMkLst>
            <pc:docMk/>
            <pc:sldMk cId="884098859" sldId="291"/>
            <ac:spMk id="7" creationId="{B4A2971D-1A31-AB07-FE41-7F55DB4FCDB2}"/>
          </ac:spMkLst>
        </pc:spChg>
      </pc:sldChg>
      <pc:sldChg chg="addSp delSp modSp add mod addAnim delAnim modAnim modShow">
        <pc:chgData name="Kouw, Wouter" userId="181af57e-047a-4b62-bb15-f1772c70f045" providerId="ADAL" clId="{E11AB248-0A92-4BC9-91F6-FC63515E54C7}" dt="2026-09-04T20:56:40.927" v="10801" actId="1076"/>
        <pc:sldMkLst>
          <pc:docMk/>
          <pc:sldMk cId="4065210449" sldId="292"/>
        </pc:sldMkLst>
        <pc:spChg chg="mod">
          <ac:chgData name="Kouw, Wouter" userId="181af57e-047a-4b62-bb15-f1772c70f045" providerId="ADAL" clId="{E11AB248-0A92-4BC9-91F6-FC63515E54C7}" dt="2026-09-04T13:33:15.296" v="7253" actId="20577"/>
          <ac:spMkLst>
            <pc:docMk/>
            <pc:sldMk cId="4065210449" sldId="292"/>
            <ac:spMk id="2" creationId="{ADBF6158-C3C3-6241-32F3-C591B515584F}"/>
          </ac:spMkLst>
        </pc:spChg>
        <pc:spChg chg="del mod">
          <ac:chgData name="Kouw, Wouter" userId="181af57e-047a-4b62-bb15-f1772c70f045" providerId="ADAL" clId="{E11AB248-0A92-4BC9-91F6-FC63515E54C7}" dt="2026-09-04T09:09:29.759" v="6791"/>
          <ac:spMkLst>
            <pc:docMk/>
            <pc:sldMk cId="4065210449" sldId="292"/>
            <ac:spMk id="3" creationId="{6CE99AC0-6441-C4D7-3658-E651851528D6}"/>
          </ac:spMkLst>
        </pc:spChg>
        <pc:spChg chg="del">
          <ac:chgData name="Kouw, Wouter" userId="181af57e-047a-4b62-bb15-f1772c70f045" providerId="ADAL" clId="{E11AB248-0A92-4BC9-91F6-FC63515E54C7}" dt="2026-09-04T19:27:58.695" v="8295" actId="478"/>
          <ac:spMkLst>
            <pc:docMk/>
            <pc:sldMk cId="4065210449" sldId="292"/>
            <ac:spMk id="17" creationId="{12CED8B1-C2C3-3CD7-1457-8949FF6CB1AF}"/>
          </ac:spMkLst>
        </pc:spChg>
        <pc:spChg chg="del mod">
          <ac:chgData name="Kouw, Wouter" userId="181af57e-047a-4b62-bb15-f1772c70f045" providerId="ADAL" clId="{E11AB248-0A92-4BC9-91F6-FC63515E54C7}" dt="2026-09-04T08:36:40.304" v="5975" actId="478"/>
          <ac:spMkLst>
            <pc:docMk/>
            <pc:sldMk cId="4065210449" sldId="292"/>
            <ac:spMk id="19" creationId="{203C76D8-8C64-74BB-AF86-9A4808CFB621}"/>
          </ac:spMkLst>
        </pc:spChg>
        <pc:picChg chg="add mod modCrop">
          <ac:chgData name="Kouw, Wouter" userId="181af57e-047a-4b62-bb15-f1772c70f045" providerId="ADAL" clId="{E11AB248-0A92-4BC9-91F6-FC63515E54C7}" dt="2026-09-04T20:56:40.927" v="10801" actId="1076"/>
          <ac:picMkLst>
            <pc:docMk/>
            <pc:sldMk cId="4065210449" sldId="292"/>
            <ac:picMk id="4" creationId="{C901A669-050F-0656-92FE-89F9DEBB33A9}"/>
          </ac:picMkLst>
        </pc:picChg>
        <pc:picChg chg="del mod">
          <ac:chgData name="Kouw, Wouter" userId="181af57e-047a-4b62-bb15-f1772c70f045" providerId="ADAL" clId="{E11AB248-0A92-4BC9-91F6-FC63515E54C7}" dt="2026-09-04T08:37:50.938" v="5982" actId="478"/>
          <ac:picMkLst>
            <pc:docMk/>
            <pc:sldMk cId="4065210449" sldId="292"/>
            <ac:picMk id="18" creationId="{16EE65AE-BDA5-8D65-709C-DDCF65E56613}"/>
          </ac:picMkLst>
        </pc:picChg>
      </pc:sldChg>
      <pc:sldChg chg="delSp add del mod">
        <pc:chgData name="Kouw, Wouter" userId="181af57e-047a-4b62-bb15-f1772c70f045" providerId="ADAL" clId="{E11AB248-0A92-4BC9-91F6-FC63515E54C7}" dt="2026-09-04T19:35:50.566" v="8544" actId="2696"/>
        <pc:sldMkLst>
          <pc:docMk/>
          <pc:sldMk cId="1067359612" sldId="293"/>
        </pc:sldMkLst>
        <pc:spChg chg="del">
          <ac:chgData name="Kouw, Wouter" userId="181af57e-047a-4b62-bb15-f1772c70f045" providerId="ADAL" clId="{E11AB248-0A92-4BC9-91F6-FC63515E54C7}" dt="2026-09-04T19:28:07.117" v="8297" actId="478"/>
          <ac:spMkLst>
            <pc:docMk/>
            <pc:sldMk cId="1067359612" sldId="293"/>
            <ac:spMk id="17" creationId="{79CA705B-D358-BD84-C31B-23B722228966}"/>
          </ac:spMkLst>
        </pc:spChg>
      </pc:sldChg>
      <pc:sldChg chg="modSp add mod modShow">
        <pc:chgData name="Kouw, Wouter" userId="181af57e-047a-4b62-bb15-f1772c70f045" providerId="ADAL" clId="{E11AB248-0A92-4BC9-91F6-FC63515E54C7}" dt="2026-09-04T19:36:10.803" v="8574" actId="20577"/>
        <pc:sldMkLst>
          <pc:docMk/>
          <pc:sldMk cId="3759278734" sldId="293"/>
        </pc:sldMkLst>
        <pc:spChg chg="mod">
          <ac:chgData name="Kouw, Wouter" userId="181af57e-047a-4b62-bb15-f1772c70f045" providerId="ADAL" clId="{E11AB248-0A92-4BC9-91F6-FC63515E54C7}" dt="2026-09-04T19:36:10.803" v="8574" actId="20577"/>
          <ac:spMkLst>
            <pc:docMk/>
            <pc:sldMk cId="3759278734" sldId="293"/>
            <ac:spMk id="2" creationId="{6C45E25C-52B0-4B43-4107-6F72D3D61B3D}"/>
          </ac:spMkLst>
        </pc:spChg>
      </pc:sldChg>
      <pc:sldChg chg="modSp add mod modClrScheme chgLayout">
        <pc:chgData name="Kouw, Wouter" userId="181af57e-047a-4b62-bb15-f1772c70f045" providerId="ADAL" clId="{E11AB248-0A92-4BC9-91F6-FC63515E54C7}" dt="2026-09-04T09:39:36.985" v="6878" actId="255"/>
        <pc:sldMkLst>
          <pc:docMk/>
          <pc:sldMk cId="1863904835" sldId="294"/>
        </pc:sldMkLst>
        <pc:spChg chg="mod ord">
          <ac:chgData name="Kouw, Wouter" userId="181af57e-047a-4b62-bb15-f1772c70f045" providerId="ADAL" clId="{E11AB248-0A92-4BC9-91F6-FC63515E54C7}" dt="2026-09-04T09:39:36.985" v="6878" actId="255"/>
          <ac:spMkLst>
            <pc:docMk/>
            <pc:sldMk cId="1863904835" sldId="294"/>
            <ac:spMk id="2" creationId="{ABADB75F-AC88-D4EB-012F-BEDA5C7DEB30}"/>
          </ac:spMkLst>
        </pc:spChg>
        <pc:spChg chg="mod ord">
          <ac:chgData name="Kouw, Wouter" userId="181af57e-047a-4b62-bb15-f1772c70f045" providerId="ADAL" clId="{E11AB248-0A92-4BC9-91F6-FC63515E54C7}" dt="2026-09-04T09:31:08.128" v="6860" actId="700"/>
          <ac:spMkLst>
            <pc:docMk/>
            <pc:sldMk cId="1863904835" sldId="294"/>
            <ac:spMk id="3" creationId="{62407176-70D7-489F-8560-8CBE687C6D7C}"/>
          </ac:spMkLst>
        </pc:spChg>
      </pc:sldChg>
      <pc:sldChg chg="modSp add mod modClrScheme chgLayout">
        <pc:chgData name="Kouw, Wouter" userId="181af57e-047a-4b62-bb15-f1772c70f045" providerId="ADAL" clId="{E11AB248-0A92-4BC9-91F6-FC63515E54C7}" dt="2026-09-04T09:40:00.890" v="6879" actId="255"/>
        <pc:sldMkLst>
          <pc:docMk/>
          <pc:sldMk cId="733181551" sldId="295"/>
        </pc:sldMkLst>
        <pc:spChg chg="mod ord">
          <ac:chgData name="Kouw, Wouter" userId="181af57e-047a-4b62-bb15-f1772c70f045" providerId="ADAL" clId="{E11AB248-0A92-4BC9-91F6-FC63515E54C7}" dt="2026-09-04T09:40:00.890" v="6879" actId="255"/>
          <ac:spMkLst>
            <pc:docMk/>
            <pc:sldMk cId="733181551" sldId="295"/>
            <ac:spMk id="2" creationId="{3FA048EB-9C90-FFE9-E7F2-F47C4A1A3A0B}"/>
          </ac:spMkLst>
        </pc:spChg>
        <pc:spChg chg="mod ord">
          <ac:chgData name="Kouw, Wouter" userId="181af57e-047a-4b62-bb15-f1772c70f045" providerId="ADAL" clId="{E11AB248-0A92-4BC9-91F6-FC63515E54C7}" dt="2026-09-04T09:31:11.132" v="6861" actId="700"/>
          <ac:spMkLst>
            <pc:docMk/>
            <pc:sldMk cId="733181551" sldId="295"/>
            <ac:spMk id="3" creationId="{2FA58DF9-5A3C-CF02-2A59-F6886259732D}"/>
          </ac:spMkLst>
        </pc:spChg>
      </pc:sldChg>
      <pc:sldChg chg="delSp modSp add del mod">
        <pc:chgData name="Kouw, Wouter" userId="181af57e-047a-4b62-bb15-f1772c70f045" providerId="ADAL" clId="{E11AB248-0A92-4BC9-91F6-FC63515E54C7}" dt="2026-09-04T14:37:34.893" v="8280" actId="47"/>
        <pc:sldMkLst>
          <pc:docMk/>
          <pc:sldMk cId="57083520" sldId="296"/>
        </pc:sldMkLst>
        <pc:spChg chg="mod">
          <ac:chgData name="Kouw, Wouter" userId="181af57e-047a-4b62-bb15-f1772c70f045" providerId="ADAL" clId="{E11AB248-0A92-4BC9-91F6-FC63515E54C7}" dt="2026-09-04T13:33:46.839" v="7324" actId="20577"/>
          <ac:spMkLst>
            <pc:docMk/>
            <pc:sldMk cId="57083520" sldId="296"/>
            <ac:spMk id="2" creationId="{044DB8F1-D880-B764-A664-3238BF00993D}"/>
          </ac:spMkLst>
        </pc:spChg>
        <pc:spChg chg="del">
          <ac:chgData name="Kouw, Wouter" userId="181af57e-047a-4b62-bb15-f1772c70f045" providerId="ADAL" clId="{E11AB248-0A92-4BC9-91F6-FC63515E54C7}" dt="2026-09-04T13:33:40.071" v="7291" actId="478"/>
          <ac:spMkLst>
            <pc:docMk/>
            <pc:sldMk cId="57083520" sldId="296"/>
            <ac:spMk id="7" creationId="{E0AFFDA0-4779-A49C-0345-C3E1B84D5900}"/>
          </ac:spMkLst>
        </pc:spChg>
      </pc:sldChg>
      <pc:sldChg chg="addSp delSp modSp add del mod delAnim modAnim">
        <pc:chgData name="Kouw, Wouter" userId="181af57e-047a-4b62-bb15-f1772c70f045" providerId="ADAL" clId="{E11AB248-0A92-4BC9-91F6-FC63515E54C7}" dt="2026-09-04T14:37:26.154" v="8279" actId="47"/>
        <pc:sldMkLst>
          <pc:docMk/>
          <pc:sldMk cId="166326361" sldId="297"/>
        </pc:sldMkLst>
        <pc:spChg chg="del mod">
          <ac:chgData name="Kouw, Wouter" userId="181af57e-047a-4b62-bb15-f1772c70f045" providerId="ADAL" clId="{E11AB248-0A92-4BC9-91F6-FC63515E54C7}" dt="2026-09-04T13:39:10.203" v="7364"/>
          <ac:spMkLst>
            <pc:docMk/>
            <pc:sldMk cId="166326361" sldId="297"/>
            <ac:spMk id="3" creationId="{B055E21B-EE3E-EEC4-934A-756662F69E54}"/>
          </ac:spMkLst>
        </pc:spChg>
        <pc:spChg chg="add mod">
          <ac:chgData name="Kouw, Wouter" userId="181af57e-047a-4b62-bb15-f1772c70f045" providerId="ADAL" clId="{E11AB248-0A92-4BC9-91F6-FC63515E54C7}" dt="2026-09-04T14:37:14.855" v="8275" actId="21"/>
          <ac:spMkLst>
            <pc:docMk/>
            <pc:sldMk cId="166326361" sldId="297"/>
            <ac:spMk id="8" creationId="{7F34B34A-D304-75AE-0A8C-565CD6C07446}"/>
          </ac:spMkLst>
        </pc:spChg>
        <pc:picChg chg="del">
          <ac:chgData name="Kouw, Wouter" userId="181af57e-047a-4b62-bb15-f1772c70f045" providerId="ADAL" clId="{E11AB248-0A92-4BC9-91F6-FC63515E54C7}" dt="2026-09-04T13:39:19.694" v="7367" actId="478"/>
          <ac:picMkLst>
            <pc:docMk/>
            <pc:sldMk cId="166326361" sldId="297"/>
            <ac:picMk id="4" creationId="{B391FC3F-547E-5674-07AF-A415FC93DE3A}"/>
          </ac:picMkLst>
        </pc:picChg>
        <pc:picChg chg="add del mod">
          <ac:chgData name="Kouw, Wouter" userId="181af57e-047a-4b62-bb15-f1772c70f045" providerId="ADAL" clId="{E11AB248-0A92-4BC9-91F6-FC63515E54C7}" dt="2026-09-04T14:37:14.855" v="8275" actId="21"/>
          <ac:picMkLst>
            <pc:docMk/>
            <pc:sldMk cId="166326361" sldId="297"/>
            <ac:picMk id="5" creationId="{25F900F9-A7CD-2A36-FD9A-7A755BB8A291}"/>
          </ac:picMkLst>
        </pc:picChg>
      </pc:sldChg>
      <pc:sldChg chg="addSp delSp modSp add mod delAnim modAnim modNotesTx">
        <pc:chgData name="Kouw, Wouter" userId="181af57e-047a-4b62-bb15-f1772c70f045" providerId="ADAL" clId="{E11AB248-0A92-4BC9-91F6-FC63515E54C7}" dt="2026-09-04T20:44:06.240" v="10155" actId="14100"/>
        <pc:sldMkLst>
          <pc:docMk/>
          <pc:sldMk cId="2854794194" sldId="298"/>
        </pc:sldMkLst>
        <pc:spChg chg="mod">
          <ac:chgData name="Kouw, Wouter" userId="181af57e-047a-4b62-bb15-f1772c70f045" providerId="ADAL" clId="{E11AB248-0A92-4BC9-91F6-FC63515E54C7}" dt="2026-09-04T14:08:01.358" v="8264" actId="20577"/>
          <ac:spMkLst>
            <pc:docMk/>
            <pc:sldMk cId="2854794194" sldId="298"/>
            <ac:spMk id="3" creationId="{9BFFE1CA-38DF-4812-FC26-1869C563F52B}"/>
          </ac:spMkLst>
        </pc:spChg>
        <pc:picChg chg="add del mod">
          <ac:chgData name="Kouw, Wouter" userId="181af57e-047a-4b62-bb15-f1772c70f045" providerId="ADAL" clId="{E11AB248-0A92-4BC9-91F6-FC63515E54C7}" dt="2026-09-04T14:57:07.202" v="8285" actId="478"/>
          <ac:picMkLst>
            <pc:docMk/>
            <pc:sldMk cId="2854794194" sldId="298"/>
            <ac:picMk id="4" creationId="{84FC1AC3-08C4-6F5D-1F9F-3EA7EFC4AF70}"/>
          </ac:picMkLst>
        </pc:picChg>
        <pc:picChg chg="add mod modCrop">
          <ac:chgData name="Kouw, Wouter" userId="181af57e-047a-4b62-bb15-f1772c70f045" providerId="ADAL" clId="{E11AB248-0A92-4BC9-91F6-FC63515E54C7}" dt="2026-09-04T20:44:06.240" v="10155" actId="14100"/>
          <ac:picMkLst>
            <pc:docMk/>
            <pc:sldMk cId="2854794194" sldId="298"/>
            <ac:picMk id="5" creationId="{A07E0FE2-1D39-55C3-331C-97D5065C47C5}"/>
          </ac:picMkLst>
        </pc:picChg>
      </pc:sldChg>
      <pc:sldChg chg="addSp delSp modSp new mod modClrScheme chgLayout">
        <pc:chgData name="Kouw, Wouter" userId="181af57e-047a-4b62-bb15-f1772c70f045" providerId="ADAL" clId="{E11AB248-0A92-4BC9-91F6-FC63515E54C7}" dt="2026-09-04T19:35:24.418" v="8498" actId="478"/>
        <pc:sldMkLst>
          <pc:docMk/>
          <pc:sldMk cId="4141411314" sldId="313"/>
        </pc:sldMkLst>
        <pc:spChg chg="del mod ord">
          <ac:chgData name="Kouw, Wouter" userId="181af57e-047a-4b62-bb15-f1772c70f045" providerId="ADAL" clId="{E11AB248-0A92-4BC9-91F6-FC63515E54C7}" dt="2026-09-04T19:35:16.846" v="8495" actId="700"/>
          <ac:spMkLst>
            <pc:docMk/>
            <pc:sldMk cId="4141411314" sldId="313"/>
            <ac:spMk id="2" creationId="{E72F7A80-55D5-AEDB-6F34-8A62D959CC1C}"/>
          </ac:spMkLst>
        </pc:spChg>
        <pc:spChg chg="del">
          <ac:chgData name="Kouw, Wouter" userId="181af57e-047a-4b62-bb15-f1772c70f045" providerId="ADAL" clId="{E11AB248-0A92-4BC9-91F6-FC63515E54C7}" dt="2026-09-04T19:35:16.846" v="8495" actId="700"/>
          <ac:spMkLst>
            <pc:docMk/>
            <pc:sldMk cId="4141411314" sldId="313"/>
            <ac:spMk id="3" creationId="{C31F0946-B65A-0164-898F-80E6C31CB5B2}"/>
          </ac:spMkLst>
        </pc:spChg>
        <pc:spChg chg="del mod ord">
          <ac:chgData name="Kouw, Wouter" userId="181af57e-047a-4b62-bb15-f1772c70f045" providerId="ADAL" clId="{E11AB248-0A92-4BC9-91F6-FC63515E54C7}" dt="2026-09-04T19:35:24.418" v="8498" actId="478"/>
          <ac:spMkLst>
            <pc:docMk/>
            <pc:sldMk cId="4141411314" sldId="313"/>
            <ac:spMk id="4" creationId="{9FE144B3-827D-E4F1-C57D-B6A11C5FB3C8}"/>
          </ac:spMkLst>
        </pc:spChg>
        <pc:spChg chg="mod ord">
          <ac:chgData name="Kouw, Wouter" userId="181af57e-047a-4b62-bb15-f1772c70f045" providerId="ADAL" clId="{E11AB248-0A92-4BC9-91F6-FC63515E54C7}" dt="2026-09-04T19:35:16.846" v="8495" actId="700"/>
          <ac:spMkLst>
            <pc:docMk/>
            <pc:sldMk cId="4141411314" sldId="313"/>
            <ac:spMk id="5" creationId="{59BBBB4F-30BC-E702-4EA5-66A7FE06E725}"/>
          </ac:spMkLst>
        </pc:spChg>
        <pc:spChg chg="add del mod ord">
          <ac:chgData name="Kouw, Wouter" userId="181af57e-047a-4b62-bb15-f1772c70f045" providerId="ADAL" clId="{E11AB248-0A92-4BC9-91F6-FC63515E54C7}" dt="2026-09-04T19:35:20.208" v="8496" actId="478"/>
          <ac:spMkLst>
            <pc:docMk/>
            <pc:sldMk cId="4141411314" sldId="313"/>
            <ac:spMk id="6" creationId="{1BBDA625-C74E-E113-DB5E-6B211031BC35}"/>
          </ac:spMkLst>
        </pc:spChg>
        <pc:spChg chg="add del mod ord">
          <ac:chgData name="Kouw, Wouter" userId="181af57e-047a-4b62-bb15-f1772c70f045" providerId="ADAL" clId="{E11AB248-0A92-4BC9-91F6-FC63515E54C7}" dt="2026-09-04T19:35:23.120" v="8497" actId="478"/>
          <ac:spMkLst>
            <pc:docMk/>
            <pc:sldMk cId="4141411314" sldId="313"/>
            <ac:spMk id="7" creationId="{2CD9FE5C-DE1E-C93F-38A0-6E1DC800434A}"/>
          </ac:spMkLst>
        </pc:spChg>
      </pc:sldChg>
      <pc:sldChg chg="addSp delSp modSp new del mod modClrScheme chgLayout">
        <pc:chgData name="Kouw, Wouter" userId="181af57e-047a-4b62-bb15-f1772c70f045" providerId="ADAL" clId="{E11AB248-0A92-4BC9-91F6-FC63515E54C7}" dt="2026-09-04T19:36:13.580" v="8575" actId="47"/>
        <pc:sldMkLst>
          <pc:docMk/>
          <pc:sldMk cId="3170766508" sldId="314"/>
        </pc:sldMkLst>
        <pc:spChg chg="del mod ord">
          <ac:chgData name="Kouw, Wouter" userId="181af57e-047a-4b62-bb15-f1772c70f045" providerId="ADAL" clId="{E11AB248-0A92-4BC9-91F6-FC63515E54C7}" dt="2026-09-04T19:35:32.454" v="8500" actId="700"/>
          <ac:spMkLst>
            <pc:docMk/>
            <pc:sldMk cId="3170766508" sldId="314"/>
            <ac:spMk id="2" creationId="{934A372C-5F91-5807-8950-FDFF7923237A}"/>
          </ac:spMkLst>
        </pc:spChg>
        <pc:spChg chg="del">
          <ac:chgData name="Kouw, Wouter" userId="181af57e-047a-4b62-bb15-f1772c70f045" providerId="ADAL" clId="{E11AB248-0A92-4BC9-91F6-FC63515E54C7}" dt="2026-09-04T19:35:32.454" v="8500" actId="700"/>
          <ac:spMkLst>
            <pc:docMk/>
            <pc:sldMk cId="3170766508" sldId="314"/>
            <ac:spMk id="3" creationId="{38D8C825-5A0F-9AA3-C7F5-9FF094FC11A2}"/>
          </ac:spMkLst>
        </pc:spChg>
        <pc:spChg chg="mod ord">
          <ac:chgData name="Kouw, Wouter" userId="181af57e-047a-4b62-bb15-f1772c70f045" providerId="ADAL" clId="{E11AB248-0A92-4BC9-91F6-FC63515E54C7}" dt="2026-09-04T19:35:32.454" v="8500" actId="700"/>
          <ac:spMkLst>
            <pc:docMk/>
            <pc:sldMk cId="3170766508" sldId="314"/>
            <ac:spMk id="4" creationId="{CEFD37EF-E5F5-5F3D-7EAB-504728ACB433}"/>
          </ac:spMkLst>
        </pc:spChg>
        <pc:spChg chg="mod ord">
          <ac:chgData name="Kouw, Wouter" userId="181af57e-047a-4b62-bb15-f1772c70f045" providerId="ADAL" clId="{E11AB248-0A92-4BC9-91F6-FC63515E54C7}" dt="2026-09-04T19:35:32.454" v="8500" actId="700"/>
          <ac:spMkLst>
            <pc:docMk/>
            <pc:sldMk cId="3170766508" sldId="314"/>
            <ac:spMk id="5" creationId="{7CA232CE-772F-09B3-A1D8-841B6CA7B58B}"/>
          </ac:spMkLst>
        </pc:spChg>
        <pc:spChg chg="add mod ord">
          <ac:chgData name="Kouw, Wouter" userId="181af57e-047a-4b62-bb15-f1772c70f045" providerId="ADAL" clId="{E11AB248-0A92-4BC9-91F6-FC63515E54C7}" dt="2026-09-04T19:35:42.681" v="8543" actId="20577"/>
          <ac:spMkLst>
            <pc:docMk/>
            <pc:sldMk cId="3170766508" sldId="314"/>
            <ac:spMk id="6" creationId="{22C36767-515B-D617-0C79-0041351891BF}"/>
          </ac:spMkLst>
        </pc:spChg>
        <pc:spChg chg="add mod ord">
          <ac:chgData name="Kouw, Wouter" userId="181af57e-047a-4b62-bb15-f1772c70f045" providerId="ADAL" clId="{E11AB248-0A92-4BC9-91F6-FC63515E54C7}" dt="2026-09-04T19:35:32.454" v="8500" actId="700"/>
          <ac:spMkLst>
            <pc:docMk/>
            <pc:sldMk cId="3170766508" sldId="314"/>
            <ac:spMk id="7" creationId="{8DCA777C-E367-CB0C-6110-FEEAF31A5E85}"/>
          </ac:spMkLst>
        </pc:spChg>
      </pc:sldChg>
      <pc:sldChg chg="addSp delSp modSp new mod modClrScheme chgLayout">
        <pc:chgData name="Kouw, Wouter" userId="181af57e-047a-4b62-bb15-f1772c70f045" providerId="ADAL" clId="{E11AB248-0A92-4BC9-91F6-FC63515E54C7}" dt="2026-09-04T19:51:10.473" v="9153" actId="20577"/>
        <pc:sldMkLst>
          <pc:docMk/>
          <pc:sldMk cId="3259223990" sldId="314"/>
        </pc:sldMkLst>
        <pc:spChg chg="del mod ord">
          <ac:chgData name="Kouw, Wouter" userId="181af57e-047a-4b62-bb15-f1772c70f045" providerId="ADAL" clId="{E11AB248-0A92-4BC9-91F6-FC63515E54C7}" dt="2026-09-04T19:44:42.584" v="8853" actId="700"/>
          <ac:spMkLst>
            <pc:docMk/>
            <pc:sldMk cId="3259223990" sldId="314"/>
            <ac:spMk id="2" creationId="{2CFA984A-654D-9E1C-2131-8049B926D6D7}"/>
          </ac:spMkLst>
        </pc:spChg>
        <pc:spChg chg="del">
          <ac:chgData name="Kouw, Wouter" userId="181af57e-047a-4b62-bb15-f1772c70f045" providerId="ADAL" clId="{E11AB248-0A92-4BC9-91F6-FC63515E54C7}" dt="2026-09-04T19:44:42.584" v="8853" actId="700"/>
          <ac:spMkLst>
            <pc:docMk/>
            <pc:sldMk cId="3259223990" sldId="314"/>
            <ac:spMk id="3" creationId="{85656FED-4A5B-65BB-584A-1EC39084F04F}"/>
          </ac:spMkLst>
        </pc:spChg>
        <pc:spChg chg="del mod ord">
          <ac:chgData name="Kouw, Wouter" userId="181af57e-047a-4b62-bb15-f1772c70f045" providerId="ADAL" clId="{E11AB248-0A92-4BC9-91F6-FC63515E54C7}" dt="2026-09-04T19:50:56.314" v="9150" actId="478"/>
          <ac:spMkLst>
            <pc:docMk/>
            <pc:sldMk cId="3259223990" sldId="314"/>
            <ac:spMk id="4" creationId="{AE95CA1B-0893-035B-1004-69B7118F535E}"/>
          </ac:spMkLst>
        </pc:spChg>
        <pc:spChg chg="mod ord">
          <ac:chgData name="Kouw, Wouter" userId="181af57e-047a-4b62-bb15-f1772c70f045" providerId="ADAL" clId="{E11AB248-0A92-4BC9-91F6-FC63515E54C7}" dt="2026-09-04T19:44:42.584" v="8853" actId="700"/>
          <ac:spMkLst>
            <pc:docMk/>
            <pc:sldMk cId="3259223990" sldId="314"/>
            <ac:spMk id="5" creationId="{9A9C967A-7746-3719-EA5D-55D8EED96D6C}"/>
          </ac:spMkLst>
        </pc:spChg>
        <pc:spChg chg="add mod ord">
          <ac:chgData name="Kouw, Wouter" userId="181af57e-047a-4b62-bb15-f1772c70f045" providerId="ADAL" clId="{E11AB248-0A92-4BC9-91F6-FC63515E54C7}" dt="2026-09-04T19:51:10.473" v="9153" actId="20577"/>
          <ac:spMkLst>
            <pc:docMk/>
            <pc:sldMk cId="3259223990" sldId="314"/>
            <ac:spMk id="6" creationId="{13B7027D-8768-A01A-F476-3B03A2E1910C}"/>
          </ac:spMkLst>
        </pc:spChg>
        <pc:spChg chg="add mod ord">
          <ac:chgData name="Kouw, Wouter" userId="181af57e-047a-4b62-bb15-f1772c70f045" providerId="ADAL" clId="{E11AB248-0A92-4BC9-91F6-FC63515E54C7}" dt="2026-09-04T19:45:12.703" v="8913"/>
          <ac:spMkLst>
            <pc:docMk/>
            <pc:sldMk cId="3259223990" sldId="314"/>
            <ac:spMk id="7" creationId="{86AE1466-2DCD-72FB-65A5-F631F686C4F7}"/>
          </ac:spMkLst>
        </pc:spChg>
        <pc:picChg chg="add mod">
          <ac:chgData name="Kouw, Wouter" userId="181af57e-047a-4b62-bb15-f1772c70f045" providerId="ADAL" clId="{E11AB248-0A92-4BC9-91F6-FC63515E54C7}" dt="2026-09-04T19:51:07.749" v="9152" actId="1076"/>
          <ac:picMkLst>
            <pc:docMk/>
            <pc:sldMk cId="3259223990" sldId="314"/>
            <ac:picMk id="9" creationId="{EF9B49EB-542B-475E-0563-7319B3F2812C}"/>
          </ac:picMkLst>
        </pc:picChg>
      </pc:sldChg>
      <pc:sldChg chg="addSp delSp modSp add mod delAnim modAnim">
        <pc:chgData name="Kouw, Wouter" userId="181af57e-047a-4b62-bb15-f1772c70f045" providerId="ADAL" clId="{E11AB248-0A92-4BC9-91F6-FC63515E54C7}" dt="2026-09-04T21:04:53.819" v="11091" actId="14100"/>
        <pc:sldMkLst>
          <pc:docMk/>
          <pc:sldMk cId="1781073130" sldId="315"/>
        </pc:sldMkLst>
        <pc:spChg chg="mod">
          <ac:chgData name="Kouw, Wouter" userId="181af57e-047a-4b62-bb15-f1772c70f045" providerId="ADAL" clId="{E11AB248-0A92-4BC9-91F6-FC63515E54C7}" dt="2026-09-04T20:59:19.411" v="10817" actId="207"/>
          <ac:spMkLst>
            <pc:docMk/>
            <pc:sldMk cId="1781073130" sldId="315"/>
            <ac:spMk id="2" creationId="{1774E6D3-2393-ED6B-7E02-C3F632BBF4A6}"/>
          </ac:spMkLst>
        </pc:spChg>
        <pc:spChg chg="del mod">
          <ac:chgData name="Kouw, Wouter" userId="181af57e-047a-4b62-bb15-f1772c70f045" providerId="ADAL" clId="{E11AB248-0A92-4BC9-91F6-FC63515E54C7}" dt="2026-09-04T20:59:35.337" v="10820"/>
          <ac:spMkLst>
            <pc:docMk/>
            <pc:sldMk cId="1781073130" sldId="315"/>
            <ac:spMk id="4" creationId="{8A94174D-3011-C3A7-392E-1151B8DA3F06}"/>
          </ac:spMkLst>
        </pc:spChg>
        <pc:picChg chg="add mod">
          <ac:chgData name="Kouw, Wouter" userId="181af57e-047a-4b62-bb15-f1772c70f045" providerId="ADAL" clId="{E11AB248-0A92-4BC9-91F6-FC63515E54C7}" dt="2026-09-04T21:04:53.819" v="11091" actId="14100"/>
          <ac:picMkLst>
            <pc:docMk/>
            <pc:sldMk cId="1781073130" sldId="315"/>
            <ac:picMk id="3" creationId="{D018DC47-A225-60F5-52DF-463C16BCB8A3}"/>
          </ac:picMkLst>
        </pc:picChg>
        <pc:picChg chg="del">
          <ac:chgData name="Kouw, Wouter" userId="181af57e-047a-4b62-bb15-f1772c70f045" providerId="ADAL" clId="{E11AB248-0A92-4BC9-91F6-FC63515E54C7}" dt="2026-09-04T20:59:25.744" v="10818" actId="478"/>
          <ac:picMkLst>
            <pc:docMk/>
            <pc:sldMk cId="1781073130" sldId="315"/>
            <ac:picMk id="12" creationId="{C9BAD956-BFAE-66A4-CBA9-9D62B129D5AD}"/>
          </ac:picMkLst>
        </pc:picChg>
      </pc:sldChg>
      <pc:sldChg chg="addSp delSp modSp new mod modClrScheme chgLayout">
        <pc:chgData name="Kouw, Wouter" userId="181af57e-047a-4b62-bb15-f1772c70f045" providerId="ADAL" clId="{E11AB248-0A92-4BC9-91F6-FC63515E54C7}" dt="2026-09-04T21:02:06.201" v="10935" actId="20577"/>
        <pc:sldMkLst>
          <pc:docMk/>
          <pc:sldMk cId="2388252642" sldId="316"/>
        </pc:sldMkLst>
        <pc:spChg chg="del mod ord">
          <ac:chgData name="Kouw, Wouter" userId="181af57e-047a-4b62-bb15-f1772c70f045" providerId="ADAL" clId="{E11AB248-0A92-4BC9-91F6-FC63515E54C7}" dt="2026-09-04T21:01:20.714" v="10838" actId="700"/>
          <ac:spMkLst>
            <pc:docMk/>
            <pc:sldMk cId="2388252642" sldId="316"/>
            <ac:spMk id="2" creationId="{F0DC7F8D-9ED6-A318-24E4-DACEBBAB5446}"/>
          </ac:spMkLst>
        </pc:spChg>
        <pc:spChg chg="del">
          <ac:chgData name="Kouw, Wouter" userId="181af57e-047a-4b62-bb15-f1772c70f045" providerId="ADAL" clId="{E11AB248-0A92-4BC9-91F6-FC63515E54C7}" dt="2026-09-04T21:01:20.714" v="10838" actId="700"/>
          <ac:spMkLst>
            <pc:docMk/>
            <pc:sldMk cId="2388252642" sldId="316"/>
            <ac:spMk id="3" creationId="{031C67CE-C188-AA20-DE8C-29BD99976F25}"/>
          </ac:spMkLst>
        </pc:spChg>
        <pc:spChg chg="mod ord">
          <ac:chgData name="Kouw, Wouter" userId="181af57e-047a-4b62-bb15-f1772c70f045" providerId="ADAL" clId="{E11AB248-0A92-4BC9-91F6-FC63515E54C7}" dt="2026-09-04T21:01:20.714" v="10838" actId="700"/>
          <ac:spMkLst>
            <pc:docMk/>
            <pc:sldMk cId="2388252642" sldId="316"/>
            <ac:spMk id="4" creationId="{3ABB2275-75C0-F68E-040B-CF3845CF7047}"/>
          </ac:spMkLst>
        </pc:spChg>
        <pc:spChg chg="mod ord">
          <ac:chgData name="Kouw, Wouter" userId="181af57e-047a-4b62-bb15-f1772c70f045" providerId="ADAL" clId="{E11AB248-0A92-4BC9-91F6-FC63515E54C7}" dt="2026-09-04T21:01:20.714" v="10838" actId="700"/>
          <ac:spMkLst>
            <pc:docMk/>
            <pc:sldMk cId="2388252642" sldId="316"/>
            <ac:spMk id="5" creationId="{64F94421-2C24-8026-09A1-59ACA3DFFCD3}"/>
          </ac:spMkLst>
        </pc:spChg>
        <pc:spChg chg="add mod ord">
          <ac:chgData name="Kouw, Wouter" userId="181af57e-047a-4b62-bb15-f1772c70f045" providerId="ADAL" clId="{E11AB248-0A92-4BC9-91F6-FC63515E54C7}" dt="2026-09-04T21:01:43.562" v="10930" actId="20577"/>
          <ac:spMkLst>
            <pc:docMk/>
            <pc:sldMk cId="2388252642" sldId="316"/>
            <ac:spMk id="6" creationId="{8049FB18-CE98-34FB-185B-2909CEC37701}"/>
          </ac:spMkLst>
        </pc:spChg>
        <pc:spChg chg="add mod ord">
          <ac:chgData name="Kouw, Wouter" userId="181af57e-047a-4b62-bb15-f1772c70f045" providerId="ADAL" clId="{E11AB248-0A92-4BC9-91F6-FC63515E54C7}" dt="2026-09-04T21:02:06.201" v="10935" actId="20577"/>
          <ac:spMkLst>
            <pc:docMk/>
            <pc:sldMk cId="2388252642" sldId="316"/>
            <ac:spMk id="7" creationId="{AD6F87A2-04FA-DF70-0B82-DB0697A7B22F}"/>
          </ac:spMkLst>
        </pc:spChg>
      </pc:sldChg>
      <pc:sldMasterChg chg="addSp delSp modSp mod setBg modSldLayout sldLayoutOrd">
        <pc:chgData name="Kouw, Wouter" userId="181af57e-047a-4b62-bb15-f1772c70f045" providerId="ADAL" clId="{E11AB248-0A92-4BC9-91F6-FC63515E54C7}" dt="2026-09-03T18:36:19.123" v="155" actId="242"/>
        <pc:sldMasterMkLst>
          <pc:docMk/>
          <pc:sldMasterMk cId="2825351473" sldId="2147483648"/>
        </pc:sldMasterMkLst>
        <pc:spChg chg="mod">
          <ac:chgData name="Kouw, Wouter" userId="181af57e-047a-4b62-bb15-f1772c70f045" providerId="ADAL" clId="{E11AB248-0A92-4BC9-91F6-FC63515E54C7}" dt="2026-09-03T18:32:11.398" v="110" actId="207"/>
          <ac:spMkLst>
            <pc:docMk/>
            <pc:sldMasterMk cId="2825351473" sldId="2147483648"/>
            <ac:spMk id="2" creationId="{00000000-0000-0000-0000-000000000000}"/>
          </ac:spMkLst>
        </pc:spChg>
        <pc:spChg chg="mod">
          <ac:chgData name="Kouw, Wouter" userId="181af57e-047a-4b62-bb15-f1772c70f045" providerId="ADAL" clId="{E11AB248-0A92-4BC9-91F6-FC63515E54C7}" dt="2026-09-03T18:32:19.475" v="112" actId="207"/>
          <ac:spMkLst>
            <pc:docMk/>
            <pc:sldMasterMk cId="2825351473" sldId="2147483648"/>
            <ac:spMk id="3" creationId="{00000000-0000-0000-0000-000000000000}"/>
          </ac:spMkLst>
        </pc:spChg>
        <pc:spChg chg="mod">
          <ac:chgData name="Kouw, Wouter" userId="181af57e-047a-4b62-bb15-f1772c70f045" providerId="ADAL" clId="{E11AB248-0A92-4BC9-91F6-FC63515E54C7}" dt="2026-09-03T18:32:21.363" v="113" actId="207"/>
          <ac:spMkLst>
            <pc:docMk/>
            <pc:sldMasterMk cId="2825351473" sldId="2147483648"/>
            <ac:spMk id="5" creationId="{00000000-0000-0000-0000-000000000000}"/>
          </ac:spMkLst>
        </pc:spChg>
        <pc:spChg chg="mod">
          <ac:chgData name="Kouw, Wouter" userId="181af57e-047a-4b62-bb15-f1772c70f045" providerId="ADAL" clId="{E11AB248-0A92-4BC9-91F6-FC63515E54C7}" dt="2026-09-03T18:32:23.623" v="114" actId="207"/>
          <ac:spMkLst>
            <pc:docMk/>
            <pc:sldMasterMk cId="2825351473" sldId="2147483648"/>
            <ac:spMk id="6" creationId="{00000000-0000-0000-0000-000000000000}"/>
          </ac:spMkLst>
        </pc:spChg>
        <pc:picChg chg="add del">
          <ac:chgData name="Kouw, Wouter" userId="181af57e-047a-4b62-bb15-f1772c70f045" providerId="ADAL" clId="{E11AB248-0A92-4BC9-91F6-FC63515E54C7}" dt="2026-09-03T18:35:30.680" v="139" actId="21"/>
          <ac:picMkLst>
            <pc:docMk/>
            <pc:sldMasterMk cId="2825351473" sldId="2147483648"/>
            <ac:picMk id="9" creationId="{00000000-0000-0000-0000-000000000000}"/>
          </ac:picMkLst>
        </pc:picChg>
        <pc:sldLayoutChg chg="ord">
          <pc:chgData name="Kouw, Wouter" userId="181af57e-047a-4b62-bb15-f1772c70f045" providerId="ADAL" clId="{E11AB248-0A92-4BC9-91F6-FC63515E54C7}" dt="2026-09-03T18:32:58.916" v="116" actId="20578"/>
          <pc:sldLayoutMkLst>
            <pc:docMk/>
            <pc:sldMasterMk cId="2825351473" sldId="2147483648"/>
            <pc:sldLayoutMk cId="3464295636" sldId="2147483649"/>
          </pc:sldLayoutMkLst>
        </pc:sldLayoutChg>
        <pc:sldLayoutChg chg="delSp modSp mod ord">
          <pc:chgData name="Kouw, Wouter" userId="181af57e-047a-4b62-bb15-f1772c70f045" providerId="ADAL" clId="{E11AB248-0A92-4BC9-91F6-FC63515E54C7}" dt="2026-09-03T18:36:19.123" v="155" actId="242"/>
          <pc:sldLayoutMkLst>
            <pc:docMk/>
            <pc:sldMasterMk cId="2825351473" sldId="2147483648"/>
            <pc:sldLayoutMk cId="308458834" sldId="2147483650"/>
          </pc:sldLayoutMkLst>
          <pc:spChg chg="mod">
            <ac:chgData name="Kouw, Wouter" userId="181af57e-047a-4b62-bb15-f1772c70f045" providerId="ADAL" clId="{E11AB248-0A92-4BC9-91F6-FC63515E54C7}" dt="2026-09-03T18:36:19.123" v="155" actId="242"/>
            <ac:spMkLst>
              <pc:docMk/>
              <pc:sldMasterMk cId="2825351473" sldId="2147483648"/>
              <pc:sldLayoutMk cId="308458834" sldId="2147483650"/>
              <ac:spMk id="2" creationId="{00000000-0000-0000-0000-000000000000}"/>
            </ac:spMkLst>
          </pc:spChg>
          <pc:spChg chg="mod">
            <ac:chgData name="Kouw, Wouter" userId="181af57e-047a-4b62-bb15-f1772c70f045" providerId="ADAL" clId="{E11AB248-0A92-4BC9-91F6-FC63515E54C7}" dt="2026-09-03T18:36:13.234" v="153" actId="14100"/>
            <ac:spMkLst>
              <pc:docMk/>
              <pc:sldMasterMk cId="2825351473" sldId="2147483648"/>
              <pc:sldLayoutMk cId="308458834" sldId="2147483650"/>
              <ac:spMk id="3" creationId="{00000000-0000-0000-0000-000000000000}"/>
            </ac:spMkLst>
          </pc:spChg>
          <pc:spChg chg="del">
            <ac:chgData name="Kouw, Wouter" userId="181af57e-047a-4b62-bb15-f1772c70f045" providerId="ADAL" clId="{E11AB248-0A92-4BC9-91F6-FC63515E54C7}" dt="2026-09-03T18:35:59.924" v="147" actId="478"/>
            <ac:spMkLst>
              <pc:docMk/>
              <pc:sldMasterMk cId="2825351473" sldId="2147483648"/>
              <pc:sldLayoutMk cId="308458834" sldId="2147483650"/>
              <ac:spMk id="5" creationId="{00000000-0000-0000-0000-000000000000}"/>
            </ac:spMkLst>
          </pc:spChg>
          <pc:spChg chg="del">
            <ac:chgData name="Kouw, Wouter" userId="181af57e-047a-4b62-bb15-f1772c70f045" providerId="ADAL" clId="{E11AB248-0A92-4BC9-91F6-FC63515E54C7}" dt="2026-09-03T18:36:01.232" v="148" actId="478"/>
            <ac:spMkLst>
              <pc:docMk/>
              <pc:sldMasterMk cId="2825351473" sldId="2147483648"/>
              <pc:sldLayoutMk cId="308458834" sldId="2147483650"/>
              <ac:spMk id="6" creationId="{00000000-0000-0000-0000-000000000000}"/>
            </ac:spMkLst>
          </pc:spChg>
        </pc:sldLayoutChg>
        <pc:sldLayoutChg chg="addSp modSp mod">
          <pc:chgData name="Kouw, Wouter" userId="181af57e-047a-4b62-bb15-f1772c70f045" providerId="ADAL" clId="{E11AB248-0A92-4BC9-91F6-FC63515E54C7}" dt="2026-09-03T18:35:33.936" v="141" actId="22"/>
          <pc:sldLayoutMkLst>
            <pc:docMk/>
            <pc:sldMasterMk cId="2825351473" sldId="2147483648"/>
            <pc:sldLayoutMk cId="2942047236" sldId="2147483652"/>
          </pc:sldLayoutMkLst>
          <pc:spChg chg="mod">
            <ac:chgData name="Kouw, Wouter" userId="181af57e-047a-4b62-bb15-f1772c70f045" providerId="ADAL" clId="{E11AB248-0A92-4BC9-91F6-FC63515E54C7}" dt="2026-09-03T18:32:00.046" v="106" actId="207"/>
            <ac:spMkLst>
              <pc:docMk/>
              <pc:sldMasterMk cId="2825351473" sldId="2147483648"/>
              <pc:sldLayoutMk cId="2942047236" sldId="2147483652"/>
              <ac:spMk id="3" creationId="{00000000-0000-0000-0000-000000000000}"/>
            </ac:spMkLst>
          </pc:spChg>
          <pc:spChg chg="mod">
            <ac:chgData name="Kouw, Wouter" userId="181af57e-047a-4b62-bb15-f1772c70f045" providerId="ADAL" clId="{E11AB248-0A92-4BC9-91F6-FC63515E54C7}" dt="2026-09-03T18:32:02.649" v="107" actId="207"/>
            <ac:spMkLst>
              <pc:docMk/>
              <pc:sldMasterMk cId="2825351473" sldId="2147483648"/>
              <pc:sldLayoutMk cId="2942047236" sldId="2147483652"/>
              <ac:spMk id="4" creationId="{00000000-0000-0000-0000-000000000000}"/>
            </ac:spMkLst>
          </pc:spChg>
          <pc:spChg chg="mod">
            <ac:chgData name="Kouw, Wouter" userId="181af57e-047a-4b62-bb15-f1772c70f045" providerId="ADAL" clId="{E11AB248-0A92-4BC9-91F6-FC63515E54C7}" dt="2026-09-03T18:32:05.253" v="108" actId="207"/>
            <ac:spMkLst>
              <pc:docMk/>
              <pc:sldMasterMk cId="2825351473" sldId="2147483648"/>
              <pc:sldLayoutMk cId="2942047236" sldId="2147483652"/>
              <ac:spMk id="6" creationId="{00000000-0000-0000-0000-000000000000}"/>
            </ac:spMkLst>
          </pc:spChg>
          <pc:spChg chg="mod">
            <ac:chgData name="Kouw, Wouter" userId="181af57e-047a-4b62-bb15-f1772c70f045" providerId="ADAL" clId="{E11AB248-0A92-4BC9-91F6-FC63515E54C7}" dt="2026-09-03T18:32:07.565" v="109" actId="207"/>
            <ac:spMkLst>
              <pc:docMk/>
              <pc:sldMasterMk cId="2825351473" sldId="2147483648"/>
              <pc:sldLayoutMk cId="2942047236" sldId="2147483652"/>
              <ac:spMk id="7" creationId="{00000000-0000-0000-0000-000000000000}"/>
            </ac:spMkLst>
          </pc:spChg>
          <pc:picChg chg="add">
            <ac:chgData name="Kouw, Wouter" userId="181af57e-047a-4b62-bb15-f1772c70f045" providerId="ADAL" clId="{E11AB248-0A92-4BC9-91F6-FC63515E54C7}" dt="2026-09-03T18:35:33.936" v="141" actId="22"/>
            <ac:picMkLst>
              <pc:docMk/>
              <pc:sldMasterMk cId="2825351473" sldId="2147483648"/>
              <pc:sldLayoutMk cId="2942047236" sldId="2147483652"/>
              <ac:picMk id="5" creationId="{BD446003-0937-BFD6-65D1-FA86F8368BAB}"/>
            </ac:picMkLst>
          </pc:picChg>
        </pc:sldLayoutChg>
        <pc:sldLayoutChg chg="addSp mod setBg">
          <pc:chgData name="Kouw, Wouter" userId="181af57e-047a-4b62-bb15-f1772c70f045" providerId="ADAL" clId="{E11AB248-0A92-4BC9-91F6-FC63515E54C7}" dt="2026-09-03T18:35:35.179" v="142" actId="22"/>
          <pc:sldLayoutMkLst>
            <pc:docMk/>
            <pc:sldMasterMk cId="2825351473" sldId="2147483648"/>
            <pc:sldLayoutMk cId="2327325605" sldId="2147483662"/>
          </pc:sldLayoutMkLst>
          <pc:picChg chg="add">
            <ac:chgData name="Kouw, Wouter" userId="181af57e-047a-4b62-bb15-f1772c70f045" providerId="ADAL" clId="{E11AB248-0A92-4BC9-91F6-FC63515E54C7}" dt="2026-09-03T18:35:35.179" v="142" actId="22"/>
            <ac:picMkLst>
              <pc:docMk/>
              <pc:sldMasterMk cId="2825351473" sldId="2147483648"/>
              <pc:sldLayoutMk cId="2327325605" sldId="2147483662"/>
              <ac:picMk id="5" creationId="{02C32F5D-DEFD-12A4-4A71-5EA33F2DD5EF}"/>
            </ac:picMkLst>
          </pc:picChg>
        </pc:sldLayoutChg>
        <pc:sldLayoutChg chg="addSp mod">
          <pc:chgData name="Kouw, Wouter" userId="181af57e-047a-4b62-bb15-f1772c70f045" providerId="ADAL" clId="{E11AB248-0A92-4BC9-91F6-FC63515E54C7}" dt="2026-09-03T18:35:32.462" v="140" actId="22"/>
          <pc:sldLayoutMkLst>
            <pc:docMk/>
            <pc:sldMasterMk cId="2825351473" sldId="2147483648"/>
            <pc:sldLayoutMk cId="4013650038" sldId="2147483663"/>
          </pc:sldLayoutMkLst>
          <pc:picChg chg="add">
            <ac:chgData name="Kouw, Wouter" userId="181af57e-047a-4b62-bb15-f1772c70f045" providerId="ADAL" clId="{E11AB248-0A92-4BC9-91F6-FC63515E54C7}" dt="2026-09-03T18:35:32.462" v="140" actId="22"/>
            <ac:picMkLst>
              <pc:docMk/>
              <pc:sldMasterMk cId="2825351473" sldId="2147483648"/>
              <pc:sldLayoutMk cId="4013650038" sldId="2147483663"/>
              <ac:picMk id="7" creationId="{1846CF66-6C09-6C81-4515-2425EFF15102}"/>
            </ac:picMkLst>
          </pc:picChg>
        </pc:sldLayoutChg>
      </pc:sldMasterChg>
    </pc:docChg>
  </pc:docChgLst>
  <pc:docChgLst>
    <pc:chgData name="Lukashchuk, Mykola" userId="S::m.lukashchuk@tue.nl::927e6d68-6a86-46af-a647-c6abd25dd571" providerId="AD" clId="Web-{5E4975E8-E165-81DA-D68F-A7CAC2FD77B4}"/>
    <pc:docChg chg="addSld delSld modSld sldOrd modSection">
      <pc:chgData name="Lukashchuk, Mykola" userId="S::m.lukashchuk@tue.nl::927e6d68-6a86-46af-a647-c6abd25dd571" providerId="AD" clId="Web-{5E4975E8-E165-81DA-D68F-A7CAC2FD77B4}" dt="2026-09-04T17:33:09.124" v="175" actId="1076"/>
      <pc:docMkLst>
        <pc:docMk/>
      </pc:docMkLst>
      <pc:sldChg chg="modSp">
        <pc:chgData name="Lukashchuk, Mykola" userId="S::m.lukashchuk@tue.nl::927e6d68-6a86-46af-a647-c6abd25dd571" providerId="AD" clId="Web-{5E4975E8-E165-81DA-D68F-A7CAC2FD77B4}" dt="2026-09-04T16:03:47.740" v="6" actId="20577"/>
        <pc:sldMkLst>
          <pc:docMk/>
          <pc:sldMk cId="2406566866" sldId="300"/>
        </pc:sldMkLst>
        <pc:spChg chg="mod">
          <ac:chgData name="Lukashchuk, Mykola" userId="S::m.lukashchuk@tue.nl::927e6d68-6a86-46af-a647-c6abd25dd571" providerId="AD" clId="Web-{5E4975E8-E165-81DA-D68F-A7CAC2FD77B4}" dt="2026-09-04T16:03:47.740" v="6" actId="20577"/>
          <ac:spMkLst>
            <pc:docMk/>
            <pc:sldMk cId="2406566866" sldId="300"/>
            <ac:spMk id="2" creationId="{6AD578A1-C1EA-EDE0-1FE2-4BF160F90162}"/>
          </ac:spMkLst>
        </pc:spChg>
      </pc:sldChg>
      <pc:sldChg chg="ord">
        <pc:chgData name="Lukashchuk, Mykola" userId="S::m.lukashchuk@tue.nl::927e6d68-6a86-46af-a647-c6abd25dd571" providerId="AD" clId="Web-{5E4975E8-E165-81DA-D68F-A7CAC2FD77B4}" dt="2026-09-04T16:04:18.976" v="13"/>
        <pc:sldMkLst>
          <pc:docMk/>
          <pc:sldMk cId="3464412558" sldId="303"/>
        </pc:sldMkLst>
      </pc:sldChg>
      <pc:sldChg chg="delSp modSp add replId">
        <pc:chgData name="Lukashchuk, Mykola" userId="S::m.lukashchuk@tue.nl::927e6d68-6a86-46af-a647-c6abd25dd571" providerId="AD" clId="Web-{5E4975E8-E165-81DA-D68F-A7CAC2FD77B4}" dt="2026-09-04T16:04:33.663" v="30" actId="20577"/>
        <pc:sldMkLst>
          <pc:docMk/>
          <pc:sldMk cId="2780971968" sldId="304"/>
        </pc:sldMkLst>
        <pc:spChg chg="mod">
          <ac:chgData name="Lukashchuk, Mykola" userId="S::m.lukashchuk@tue.nl::927e6d68-6a86-46af-a647-c6abd25dd571" providerId="AD" clId="Web-{5E4975E8-E165-81DA-D68F-A7CAC2FD77B4}" dt="2026-09-04T16:04:33.663" v="30" actId="20577"/>
          <ac:spMkLst>
            <pc:docMk/>
            <pc:sldMk cId="2780971968" sldId="304"/>
            <ac:spMk id="2" creationId="{8233DE84-7071-4C15-B9C7-6752029AF636}"/>
          </ac:spMkLst>
        </pc:spChg>
        <pc:picChg chg="del">
          <ac:chgData name="Lukashchuk, Mykola" userId="S::m.lukashchuk@tue.nl::927e6d68-6a86-46af-a647-c6abd25dd571" providerId="AD" clId="Web-{5E4975E8-E165-81DA-D68F-A7CAC2FD77B4}" dt="2026-09-04T16:04:20.741" v="14"/>
          <ac:picMkLst>
            <pc:docMk/>
            <pc:sldMk cId="2780971968" sldId="304"/>
            <ac:picMk id="5" creationId="{72D34999-F6E2-1794-BC9B-B70D53FB2EE5}"/>
          </ac:picMkLst>
        </pc:picChg>
      </pc:sldChg>
      <pc:sldChg chg="new del">
        <pc:chgData name="Lukashchuk, Mykola" userId="S::m.lukashchuk@tue.nl::927e6d68-6a86-46af-a647-c6abd25dd571" providerId="AD" clId="Web-{5E4975E8-E165-81DA-D68F-A7CAC2FD77B4}" dt="2026-09-04T16:04:07.569" v="10"/>
        <pc:sldMkLst>
          <pc:docMk/>
          <pc:sldMk cId="3141869048" sldId="304"/>
        </pc:sldMkLst>
      </pc:sldChg>
      <pc:sldChg chg="new del">
        <pc:chgData name="Lukashchuk, Mykola" userId="S::m.lukashchuk@tue.nl::927e6d68-6a86-46af-a647-c6abd25dd571" providerId="AD" clId="Web-{5E4975E8-E165-81DA-D68F-A7CAC2FD77B4}" dt="2026-09-04T16:04:01.084" v="8"/>
        <pc:sldMkLst>
          <pc:docMk/>
          <pc:sldMk cId="4287079639" sldId="304"/>
        </pc:sldMkLst>
      </pc:sldChg>
      <pc:sldChg chg="addSp modSp add replId">
        <pc:chgData name="Lukashchuk, Mykola" userId="S::m.lukashchuk@tue.nl::927e6d68-6a86-46af-a647-c6abd25dd571" providerId="AD" clId="Web-{5E4975E8-E165-81DA-D68F-A7CAC2FD77B4}" dt="2026-09-04T16:08:28.999" v="79" actId="1076"/>
        <pc:sldMkLst>
          <pc:docMk/>
          <pc:sldMk cId="940478045" sldId="305"/>
        </pc:sldMkLst>
        <pc:spChg chg="mod">
          <ac:chgData name="Lukashchuk, Mykola" userId="S::m.lukashchuk@tue.nl::927e6d68-6a86-46af-a647-c6abd25dd571" providerId="AD" clId="Web-{5E4975E8-E165-81DA-D68F-A7CAC2FD77B4}" dt="2026-09-04T16:05:23.743" v="71" actId="20577"/>
          <ac:spMkLst>
            <pc:docMk/>
            <pc:sldMk cId="940478045" sldId="305"/>
            <ac:spMk id="2" creationId="{CAED5DD5-B97E-317C-6464-FA3A84DB3A2A}"/>
          </ac:spMkLst>
        </pc:spChg>
        <pc:picChg chg="add mod">
          <ac:chgData name="Lukashchuk, Mykola" userId="S::m.lukashchuk@tue.nl::927e6d68-6a86-46af-a647-c6abd25dd571" providerId="AD" clId="Web-{5E4975E8-E165-81DA-D68F-A7CAC2FD77B4}" dt="2026-09-04T16:08:28.999" v="79" actId="1076"/>
          <ac:picMkLst>
            <pc:docMk/>
            <pc:sldMk cId="940478045" sldId="305"/>
            <ac:picMk id="3" creationId="{338FAE97-45F4-46B1-9E0E-1ED002172364}"/>
          </ac:picMkLst>
        </pc:picChg>
      </pc:sldChg>
      <pc:sldChg chg="new del">
        <pc:chgData name="Lukashchuk, Mykola" userId="S::m.lukashchuk@tue.nl::927e6d68-6a86-46af-a647-c6abd25dd571" providerId="AD" clId="Web-{5E4975E8-E165-81DA-D68F-A7CAC2FD77B4}" dt="2026-09-04T16:04:40.132" v="32"/>
        <pc:sldMkLst>
          <pc:docMk/>
          <pc:sldMk cId="2557580187" sldId="305"/>
        </pc:sldMkLst>
      </pc:sldChg>
      <pc:sldChg chg="addSp modSp add replId">
        <pc:chgData name="Lukashchuk, Mykola" userId="S::m.lukashchuk@tue.nl::927e6d68-6a86-46af-a647-c6abd25dd571" providerId="AD" clId="Web-{5E4975E8-E165-81DA-D68F-A7CAC2FD77B4}" dt="2026-09-04T16:15:20.762" v="121" actId="20577"/>
        <pc:sldMkLst>
          <pc:docMk/>
          <pc:sldMk cId="1524233651" sldId="306"/>
        </pc:sldMkLst>
        <pc:spChg chg="mod">
          <ac:chgData name="Lukashchuk, Mykola" userId="S::m.lukashchuk@tue.nl::927e6d68-6a86-46af-a647-c6abd25dd571" providerId="AD" clId="Web-{5E4975E8-E165-81DA-D68F-A7CAC2FD77B4}" dt="2026-09-04T16:15:20.762" v="121" actId="20577"/>
          <ac:spMkLst>
            <pc:docMk/>
            <pc:sldMk cId="1524233651" sldId="306"/>
            <ac:spMk id="2" creationId="{B36EB7EE-E60B-A1A6-A2A1-3969DF5B9857}"/>
          </ac:spMkLst>
        </pc:spChg>
        <pc:picChg chg="mod">
          <ac:chgData name="Lukashchuk, Mykola" userId="S::m.lukashchuk@tue.nl::927e6d68-6a86-46af-a647-c6abd25dd571" providerId="AD" clId="Web-{5E4975E8-E165-81DA-D68F-A7CAC2FD77B4}" dt="2026-09-04T16:09:17.751" v="88" actId="1076"/>
          <ac:picMkLst>
            <pc:docMk/>
            <pc:sldMk cId="1524233651" sldId="306"/>
            <ac:picMk id="3" creationId="{32511673-F290-AC49-AF61-AA878A73FD40}"/>
          </ac:picMkLst>
        </pc:picChg>
        <pc:picChg chg="add mod">
          <ac:chgData name="Lukashchuk, Mykola" userId="S::m.lukashchuk@tue.nl::927e6d68-6a86-46af-a647-c6abd25dd571" providerId="AD" clId="Web-{5E4975E8-E165-81DA-D68F-A7CAC2FD77B4}" dt="2026-09-04T16:09:28.813" v="91" actId="1076"/>
          <ac:picMkLst>
            <pc:docMk/>
            <pc:sldMk cId="1524233651" sldId="306"/>
            <ac:picMk id="4" creationId="{6EE8C62D-34BA-C427-1A0E-6868EC440C6E}"/>
          </ac:picMkLst>
        </pc:picChg>
      </pc:sldChg>
      <pc:sldChg chg="addSp delSp modSp add ord replId">
        <pc:chgData name="Lukashchuk, Mykola" userId="S::m.lukashchuk@tue.nl::927e6d68-6a86-46af-a647-c6abd25dd571" providerId="AD" clId="Web-{5E4975E8-E165-81DA-D68F-A7CAC2FD77B4}" dt="2026-09-04T17:14:55.244" v="173" actId="20577"/>
        <pc:sldMkLst>
          <pc:docMk/>
          <pc:sldMk cId="2263439069" sldId="307"/>
        </pc:sldMkLst>
        <pc:spChg chg="mod">
          <ac:chgData name="Lukashchuk, Mykola" userId="S::m.lukashchuk@tue.nl::927e6d68-6a86-46af-a647-c6abd25dd571" providerId="AD" clId="Web-{5E4975E8-E165-81DA-D68F-A7CAC2FD77B4}" dt="2026-09-04T17:14:55.244" v="173" actId="20577"/>
          <ac:spMkLst>
            <pc:docMk/>
            <pc:sldMk cId="2263439069" sldId="307"/>
            <ac:spMk id="2" creationId="{1A346CB6-0DB4-B239-CBC5-015D24C2A418}"/>
          </ac:spMkLst>
        </pc:spChg>
        <pc:picChg chg="add mod">
          <ac:chgData name="Lukashchuk, Mykola" userId="S::m.lukashchuk@tue.nl::927e6d68-6a86-46af-a647-c6abd25dd571" providerId="AD" clId="Web-{5E4975E8-E165-81DA-D68F-A7CAC2FD77B4}" dt="2026-09-04T17:10:27.854" v="124" actId="1076"/>
          <ac:picMkLst>
            <pc:docMk/>
            <pc:sldMk cId="2263439069" sldId="307"/>
            <ac:picMk id="3" creationId="{0FDFD9B5-FD05-F9AF-679C-3237D689217F}"/>
          </ac:picMkLst>
        </pc:picChg>
        <pc:picChg chg="del">
          <ac:chgData name="Lukashchuk, Mykola" userId="S::m.lukashchuk@tue.nl::927e6d68-6a86-46af-a647-c6abd25dd571" providerId="AD" clId="Web-{5E4975E8-E165-81DA-D68F-A7CAC2FD77B4}" dt="2026-09-04T16:10:53.816" v="97"/>
          <ac:picMkLst>
            <pc:docMk/>
            <pc:sldMk cId="2263439069" sldId="307"/>
            <ac:picMk id="3" creationId="{B2F5CEDA-D6A0-80CB-6E65-5BF318826410}"/>
          </ac:picMkLst>
        </pc:picChg>
        <pc:picChg chg="add mod">
          <ac:chgData name="Lukashchuk, Mykola" userId="S::m.lukashchuk@tue.nl::927e6d68-6a86-46af-a647-c6abd25dd571" providerId="AD" clId="Web-{5E4975E8-E165-81DA-D68F-A7CAC2FD77B4}" dt="2026-09-04T17:10:56.261" v="128" actId="1076"/>
          <ac:picMkLst>
            <pc:docMk/>
            <pc:sldMk cId="2263439069" sldId="307"/>
            <ac:picMk id="4" creationId="{AF4551D4-2209-1FCE-D114-880AAB6700E8}"/>
          </ac:picMkLst>
        </pc:picChg>
      </pc:sldChg>
      <pc:sldChg chg="new del ord">
        <pc:chgData name="Lukashchuk, Mykola" userId="S::m.lukashchuk@tue.nl::927e6d68-6a86-46af-a647-c6abd25dd571" providerId="AD" clId="Web-{5E4975E8-E165-81DA-D68F-A7CAC2FD77B4}" dt="2026-09-04T16:10:43.691" v="94"/>
        <pc:sldMkLst>
          <pc:docMk/>
          <pc:sldMk cId="3574413994" sldId="307"/>
        </pc:sldMkLst>
      </pc:sldChg>
      <pc:sldChg chg="new del">
        <pc:chgData name="Lukashchuk, Mykola" userId="S::m.lukashchuk@tue.nl::927e6d68-6a86-46af-a647-c6abd25dd571" providerId="AD" clId="Web-{5E4975E8-E165-81DA-D68F-A7CAC2FD77B4}" dt="2026-09-04T17:13:17.350" v="132"/>
        <pc:sldMkLst>
          <pc:docMk/>
          <pc:sldMk cId="90262543" sldId="311"/>
        </pc:sldMkLst>
      </pc:sldChg>
      <pc:sldChg chg="new del">
        <pc:chgData name="Lukashchuk, Mykola" userId="S::m.lukashchuk@tue.nl::927e6d68-6a86-46af-a647-c6abd25dd571" providerId="AD" clId="Web-{5E4975E8-E165-81DA-D68F-A7CAC2FD77B4}" dt="2026-09-04T17:13:05.115" v="130"/>
        <pc:sldMkLst>
          <pc:docMk/>
          <pc:sldMk cId="1172687922" sldId="311"/>
        </pc:sldMkLst>
      </pc:sldChg>
      <pc:sldChg chg="delSp modSp add replId">
        <pc:chgData name="Lukashchuk, Mykola" userId="S::m.lukashchuk@tue.nl::927e6d68-6a86-46af-a647-c6abd25dd571" providerId="AD" clId="Web-{5E4975E8-E165-81DA-D68F-A7CAC2FD77B4}" dt="2026-09-04T17:13:35.397" v="149"/>
        <pc:sldMkLst>
          <pc:docMk/>
          <pc:sldMk cId="1251935138" sldId="311"/>
        </pc:sldMkLst>
        <pc:spChg chg="mod">
          <ac:chgData name="Lukashchuk, Mykola" userId="S::m.lukashchuk@tue.nl::927e6d68-6a86-46af-a647-c6abd25dd571" providerId="AD" clId="Web-{5E4975E8-E165-81DA-D68F-A7CAC2FD77B4}" dt="2026-09-04T17:13:33.428" v="147" actId="20577"/>
          <ac:spMkLst>
            <pc:docMk/>
            <pc:sldMk cId="1251935138" sldId="311"/>
            <ac:spMk id="2" creationId="{77C324FB-B9A2-6FD3-9872-3CC70D331ED9}"/>
          </ac:spMkLst>
        </pc:spChg>
        <pc:picChg chg="del">
          <ac:chgData name="Lukashchuk, Mykola" userId="S::m.lukashchuk@tue.nl::927e6d68-6a86-46af-a647-c6abd25dd571" providerId="AD" clId="Web-{5E4975E8-E165-81DA-D68F-A7CAC2FD77B4}" dt="2026-09-04T17:13:35.397" v="149"/>
          <ac:picMkLst>
            <pc:docMk/>
            <pc:sldMk cId="1251935138" sldId="311"/>
            <ac:picMk id="3" creationId="{72BC565C-B2A2-7A5F-74F5-3C3B48A2A98C}"/>
          </ac:picMkLst>
        </pc:picChg>
        <pc:picChg chg="del">
          <ac:chgData name="Lukashchuk, Mykola" userId="S::m.lukashchuk@tue.nl::927e6d68-6a86-46af-a647-c6abd25dd571" providerId="AD" clId="Web-{5E4975E8-E165-81DA-D68F-A7CAC2FD77B4}" dt="2026-09-04T17:13:34.631" v="148"/>
          <ac:picMkLst>
            <pc:docMk/>
            <pc:sldMk cId="1251935138" sldId="311"/>
            <ac:picMk id="4" creationId="{AE7E3C28-BB0F-FFAF-2191-0DE94DEF64C1}"/>
          </ac:picMkLst>
        </pc:picChg>
      </pc:sldChg>
      <pc:sldChg chg="addSp modSp add replId addAnim">
        <pc:chgData name="Lukashchuk, Mykola" userId="S::m.lukashchuk@tue.nl::927e6d68-6a86-46af-a647-c6abd25dd571" providerId="AD" clId="Web-{5E4975E8-E165-81DA-D68F-A7CAC2FD77B4}" dt="2026-09-04T17:33:09.124" v="175" actId="1076"/>
        <pc:sldMkLst>
          <pc:docMk/>
          <pc:sldMk cId="2245880241" sldId="312"/>
        </pc:sldMkLst>
        <pc:spChg chg="mod">
          <ac:chgData name="Lukashchuk, Mykola" userId="S::m.lukashchuk@tue.nl::927e6d68-6a86-46af-a647-c6abd25dd571" providerId="AD" clId="Web-{5E4975E8-E165-81DA-D68F-A7CAC2FD77B4}" dt="2026-09-04T17:14:07.633" v="169" actId="20577"/>
          <ac:spMkLst>
            <pc:docMk/>
            <pc:sldMk cId="2245880241" sldId="312"/>
            <ac:spMk id="2" creationId="{5837B073-D602-6A30-260A-6197443B5610}"/>
          </ac:spMkLst>
        </pc:spChg>
        <pc:picChg chg="add mod">
          <ac:chgData name="Lukashchuk, Mykola" userId="S::m.lukashchuk@tue.nl::927e6d68-6a86-46af-a647-c6abd25dd571" providerId="AD" clId="Web-{5E4975E8-E165-81DA-D68F-A7CAC2FD77B4}" dt="2026-09-04T17:33:09.124" v="175" actId="1076"/>
          <ac:picMkLst>
            <pc:docMk/>
            <pc:sldMk cId="2245880241" sldId="312"/>
            <ac:picMk id="3" creationId="{2177A78F-F7CA-38F0-9FCA-812E67DB4D90}"/>
          </ac:picMkLst>
        </pc:picChg>
      </pc:sldChg>
    </pc:docChg>
  </pc:docChgLst>
  <pc:docChgLst>
    <pc:chgData name="Lukashchuk, Mykola" userId="S::m.lukashchuk@tue.nl::927e6d68-6a86-46af-a647-c6abd25dd571" providerId="AD" clId="Web-{00000000-0000-0000-0000-000000000000}"/>
    <pc:docChg chg="addSld delSld modSld sldOrd modSection">
      <pc:chgData name="Lukashchuk, Mykola" userId="S::m.lukashchuk@tue.nl::927e6d68-6a86-46af-a647-c6abd25dd571" providerId="AD" clId="Web-{00000000-0000-0000-0000-000000000000}" dt="2026-09-04T14:34:50.591" v="364"/>
      <pc:docMkLst>
        <pc:docMk/>
      </pc:docMkLst>
      <pc:sldChg chg="addSp delSp modSp">
        <pc:chgData name="Lukashchuk, Mykola" userId="S::m.lukashchuk@tue.nl::927e6d68-6a86-46af-a647-c6abd25dd571" providerId="AD" clId="Web-{00000000-0000-0000-0000-000000000000}" dt="2026-09-04T14:34:50.591" v="364"/>
        <pc:sldMkLst>
          <pc:docMk/>
          <pc:sldMk cId="223733262" sldId="290"/>
        </pc:sldMkLst>
        <pc:spChg chg="add">
          <ac:chgData name="Lukashchuk, Mykola" userId="S::m.lukashchuk@tue.nl::927e6d68-6a86-46af-a647-c6abd25dd571" providerId="AD" clId="Web-{00000000-0000-0000-0000-000000000000}" dt="2026-09-04T14:34:50.591" v="364"/>
          <ac:spMkLst>
            <pc:docMk/>
            <pc:sldMk cId="223733262" sldId="290"/>
            <ac:spMk id="5" creationId="{C7D95119-3DE5-80A1-D259-0C068141CB9C}"/>
          </ac:spMkLst>
        </pc:spChg>
        <pc:spChg chg="mod">
          <ac:chgData name="Lukashchuk, Mykola" userId="S::m.lukashchuk@tue.nl::927e6d68-6a86-46af-a647-c6abd25dd571" providerId="AD" clId="Web-{00000000-0000-0000-0000-000000000000}" dt="2026-09-04T14:33:16.163" v="311"/>
          <ac:spMkLst>
            <pc:docMk/>
            <pc:sldMk cId="223733262" sldId="290"/>
            <ac:spMk id="6" creationId="{75B91B3F-D77B-D89A-A7A2-1DB8D49DE6C1}"/>
          </ac:spMkLst>
        </pc:spChg>
        <pc:spChg chg="del mod">
          <ac:chgData name="Lukashchuk, Mykola" userId="S::m.lukashchuk@tue.nl::927e6d68-6a86-46af-a647-c6abd25dd571" providerId="AD" clId="Web-{00000000-0000-0000-0000-000000000000}" dt="2026-09-04T14:34:49.966" v="363"/>
          <ac:spMkLst>
            <pc:docMk/>
            <pc:sldMk cId="223733262" sldId="290"/>
            <ac:spMk id="7" creationId="{E5B68853-2B00-08CA-EE0E-7F9DB28C83B3}"/>
          </ac:spMkLst>
        </pc:spChg>
      </pc:sldChg>
      <pc:sldChg chg="addSp delSp modSp modNotes">
        <pc:chgData name="Lukashchuk, Mykola" userId="S::m.lukashchuk@tue.nl::927e6d68-6a86-46af-a647-c6abd25dd571" providerId="AD" clId="Web-{00000000-0000-0000-0000-000000000000}" dt="2026-09-04T14:08:27.239" v="45" actId="1076"/>
        <pc:sldMkLst>
          <pc:docMk/>
          <pc:sldMk cId="884098859" sldId="291"/>
        </pc:sldMkLst>
        <pc:spChg chg="mod">
          <ac:chgData name="Lukashchuk, Mykola" userId="S::m.lukashchuk@tue.nl::927e6d68-6a86-46af-a647-c6abd25dd571" providerId="AD" clId="Web-{00000000-0000-0000-0000-000000000000}" dt="2026-09-04T14:05:58.909" v="36" actId="20577"/>
          <ac:spMkLst>
            <pc:docMk/>
            <pc:sldMk cId="884098859" sldId="291"/>
            <ac:spMk id="6" creationId="{9F3FA552-F7FD-D627-8607-3E881DD5F56B}"/>
          </ac:spMkLst>
        </pc:spChg>
        <pc:spChg chg="del">
          <ac:chgData name="Lukashchuk, Mykola" userId="S::m.lukashchuk@tue.nl::927e6d68-6a86-46af-a647-c6abd25dd571" providerId="AD" clId="Web-{00000000-0000-0000-0000-000000000000}" dt="2026-09-04T14:06:49.269" v="37"/>
          <ac:spMkLst>
            <pc:docMk/>
            <pc:sldMk cId="884098859" sldId="291"/>
            <ac:spMk id="7" creationId="{B4A2971D-1A31-AB07-FE41-7F55DB4FCDB2}"/>
          </ac:spMkLst>
        </pc:spChg>
        <pc:picChg chg="add mod ord">
          <ac:chgData name="Lukashchuk, Mykola" userId="S::m.lukashchuk@tue.nl::927e6d68-6a86-46af-a647-c6abd25dd571" providerId="AD" clId="Web-{00000000-0000-0000-0000-000000000000}" dt="2026-09-04T14:08:27.239" v="45" actId="1076"/>
          <ac:picMkLst>
            <pc:docMk/>
            <pc:sldMk cId="884098859" sldId="291"/>
            <ac:picMk id="2" creationId="{A41DB302-4B1E-745C-D9E8-92262570161A}"/>
          </ac:picMkLst>
        </pc:picChg>
      </pc:sldChg>
      <pc:sldChg chg="new del">
        <pc:chgData name="Lukashchuk, Mykola" userId="S::m.lukashchuk@tue.nl::927e6d68-6a86-46af-a647-c6abd25dd571" providerId="AD" clId="Web-{00000000-0000-0000-0000-000000000000}" dt="2026-09-04T14:05:17.892" v="1"/>
        <pc:sldMkLst>
          <pc:docMk/>
          <pc:sldMk cId="1594582889" sldId="298"/>
        </pc:sldMkLst>
      </pc:sldChg>
      <pc:sldChg chg="delSp modSp new del">
        <pc:chgData name="Lukashchuk, Mykola" userId="S::m.lukashchuk@tue.nl::927e6d68-6a86-46af-a647-c6abd25dd571" providerId="AD" clId="Web-{00000000-0000-0000-0000-000000000000}" dt="2026-09-04T14:10:31.975" v="54"/>
        <pc:sldMkLst>
          <pc:docMk/>
          <pc:sldMk cId="3471513776" sldId="299"/>
        </pc:sldMkLst>
        <pc:spChg chg="del mod">
          <ac:chgData name="Lukashchuk, Mykola" userId="S::m.lukashchuk@tue.nl::927e6d68-6a86-46af-a647-c6abd25dd571" providerId="AD" clId="Web-{00000000-0000-0000-0000-000000000000}" dt="2026-09-04T14:09:46.443" v="51"/>
          <ac:spMkLst>
            <pc:docMk/>
            <pc:sldMk cId="3471513776" sldId="299"/>
            <ac:spMk id="2" creationId="{441183F9-7F4D-3C01-8685-4C52A1E3E6FF}"/>
          </ac:spMkLst>
        </pc:spChg>
        <pc:spChg chg="del">
          <ac:chgData name="Lukashchuk, Mykola" userId="S::m.lukashchuk@tue.nl::927e6d68-6a86-46af-a647-c6abd25dd571" providerId="AD" clId="Web-{00000000-0000-0000-0000-000000000000}" dt="2026-09-04T14:09:49.099" v="52"/>
          <ac:spMkLst>
            <pc:docMk/>
            <pc:sldMk cId="3471513776" sldId="299"/>
            <ac:spMk id="3" creationId="{3C724AD1-1D7F-11BB-2183-4E4B11D0B214}"/>
          </ac:spMkLst>
        </pc:spChg>
        <pc:spChg chg="del">
          <ac:chgData name="Lukashchuk, Mykola" userId="S::m.lukashchuk@tue.nl::927e6d68-6a86-46af-a647-c6abd25dd571" providerId="AD" clId="Web-{00000000-0000-0000-0000-000000000000}" dt="2026-09-04T14:09:58.552" v="53"/>
          <ac:spMkLst>
            <pc:docMk/>
            <pc:sldMk cId="3471513776" sldId="299"/>
            <ac:spMk id="4" creationId="{9DAABCE0-75D6-7248-DA37-2349E0E6E76D}"/>
          </ac:spMkLst>
        </pc:spChg>
      </pc:sldChg>
      <pc:sldChg chg="addSp delSp modSp add ord replId delAnim">
        <pc:chgData name="Lukashchuk, Mykola" userId="S::m.lukashchuk@tue.nl::927e6d68-6a86-46af-a647-c6abd25dd571" providerId="AD" clId="Web-{00000000-0000-0000-0000-000000000000}" dt="2026-09-04T14:18:36.638" v="148" actId="1076"/>
        <pc:sldMkLst>
          <pc:docMk/>
          <pc:sldMk cId="3726467710" sldId="299"/>
        </pc:sldMkLst>
        <pc:spChg chg="mod">
          <ac:chgData name="Lukashchuk, Mykola" userId="S::m.lukashchuk@tue.nl::927e6d68-6a86-46af-a647-c6abd25dd571" providerId="AD" clId="Web-{00000000-0000-0000-0000-000000000000}" dt="2026-09-04T14:11:21.506" v="87" actId="20577"/>
          <ac:spMkLst>
            <pc:docMk/>
            <pc:sldMk cId="3726467710" sldId="299"/>
            <ac:spMk id="2" creationId="{45D485A8-0C1C-C9D7-C977-825B039CEF74}"/>
          </ac:spMkLst>
        </pc:spChg>
        <pc:spChg chg="del">
          <ac:chgData name="Lukashchuk, Mykola" userId="S::m.lukashchuk@tue.nl::927e6d68-6a86-46af-a647-c6abd25dd571" providerId="AD" clId="Web-{00000000-0000-0000-0000-000000000000}" dt="2026-09-04T14:11:06.287" v="65"/>
          <ac:spMkLst>
            <pc:docMk/>
            <pc:sldMk cId="3726467710" sldId="299"/>
            <ac:spMk id="3" creationId="{D2153D49-10E6-18AB-82F1-BC7AED9A0D82}"/>
          </ac:spMkLst>
        </pc:spChg>
        <pc:spChg chg="del mod">
          <ac:chgData name="Lukashchuk, Mykola" userId="S::m.lukashchuk@tue.nl::927e6d68-6a86-46af-a647-c6abd25dd571" providerId="AD" clId="Web-{00000000-0000-0000-0000-000000000000}" dt="2026-09-04T14:11:02.318" v="62"/>
          <ac:spMkLst>
            <pc:docMk/>
            <pc:sldMk cId="3726467710" sldId="299"/>
            <ac:spMk id="8" creationId="{D930C4A9-114D-1F5A-8FA4-E225C2AB2F02}"/>
          </ac:spMkLst>
        </pc:spChg>
        <pc:picChg chg="add mod">
          <ac:chgData name="Lukashchuk, Mykola" userId="S::m.lukashchuk@tue.nl::927e6d68-6a86-46af-a647-c6abd25dd571" providerId="AD" clId="Web-{00000000-0000-0000-0000-000000000000}" dt="2026-09-04T14:18:36.638" v="148" actId="1076"/>
          <ac:picMkLst>
            <pc:docMk/>
            <pc:sldMk cId="3726467710" sldId="299"/>
            <ac:picMk id="4" creationId="{B1A9EE8E-EF76-5444-138E-EFE7DCD124FA}"/>
          </ac:picMkLst>
        </pc:picChg>
        <pc:picChg chg="del">
          <ac:chgData name="Lukashchuk, Mykola" userId="S::m.lukashchuk@tue.nl::927e6d68-6a86-46af-a647-c6abd25dd571" providerId="AD" clId="Web-{00000000-0000-0000-0000-000000000000}" dt="2026-09-04T14:11:05.100" v="64"/>
          <ac:picMkLst>
            <pc:docMk/>
            <pc:sldMk cId="3726467710" sldId="299"/>
            <ac:picMk id="7" creationId="{A36A407E-4CB9-334F-A791-53A7275D39CC}"/>
          </ac:picMkLst>
        </pc:picChg>
        <pc:picChg chg="del">
          <ac:chgData name="Lukashchuk, Mykola" userId="S::m.lukashchuk@tue.nl::927e6d68-6a86-46af-a647-c6abd25dd571" providerId="AD" clId="Web-{00000000-0000-0000-0000-000000000000}" dt="2026-09-04T14:11:04.006" v="63"/>
          <ac:picMkLst>
            <pc:docMk/>
            <pc:sldMk cId="3726467710" sldId="299"/>
            <ac:picMk id="9" creationId="{8726F04F-1E91-ABD0-34CF-5E9A3DB4D6B6}"/>
          </ac:picMkLst>
        </pc:picChg>
        <pc:picChg chg="del">
          <ac:chgData name="Lukashchuk, Mykola" userId="S::m.lukashchuk@tue.nl::927e6d68-6a86-46af-a647-c6abd25dd571" providerId="AD" clId="Web-{00000000-0000-0000-0000-000000000000}" dt="2026-09-04T14:11:08.240" v="66"/>
          <ac:picMkLst>
            <pc:docMk/>
            <pc:sldMk cId="3726467710" sldId="299"/>
            <ac:picMk id="10" creationId="{DD05EFB0-9B9F-8326-AB36-F91195CD32C8}"/>
          </ac:picMkLst>
        </pc:picChg>
      </pc:sldChg>
      <pc:sldChg chg="new del">
        <pc:chgData name="Lukashchuk, Mykola" userId="S::m.lukashchuk@tue.nl::927e6d68-6a86-46af-a647-c6abd25dd571" providerId="AD" clId="Web-{00000000-0000-0000-0000-000000000000}" dt="2026-09-04T14:09:31.115" v="47"/>
        <pc:sldMkLst>
          <pc:docMk/>
          <pc:sldMk cId="3934846255" sldId="299"/>
        </pc:sldMkLst>
      </pc:sldChg>
      <pc:sldChg chg="new del">
        <pc:chgData name="Lukashchuk, Mykola" userId="S::m.lukashchuk@tue.nl::927e6d68-6a86-46af-a647-c6abd25dd571" providerId="AD" clId="Web-{00000000-0000-0000-0000-000000000000}" dt="2026-09-04T14:14:35.075" v="89"/>
        <pc:sldMkLst>
          <pc:docMk/>
          <pc:sldMk cId="723768375" sldId="300"/>
        </pc:sldMkLst>
      </pc:sldChg>
      <pc:sldChg chg="addSp delSp modSp add replId">
        <pc:chgData name="Lukashchuk, Mykola" userId="S::m.lukashchuk@tue.nl::927e6d68-6a86-46af-a647-c6abd25dd571" providerId="AD" clId="Web-{00000000-0000-0000-0000-000000000000}" dt="2026-09-04T14:22:34.551" v="266" actId="1076"/>
        <pc:sldMkLst>
          <pc:docMk/>
          <pc:sldMk cId="2406566866" sldId="300"/>
        </pc:sldMkLst>
        <pc:spChg chg="mod">
          <ac:chgData name="Lukashchuk, Mykola" userId="S::m.lukashchuk@tue.nl::927e6d68-6a86-46af-a647-c6abd25dd571" providerId="AD" clId="Web-{00000000-0000-0000-0000-000000000000}" dt="2026-09-04T14:22:16.348" v="264"/>
          <ac:spMkLst>
            <pc:docMk/>
            <pc:sldMk cId="2406566866" sldId="300"/>
            <ac:spMk id="2" creationId="{6AD578A1-C1EA-EDE0-1FE2-4BF160F90162}"/>
          </ac:spMkLst>
        </pc:spChg>
        <pc:spChg chg="mod ord modVis">
          <ac:chgData name="Lukashchuk, Mykola" userId="S::m.lukashchuk@tue.nl::927e6d68-6a86-46af-a647-c6abd25dd571" providerId="AD" clId="Web-{00000000-0000-0000-0000-000000000000}" dt="2026-09-04T14:22:16.348" v="264"/>
          <ac:spMkLst>
            <pc:docMk/>
            <pc:sldMk cId="2406566866" sldId="300"/>
            <ac:spMk id="6" creationId="{CC61E41A-890A-8067-C2F2-AFCE03EA8D3A}"/>
          </ac:spMkLst>
        </pc:spChg>
        <pc:picChg chg="add del mod">
          <ac:chgData name="Lukashchuk, Mykola" userId="S::m.lukashchuk@tue.nl::927e6d68-6a86-46af-a647-c6abd25dd571" providerId="AD" clId="Web-{00000000-0000-0000-0000-000000000000}" dt="2026-09-04T14:15:44.972" v="143"/>
          <ac:picMkLst>
            <pc:docMk/>
            <pc:sldMk cId="2406566866" sldId="300"/>
            <ac:picMk id="3" creationId="{CDE60B3B-897F-52C8-DAD2-F99F3DF6C506}"/>
          </ac:picMkLst>
        </pc:picChg>
        <pc:picChg chg="add del mod">
          <ac:chgData name="Lukashchuk, Mykola" userId="S::m.lukashchuk@tue.nl::927e6d68-6a86-46af-a647-c6abd25dd571" providerId="AD" clId="Web-{00000000-0000-0000-0000-000000000000}" dt="2026-09-04T14:21:21.487" v="258"/>
          <ac:picMkLst>
            <pc:docMk/>
            <pc:sldMk cId="2406566866" sldId="300"/>
            <ac:picMk id="4" creationId="{C863B736-18B0-664B-A6EE-F6525AEBDA00}"/>
          </ac:picMkLst>
        </pc:picChg>
        <pc:picChg chg="add mod">
          <ac:chgData name="Lukashchuk, Mykola" userId="S::m.lukashchuk@tue.nl::927e6d68-6a86-46af-a647-c6abd25dd571" providerId="AD" clId="Web-{00000000-0000-0000-0000-000000000000}" dt="2026-09-04T14:22:34.551" v="266" actId="1076"/>
          <ac:picMkLst>
            <pc:docMk/>
            <pc:sldMk cId="2406566866" sldId="300"/>
            <ac:picMk id="5" creationId="{AB3F646A-6DA5-C1EA-69D1-5AA1F6A0B0BB}"/>
          </ac:picMkLst>
        </pc:picChg>
      </pc:sldChg>
      <pc:sldChg chg="addSp delSp modSp add replId">
        <pc:chgData name="Lukashchuk, Mykola" userId="S::m.lukashchuk@tue.nl::927e6d68-6a86-46af-a647-c6abd25dd571" providerId="AD" clId="Web-{00000000-0000-0000-0000-000000000000}" dt="2026-09-04T14:28:06.962" v="303" actId="1076"/>
        <pc:sldMkLst>
          <pc:docMk/>
          <pc:sldMk cId="1712625201" sldId="301"/>
        </pc:sldMkLst>
        <pc:spChg chg="mod">
          <ac:chgData name="Lukashchuk, Mykola" userId="S::m.lukashchuk@tue.nl::927e6d68-6a86-46af-a647-c6abd25dd571" providerId="AD" clId="Web-{00000000-0000-0000-0000-000000000000}" dt="2026-09-04T14:26:50.196" v="297" actId="20577"/>
          <ac:spMkLst>
            <pc:docMk/>
            <pc:sldMk cId="1712625201" sldId="301"/>
            <ac:spMk id="2" creationId="{99598039-96FB-8DC6-4415-27C5CB94011A}"/>
          </ac:spMkLst>
        </pc:spChg>
        <pc:picChg chg="add mod">
          <ac:chgData name="Lukashchuk, Mykola" userId="S::m.lukashchuk@tue.nl::927e6d68-6a86-46af-a647-c6abd25dd571" providerId="AD" clId="Web-{00000000-0000-0000-0000-000000000000}" dt="2026-09-04T14:28:06.962" v="303" actId="1076"/>
          <ac:picMkLst>
            <pc:docMk/>
            <pc:sldMk cId="1712625201" sldId="301"/>
            <ac:picMk id="3" creationId="{5FB6A9D9-2266-3502-1475-F15BF35E8495}"/>
          </ac:picMkLst>
        </pc:picChg>
        <pc:picChg chg="del">
          <ac:chgData name="Lukashchuk, Mykola" userId="S::m.lukashchuk@tue.nl::927e6d68-6a86-46af-a647-c6abd25dd571" providerId="AD" clId="Web-{00000000-0000-0000-0000-000000000000}" dt="2026-09-04T14:26:51.571" v="298"/>
          <ac:picMkLst>
            <pc:docMk/>
            <pc:sldMk cId="1712625201" sldId="301"/>
            <ac:picMk id="4" creationId="{AB1C87BF-390B-4BE4-72B3-8037DE712385}"/>
          </ac:picMkLst>
        </pc:picChg>
      </pc:sldChg>
      <pc:sldChg chg="new del">
        <pc:chgData name="Lukashchuk, Mykola" userId="S::m.lukashchuk@tue.nl::927e6d68-6a86-46af-a647-c6abd25dd571" providerId="AD" clId="Web-{00000000-0000-0000-0000-000000000000}" dt="2026-09-04T14:26:33.414" v="270"/>
        <pc:sldMkLst>
          <pc:docMk/>
          <pc:sldMk cId="3339622798" sldId="301"/>
        </pc:sldMkLst>
      </pc:sldChg>
      <pc:sldChg chg="new del">
        <pc:chgData name="Lukashchuk, Mykola" userId="S::m.lukashchuk@tue.nl::927e6d68-6a86-46af-a647-c6abd25dd571" providerId="AD" clId="Web-{00000000-0000-0000-0000-000000000000}" dt="2026-09-04T14:26:23.461" v="268"/>
        <pc:sldMkLst>
          <pc:docMk/>
          <pc:sldMk cId="3488814249" sldId="301"/>
        </pc:sldMkLst>
      </pc:sldChg>
      <pc:sldChg chg="add replId">
        <pc:chgData name="Lukashchuk, Mykola" userId="S::m.lukashchuk@tue.nl::927e6d68-6a86-46af-a647-c6abd25dd571" providerId="AD" clId="Web-{00000000-0000-0000-0000-000000000000}" dt="2026-09-04T14:32:30.128" v="306"/>
        <pc:sldMkLst>
          <pc:docMk/>
          <pc:sldMk cId="1106844777" sldId="302"/>
        </pc:sldMkLst>
      </pc:sldChg>
      <pc:sldChg chg="modSp add replId">
        <pc:chgData name="Lukashchuk, Mykola" userId="S::m.lukashchuk@tue.nl::927e6d68-6a86-46af-a647-c6abd25dd571" providerId="AD" clId="Web-{00000000-0000-0000-0000-000000000000}" dt="2026-09-04T14:34:36.262" v="360" actId="20577"/>
        <pc:sldMkLst>
          <pc:docMk/>
          <pc:sldMk cId="1867932195" sldId="302"/>
        </pc:sldMkLst>
        <pc:spChg chg="mod">
          <ac:chgData name="Lukashchuk, Mykola" userId="S::m.lukashchuk@tue.nl::927e6d68-6a86-46af-a647-c6abd25dd571" providerId="AD" clId="Web-{00000000-0000-0000-0000-000000000000}" dt="2026-09-04T14:33:22.789" v="314"/>
          <ac:spMkLst>
            <pc:docMk/>
            <pc:sldMk cId="1867932195" sldId="302"/>
            <ac:spMk id="6" creationId="{9D93B0E7-F594-57E0-A565-EFE45373F585}"/>
          </ac:spMkLst>
        </pc:spChg>
        <pc:spChg chg="mod">
          <ac:chgData name="Lukashchuk, Mykola" userId="S::m.lukashchuk@tue.nl::927e6d68-6a86-46af-a647-c6abd25dd571" providerId="AD" clId="Web-{00000000-0000-0000-0000-000000000000}" dt="2026-09-04T14:34:36.262" v="360" actId="20577"/>
          <ac:spMkLst>
            <pc:docMk/>
            <pc:sldMk cId="1867932195" sldId="302"/>
            <ac:spMk id="7" creationId="{91E20942-91B8-41D5-4720-CB25884939F6}"/>
          </ac:spMkLst>
        </pc:spChg>
      </pc:sldChg>
      <pc:sldChg chg="new del">
        <pc:chgData name="Lukashchuk, Mykola" userId="S::m.lukashchuk@tue.nl::927e6d68-6a86-46af-a647-c6abd25dd571" providerId="AD" clId="Web-{00000000-0000-0000-0000-000000000000}" dt="2026-09-04T14:32:26.206" v="305"/>
        <pc:sldMkLst>
          <pc:docMk/>
          <pc:sldMk cId="3211475187" sldId="302"/>
        </pc:sldMkLst>
      </pc:sldChg>
      <pc:sldChg chg="del">
        <pc:chgData name="Lukashchuk, Mykola" userId="S::m.lukashchuk@tue.nl::927e6d68-6a86-46af-a647-c6abd25dd571" providerId="AD" clId="Web-{00000000-0000-0000-0000-000000000000}" dt="2026-09-04T14:33:16.413" v="312"/>
        <pc:sldMkLst>
          <pc:docMk/>
          <pc:sldMk cId="1106844777" sldId="303"/>
        </pc:sldMkLst>
      </pc:sldChg>
      <pc:sldChg chg="modSp add ord replId">
        <pc:chgData name="Lukashchuk, Mykola" userId="S::m.lukashchuk@tue.nl::927e6d68-6a86-46af-a647-c6abd25dd571" providerId="AD" clId="Web-{00000000-0000-0000-0000-000000000000}" dt="2026-09-04T14:33:59.151" v="319"/>
        <pc:sldMkLst>
          <pc:docMk/>
          <pc:sldMk cId="3464412558" sldId="303"/>
        </pc:sldMkLst>
        <pc:spChg chg="mod">
          <ac:chgData name="Lukashchuk, Mykola" userId="S::m.lukashchuk@tue.nl::927e6d68-6a86-46af-a647-c6abd25dd571" providerId="AD" clId="Web-{00000000-0000-0000-0000-000000000000}" dt="2026-09-04T14:33:49.603" v="318"/>
          <ac:spMkLst>
            <pc:docMk/>
            <pc:sldMk cId="3464412558" sldId="303"/>
            <ac:spMk id="6" creationId="{217D8DC4-25F6-AD39-77C4-10245574D0A5}"/>
          </ac:spMkLst>
        </pc:spChg>
        <pc:spChg chg="mod">
          <ac:chgData name="Lukashchuk, Mykola" userId="S::m.lukashchuk@tue.nl::927e6d68-6a86-46af-a647-c6abd25dd571" providerId="AD" clId="Web-{00000000-0000-0000-0000-000000000000}" dt="2026-09-04T14:33:59.151" v="319"/>
          <ac:spMkLst>
            <pc:docMk/>
            <pc:sldMk cId="3464412558" sldId="303"/>
            <ac:spMk id="8" creationId="{CB3D233F-FFF0-97EB-F245-E29DB1CDC51C}"/>
          </ac:spMkLst>
        </pc:spChg>
      </pc:sldChg>
    </pc:docChg>
  </pc:docChgLst>
  <pc:docChgLst>
    <pc:chgData name="Ledbetter, Alex" userId="S::a.h.ledbetter@tue.nl::d153b8fa-3c9b-43df-bd2d-76d728ff3ff0" providerId="AD" clId="Web-{083B54CC-E13E-2CA3-8591-41AC57ECEAC4}"/>
    <pc:docChg chg="mod modSld sldOrd">
      <pc:chgData name="Ledbetter, Alex" userId="S::a.h.ledbetter@tue.nl::d153b8fa-3c9b-43df-bd2d-76d728ff3ff0" providerId="AD" clId="Web-{083B54CC-E13E-2CA3-8591-41AC57ECEAC4}" dt="2026-09-03T10:31:44.492" v="3" actId="14100"/>
      <pc:docMkLst>
        <pc:docMk/>
      </pc:docMkLst>
      <pc:sldChg chg="modSp ord">
        <pc:chgData name="Ledbetter, Alex" userId="S::a.h.ledbetter@tue.nl::d153b8fa-3c9b-43df-bd2d-76d728ff3ff0" providerId="AD" clId="Web-{083B54CC-E13E-2CA3-8591-41AC57ECEAC4}" dt="2026-09-03T10:31:44.492" v="3" actId="14100"/>
        <pc:sldMkLst>
          <pc:docMk/>
          <pc:sldMk cId="0" sldId="280"/>
        </pc:sldMkLst>
        <pc:spChg chg="mod">
          <ac:chgData name="Ledbetter, Alex" userId="S::a.h.ledbetter@tue.nl::d153b8fa-3c9b-43df-bd2d-76d728ff3ff0" providerId="AD" clId="Web-{083B54CC-E13E-2CA3-8591-41AC57ECEAC4}" dt="2026-09-03T10:31:44.492" v="3" actId="14100"/>
          <ac:spMkLst>
            <pc:docMk/>
            <pc:sldMk cId="0" sldId="280"/>
            <ac:spMk id="9" creationId="{00000000-0000-0000-0000-000000000000}"/>
          </ac:spMkLst>
        </pc:spChg>
        <pc:picChg chg="mod">
          <ac:chgData name="Ledbetter, Alex" userId="S::a.h.ledbetter@tue.nl::d153b8fa-3c9b-43df-bd2d-76d728ff3ff0" providerId="AD" clId="Web-{083B54CC-E13E-2CA3-8591-41AC57ECEAC4}" dt="2026-09-03T10:31:39.023" v="2" actId="1076"/>
          <ac:picMkLst>
            <pc:docMk/>
            <pc:sldMk cId="0" sldId="280"/>
            <ac:picMk id="10" creationId="{00000000-0000-0000-0000-000000000000}"/>
          </ac:picMkLst>
        </pc:picChg>
      </pc:sldChg>
    </pc:docChg>
  </pc:docChgLst>
  <pc:docChgLst>
    <pc:chgData name="Ledbetter, Alex" userId="S::a.h.ledbetter@tue.nl::d153b8fa-3c9b-43df-bd2d-76d728ff3ff0" providerId="AD" clId="Web-{8A132622-C2EA-53AD-DDAC-CAD0B9788F3A}"/>
    <pc:docChg chg="sldOrd">
      <pc:chgData name="Ledbetter, Alex" userId="S::a.h.ledbetter@tue.nl::d153b8fa-3c9b-43df-bd2d-76d728ff3ff0" providerId="AD" clId="Web-{8A132622-C2EA-53AD-DDAC-CAD0B9788F3A}" dt="2026-09-04T07:11:04.337" v="0"/>
      <pc:docMkLst>
        <pc:docMk/>
      </pc:docMkLst>
      <pc:sldChg chg="ord">
        <pc:chgData name="Ledbetter, Alex" userId="S::a.h.ledbetter@tue.nl::d153b8fa-3c9b-43df-bd2d-76d728ff3ff0" providerId="AD" clId="Web-{8A132622-C2EA-53AD-DDAC-CAD0B9788F3A}" dt="2026-09-04T07:11:04.337" v="0"/>
        <pc:sldMkLst>
          <pc:docMk/>
          <pc:sldMk cId="0" sldId="269"/>
        </pc:sldMkLst>
      </pc:sldChg>
    </pc:docChg>
  </pc:docChgLst>
  <pc:docChgLst>
    <pc:chgData name="Lukashchuk, Mykola" userId="S::m.lukashchuk@tue.nl::927e6d68-6a86-46af-a647-c6abd25dd571" providerId="AD" clId="Web-{66502BDE-3426-AC06-870C-4ED213A505ED}"/>
    <pc:docChg chg="modSld">
      <pc:chgData name="Lukashchuk, Mykola" userId="S::m.lukashchuk@tue.nl::927e6d68-6a86-46af-a647-c6abd25dd571" providerId="AD" clId="Web-{66502BDE-3426-AC06-870C-4ED213A505ED}" dt="2026-09-04T11:16:17.353" v="2" actId="14100"/>
      <pc:docMkLst>
        <pc:docMk/>
      </pc:docMkLst>
      <pc:sldChg chg="modSp">
        <pc:chgData name="Lukashchuk, Mykola" userId="S::m.lukashchuk@tue.nl::927e6d68-6a86-46af-a647-c6abd25dd571" providerId="AD" clId="Web-{66502BDE-3426-AC06-870C-4ED213A505ED}" dt="2026-09-04T11:16:17.353" v="2" actId="14100"/>
        <pc:sldMkLst>
          <pc:docMk/>
          <pc:sldMk cId="2769189401" sldId="257"/>
        </pc:sldMkLst>
        <pc:spChg chg="mod">
          <ac:chgData name="Lukashchuk, Mykola" userId="S::m.lukashchuk@tue.nl::927e6d68-6a86-46af-a647-c6abd25dd571" providerId="AD" clId="Web-{66502BDE-3426-AC06-870C-4ED213A505ED}" dt="2026-09-04T11:16:17.353" v="2" actId="14100"/>
          <ac:spMkLst>
            <pc:docMk/>
            <pc:sldMk cId="2769189401" sldId="257"/>
            <ac:spMk id="3" creationId="{A1C5E6A0-AEC3-4D43-6E6A-DF67D75A9A72}"/>
          </ac:spMkLst>
        </pc:spChg>
        <pc:picChg chg="mod">
          <ac:chgData name="Lukashchuk, Mykola" userId="S::m.lukashchuk@tue.nl::927e6d68-6a86-46af-a647-c6abd25dd571" providerId="AD" clId="Web-{66502BDE-3426-AC06-870C-4ED213A505ED}" dt="2026-09-04T11:15:49.226" v="0" actId="1076"/>
          <ac:picMkLst>
            <pc:docMk/>
            <pc:sldMk cId="2769189401" sldId="257"/>
            <ac:picMk id="5" creationId="{486F4DC8-167A-99A6-7076-77E8530E7281}"/>
          </ac:picMkLst>
        </pc:picChg>
      </pc:sldChg>
    </pc:docChg>
  </pc:docChgLst>
  <pc:docChgLst>
    <pc:chgData name="Kouw, Wouter" userId="S::w.m.kouw@tue.nl::181af57e-047a-4b62-bb15-f1772c70f045" providerId="AD" clId="Web-{39934B03-1908-6968-FE23-F0BE52CC2F7F}"/>
    <pc:docChg chg="addSld modSection">
      <pc:chgData name="Kouw, Wouter" userId="S::w.m.kouw@tue.nl::181af57e-047a-4b62-bb15-f1772c70f045" providerId="AD" clId="Web-{39934B03-1908-6968-FE23-F0BE52CC2F7F}" dt="2026-09-02T16:05:38.916" v="0"/>
      <pc:docMkLst>
        <pc:docMk/>
      </pc:docMkLst>
    </pc:docChg>
  </pc:docChgLst>
  <pc:docChgLst>
    <pc:chgData name="Ledbetter, Alex" userId="d153b8fa-3c9b-43df-bd2d-76d728ff3ff0" providerId="ADAL" clId="{319FC82E-48AE-4E97-A8FE-A4493AC253A4}"/>
    <pc:docChg chg="undo custSel addSld modSld modSection">
      <pc:chgData name="Ledbetter, Alex" userId="d153b8fa-3c9b-43df-bd2d-76d728ff3ff0" providerId="ADAL" clId="{319FC82E-48AE-4E97-A8FE-A4493AC253A4}" dt="2026-09-04T17:12:04.123" v="9612" actId="20577"/>
      <pc:docMkLst>
        <pc:docMk/>
      </pc:docMkLst>
      <pc:sldChg chg="addSp delSp modSp mod">
        <pc:chgData name="Ledbetter, Alex" userId="d153b8fa-3c9b-43df-bd2d-76d728ff3ff0" providerId="ADAL" clId="{319FC82E-48AE-4E97-A8FE-A4493AC253A4}" dt="2026-09-04T14:06:01.978" v="24" actId="478"/>
        <pc:sldMkLst>
          <pc:docMk/>
          <pc:sldMk cId="2769189401" sldId="257"/>
        </pc:sldMkLst>
        <pc:spChg chg="mod">
          <ac:chgData name="Ledbetter, Alex" userId="d153b8fa-3c9b-43df-bd2d-76d728ff3ff0" providerId="ADAL" clId="{319FC82E-48AE-4E97-A8FE-A4493AC253A4}" dt="2026-09-04T13:49:50.105" v="13" actId="27636"/>
          <ac:spMkLst>
            <pc:docMk/>
            <pc:sldMk cId="2769189401" sldId="257"/>
            <ac:spMk id="3" creationId="{A1C5E6A0-AEC3-4D43-6E6A-DF67D75A9A72}"/>
          </ac:spMkLst>
        </pc:spChg>
        <pc:spChg chg="add del mod">
          <ac:chgData name="Ledbetter, Alex" userId="d153b8fa-3c9b-43df-bd2d-76d728ff3ff0" providerId="ADAL" clId="{319FC82E-48AE-4E97-A8FE-A4493AC253A4}" dt="2026-09-04T14:05:56.073" v="23"/>
          <ac:spMkLst>
            <pc:docMk/>
            <pc:sldMk cId="2769189401" sldId="257"/>
            <ac:spMk id="4" creationId="{B093481D-60CD-6FEF-23D8-376EEA105A01}"/>
          </ac:spMkLst>
        </pc:spChg>
        <pc:spChg chg="mod">
          <ac:chgData name="Ledbetter, Alex" userId="d153b8fa-3c9b-43df-bd2d-76d728ff3ff0" providerId="ADAL" clId="{319FC82E-48AE-4E97-A8FE-A4493AC253A4}" dt="2026-09-04T13:49:21.298" v="7" actId="1076"/>
          <ac:spMkLst>
            <pc:docMk/>
            <pc:sldMk cId="2769189401" sldId="257"/>
            <ac:spMk id="8" creationId="{E4F41FC7-3336-D001-9410-BF9B9A1F751C}"/>
          </ac:spMkLst>
        </pc:spChg>
        <pc:picChg chg="mod">
          <ac:chgData name="Ledbetter, Alex" userId="d153b8fa-3c9b-43df-bd2d-76d728ff3ff0" providerId="ADAL" clId="{319FC82E-48AE-4E97-A8FE-A4493AC253A4}" dt="2026-09-04T13:49:21.298" v="7" actId="1076"/>
          <ac:picMkLst>
            <pc:docMk/>
            <pc:sldMk cId="2769189401" sldId="257"/>
            <ac:picMk id="5" creationId="{486F4DC8-167A-99A6-7076-77E8530E7281}"/>
          </ac:picMkLst>
        </pc:picChg>
        <pc:picChg chg="mod">
          <ac:chgData name="Ledbetter, Alex" userId="d153b8fa-3c9b-43df-bd2d-76d728ff3ff0" providerId="ADAL" clId="{319FC82E-48AE-4E97-A8FE-A4493AC253A4}" dt="2026-09-04T13:49:21.298" v="7" actId="1076"/>
          <ac:picMkLst>
            <pc:docMk/>
            <pc:sldMk cId="2769189401" sldId="257"/>
            <ac:picMk id="6" creationId="{8900BF24-C268-99A1-CB3C-F6A71D4C7268}"/>
          </ac:picMkLst>
        </pc:picChg>
        <pc:picChg chg="mod">
          <ac:chgData name="Ledbetter, Alex" userId="d153b8fa-3c9b-43df-bd2d-76d728ff3ff0" providerId="ADAL" clId="{319FC82E-48AE-4E97-A8FE-A4493AC253A4}" dt="2026-09-04T13:50:19.671" v="20" actId="1076"/>
          <ac:picMkLst>
            <pc:docMk/>
            <pc:sldMk cId="2769189401" sldId="257"/>
            <ac:picMk id="7" creationId="{90167E43-7823-7442-80D7-2EC29321D5C0}"/>
          </ac:picMkLst>
        </pc:picChg>
        <pc:picChg chg="mod">
          <ac:chgData name="Ledbetter, Alex" userId="d153b8fa-3c9b-43df-bd2d-76d728ff3ff0" providerId="ADAL" clId="{319FC82E-48AE-4E97-A8FE-A4493AC253A4}" dt="2026-09-04T13:50:16.677" v="18" actId="1076"/>
          <ac:picMkLst>
            <pc:docMk/>
            <pc:sldMk cId="2769189401" sldId="257"/>
            <ac:picMk id="9" creationId="{190BA956-E4CF-892E-0B52-3256800B654A}"/>
          </ac:picMkLst>
        </pc:picChg>
        <pc:picChg chg="mod">
          <ac:chgData name="Ledbetter, Alex" userId="d153b8fa-3c9b-43df-bd2d-76d728ff3ff0" providerId="ADAL" clId="{319FC82E-48AE-4E97-A8FE-A4493AC253A4}" dt="2026-09-04T13:50:01.752" v="14" actId="1076"/>
          <ac:picMkLst>
            <pc:docMk/>
            <pc:sldMk cId="2769189401" sldId="257"/>
            <ac:picMk id="11" creationId="{4590C33E-8CFC-A82E-E116-83FEC0542155}"/>
          </ac:picMkLst>
        </pc:picChg>
        <pc:picChg chg="del">
          <ac:chgData name="Ledbetter, Alex" userId="d153b8fa-3c9b-43df-bd2d-76d728ff3ff0" providerId="ADAL" clId="{319FC82E-48AE-4E97-A8FE-A4493AC253A4}" dt="2026-09-04T14:06:01.978" v="24" actId="478"/>
          <ac:picMkLst>
            <pc:docMk/>
            <pc:sldMk cId="2769189401" sldId="257"/>
            <ac:picMk id="13" creationId="{15C111D3-6BBA-EE9E-2F76-0EFBDDA6A81F}"/>
          </ac:picMkLst>
        </pc:picChg>
      </pc:sldChg>
      <pc:sldChg chg="addSp modSp mod modNotesTx">
        <pc:chgData name="Ledbetter, Alex" userId="d153b8fa-3c9b-43df-bd2d-76d728ff3ff0" providerId="ADAL" clId="{319FC82E-48AE-4E97-A8FE-A4493AC253A4}" dt="2026-09-04T17:12:04.123" v="9612" actId="20577"/>
        <pc:sldMkLst>
          <pc:docMk/>
          <pc:sldMk cId="1209517097" sldId="288"/>
        </pc:sldMkLst>
        <pc:spChg chg="mod">
          <ac:chgData name="Ledbetter, Alex" userId="d153b8fa-3c9b-43df-bd2d-76d728ff3ff0" providerId="ADAL" clId="{319FC82E-48AE-4E97-A8FE-A4493AC253A4}" dt="2026-09-04T14:06:40.730" v="35" actId="20577"/>
          <ac:spMkLst>
            <pc:docMk/>
            <pc:sldMk cId="1209517097" sldId="288"/>
            <ac:spMk id="2" creationId="{4F00810C-347B-18FB-67F3-40F0A27AEBF4}"/>
          </ac:spMkLst>
        </pc:spChg>
        <pc:spChg chg="add mod">
          <ac:chgData name="Ledbetter, Alex" userId="d153b8fa-3c9b-43df-bd2d-76d728ff3ff0" providerId="ADAL" clId="{319FC82E-48AE-4E97-A8FE-A4493AC253A4}" dt="2026-09-04T14:19:14.178" v="929" actId="20577"/>
          <ac:spMkLst>
            <pc:docMk/>
            <pc:sldMk cId="1209517097" sldId="288"/>
            <ac:spMk id="3" creationId="{8FC5B2EB-16F0-14AC-A763-91B8EBBF8231}"/>
          </ac:spMkLst>
        </pc:spChg>
        <pc:spChg chg="add mod">
          <ac:chgData name="Ledbetter, Alex" userId="d153b8fa-3c9b-43df-bd2d-76d728ff3ff0" providerId="ADAL" clId="{319FC82E-48AE-4E97-A8FE-A4493AC253A4}" dt="2026-09-04T15:03:41.882" v="4312" actId="20577"/>
          <ac:spMkLst>
            <pc:docMk/>
            <pc:sldMk cId="1209517097" sldId="288"/>
            <ac:spMk id="5" creationId="{3F03B7BB-8C5F-4A07-9613-3A4A200A6933}"/>
          </ac:spMkLst>
        </pc:spChg>
        <pc:spChg chg="mod">
          <ac:chgData name="Ledbetter, Alex" userId="d153b8fa-3c9b-43df-bd2d-76d728ff3ff0" providerId="ADAL" clId="{319FC82E-48AE-4E97-A8FE-A4493AC253A4}" dt="2026-09-04T14:19:25.901" v="949" actId="20577"/>
          <ac:spMkLst>
            <pc:docMk/>
            <pc:sldMk cId="1209517097" sldId="288"/>
            <ac:spMk id="7" creationId="{F330C549-E42B-6959-FC5A-C506273D4B2F}"/>
          </ac:spMkLst>
        </pc:spChg>
        <pc:spChg chg="mod">
          <ac:chgData name="Ledbetter, Alex" userId="d153b8fa-3c9b-43df-bd2d-76d728ff3ff0" providerId="ADAL" clId="{319FC82E-48AE-4E97-A8FE-A4493AC253A4}" dt="2026-09-04T14:19:20.681" v="942" actId="20577"/>
          <ac:spMkLst>
            <pc:docMk/>
            <pc:sldMk cId="1209517097" sldId="288"/>
            <ac:spMk id="9" creationId="{FE3E6C40-28A7-8E37-8C4A-C4DCFC82E921}"/>
          </ac:spMkLst>
        </pc:spChg>
      </pc:sldChg>
      <pc:sldChg chg="modSp new mod">
        <pc:chgData name="Ledbetter, Alex" userId="d153b8fa-3c9b-43df-bd2d-76d728ff3ff0" providerId="ADAL" clId="{319FC82E-48AE-4E97-A8FE-A4493AC253A4}" dt="2026-09-04T17:00:45.869" v="9489" actId="20577"/>
        <pc:sldMkLst>
          <pc:docMk/>
          <pc:sldMk cId="2860035172" sldId="308"/>
        </pc:sldMkLst>
        <pc:spChg chg="mod">
          <ac:chgData name="Ledbetter, Alex" userId="d153b8fa-3c9b-43df-bd2d-76d728ff3ff0" providerId="ADAL" clId="{319FC82E-48AE-4E97-A8FE-A4493AC253A4}" dt="2026-09-04T17:00:40.463" v="9482" actId="20577"/>
          <ac:spMkLst>
            <pc:docMk/>
            <pc:sldMk cId="2860035172" sldId="308"/>
            <ac:spMk id="2" creationId="{C5708759-DEE7-4D5F-8E1F-3BFC32F388E6}"/>
          </ac:spMkLst>
        </pc:spChg>
        <pc:spChg chg="mod">
          <ac:chgData name="Ledbetter, Alex" userId="d153b8fa-3c9b-43df-bd2d-76d728ff3ff0" providerId="ADAL" clId="{319FC82E-48AE-4E97-A8FE-A4493AC253A4}" dt="2026-09-04T17:00:45.869" v="9489" actId="20577"/>
          <ac:spMkLst>
            <pc:docMk/>
            <pc:sldMk cId="2860035172" sldId="308"/>
            <ac:spMk id="3" creationId="{C7B77149-E927-1345-179D-7A1B4E319EB9}"/>
          </ac:spMkLst>
        </pc:spChg>
      </pc:sldChg>
      <pc:sldChg chg="modSp add mod">
        <pc:chgData name="Ledbetter, Alex" userId="d153b8fa-3c9b-43df-bd2d-76d728ff3ff0" providerId="ADAL" clId="{319FC82E-48AE-4E97-A8FE-A4493AC253A4}" dt="2026-09-04T17:01:02.051" v="9504" actId="20577"/>
        <pc:sldMkLst>
          <pc:docMk/>
          <pc:sldMk cId="2746832175" sldId="309"/>
        </pc:sldMkLst>
        <pc:spChg chg="mod">
          <ac:chgData name="Ledbetter, Alex" userId="d153b8fa-3c9b-43df-bd2d-76d728ff3ff0" providerId="ADAL" clId="{319FC82E-48AE-4E97-A8FE-A4493AC253A4}" dt="2026-09-04T17:01:02.051" v="9504" actId="20577"/>
          <ac:spMkLst>
            <pc:docMk/>
            <pc:sldMk cId="2746832175" sldId="309"/>
            <ac:spMk id="2" creationId="{24E9EA8D-837B-F0E8-5BA7-8D7F4D5F9A43}"/>
          </ac:spMkLst>
        </pc:spChg>
      </pc:sldChg>
      <pc:sldChg chg="modSp add mod">
        <pc:chgData name="Ledbetter, Alex" userId="d153b8fa-3c9b-43df-bd2d-76d728ff3ff0" providerId="ADAL" clId="{319FC82E-48AE-4E97-A8FE-A4493AC253A4}" dt="2026-09-04T17:01:26.626" v="9543" actId="20577"/>
        <pc:sldMkLst>
          <pc:docMk/>
          <pc:sldMk cId="3735694397" sldId="310"/>
        </pc:sldMkLst>
        <pc:spChg chg="mod">
          <ac:chgData name="Ledbetter, Alex" userId="d153b8fa-3c9b-43df-bd2d-76d728ff3ff0" providerId="ADAL" clId="{319FC82E-48AE-4E97-A8FE-A4493AC253A4}" dt="2026-09-04T17:01:26.626" v="9543" actId="20577"/>
          <ac:spMkLst>
            <pc:docMk/>
            <pc:sldMk cId="3735694397" sldId="310"/>
            <ac:spMk id="2" creationId="{928AC505-45BC-4ED2-17B5-4BA38762279B}"/>
          </ac:spMkLst>
        </pc:spChg>
      </pc:sldChg>
    </pc:docChg>
  </pc:docChgLst>
  <pc:docChgLst>
    <pc:chgData name="Ledbetter, Alex" userId="S::a.h.ledbetter@tue.nl::d153b8fa-3c9b-43df-bd2d-76d728ff3ff0" providerId="AD" clId="Web-{6582218A-49BA-EEEA-33E5-A78290CA9399}"/>
    <pc:docChg chg="addSld modSld modSection">
      <pc:chgData name="Ledbetter, Alex" userId="S::a.h.ledbetter@tue.nl::d153b8fa-3c9b-43df-bd2d-76d728ff3ff0" providerId="AD" clId="Web-{6582218A-49BA-EEEA-33E5-A78290CA9399}" dt="2026-09-03T12:10:15.664" v="54"/>
      <pc:docMkLst>
        <pc:docMk/>
      </pc:docMkLst>
      <pc:sldChg chg="modSp">
        <pc:chgData name="Ledbetter, Alex" userId="S::a.h.ledbetter@tue.nl::d153b8fa-3c9b-43df-bd2d-76d728ff3ff0" providerId="AD" clId="Web-{6582218A-49BA-EEEA-33E5-A78290CA9399}" dt="2026-09-03T12:09:24.208" v="51"/>
        <pc:sldMkLst>
          <pc:docMk/>
          <pc:sldMk cId="0" sldId="277"/>
        </pc:sldMkLst>
        <pc:picChg chg="mod modCrop">
          <ac:chgData name="Ledbetter, Alex" userId="S::a.h.ledbetter@tue.nl::d153b8fa-3c9b-43df-bd2d-76d728ff3ff0" providerId="AD" clId="Web-{6582218A-49BA-EEEA-33E5-A78290CA9399}" dt="2026-09-03T12:09:24.208" v="51"/>
          <ac:picMkLst>
            <pc:docMk/>
            <pc:sldMk cId="0" sldId="277"/>
            <ac:picMk id="14" creationId="{00000000-0000-0000-0000-000000000000}"/>
          </ac:picMkLst>
        </pc:picChg>
      </pc:sldChg>
      <pc:sldChg chg="addSp delSp modSp new">
        <pc:chgData name="Ledbetter, Alex" userId="S::a.h.ledbetter@tue.nl::d153b8fa-3c9b-43df-bd2d-76d728ff3ff0" providerId="AD" clId="Web-{6582218A-49BA-EEEA-33E5-A78290CA9399}" dt="2026-09-03T12:10:15.664" v="54"/>
        <pc:sldMkLst>
          <pc:docMk/>
          <pc:sldMk cId="387444520" sldId="282"/>
        </pc:sldMkLst>
        <pc:spChg chg="mod">
          <ac:chgData name="Ledbetter, Alex" userId="S::a.h.ledbetter@tue.nl::d153b8fa-3c9b-43df-bd2d-76d728ff3ff0" providerId="AD" clId="Web-{6582218A-49BA-EEEA-33E5-A78290CA9399}" dt="2026-09-03T12:02:16.108" v="29"/>
          <ac:spMkLst>
            <pc:docMk/>
            <pc:sldMk cId="387444520" sldId="282"/>
            <ac:spMk id="2" creationId="{BB828B4F-F498-4280-BA6C-D916C0880F60}"/>
          </ac:spMkLst>
        </pc:spChg>
        <pc:spChg chg="mod">
          <ac:chgData name="Ledbetter, Alex" userId="S::a.h.ledbetter@tue.nl::d153b8fa-3c9b-43df-bd2d-76d728ff3ff0" providerId="AD" clId="Web-{6582218A-49BA-EEEA-33E5-A78290CA9399}" dt="2026-09-03T12:02:50.672" v="41" actId="20577"/>
          <ac:spMkLst>
            <pc:docMk/>
            <pc:sldMk cId="387444520" sldId="282"/>
            <ac:spMk id="3" creationId="{30818E2B-862C-451E-E5F0-9F69E9D8482B}"/>
          </ac:spMkLst>
        </pc:spChg>
        <pc:picChg chg="add del mod">
          <ac:chgData name="Ledbetter, Alex" userId="S::a.h.ledbetter@tue.nl::d153b8fa-3c9b-43df-bd2d-76d728ff3ff0" providerId="AD" clId="Web-{6582218A-49BA-EEEA-33E5-A78290CA9399}" dt="2026-09-03T12:03:29.144" v="46"/>
          <ac:picMkLst>
            <pc:docMk/>
            <pc:sldMk cId="387444520" sldId="282"/>
            <ac:picMk id="6" creationId="{39DC08A5-399B-5935-127E-C193138A178F}"/>
          </ac:picMkLst>
        </pc:picChg>
        <pc:picChg chg="add del mod">
          <ac:chgData name="Ledbetter, Alex" userId="S::a.h.ledbetter@tue.nl::d153b8fa-3c9b-43df-bd2d-76d728ff3ff0" providerId="AD" clId="Web-{6582218A-49BA-EEEA-33E5-A78290CA9399}" dt="2026-09-03T12:03:36.238" v="47"/>
          <ac:picMkLst>
            <pc:docMk/>
            <pc:sldMk cId="387444520" sldId="282"/>
            <ac:picMk id="7" creationId="{8483202D-CB9D-3B08-D408-F4BB240A3326}"/>
          </ac:picMkLst>
        </pc:picChg>
        <pc:picChg chg="add del mod">
          <ac:chgData name="Ledbetter, Alex" userId="S::a.h.ledbetter@tue.nl::d153b8fa-3c9b-43df-bd2d-76d728ff3ff0" providerId="AD" clId="Web-{6582218A-49BA-EEEA-33E5-A78290CA9399}" dt="2026-09-03T12:10:15.664" v="54"/>
          <ac:picMkLst>
            <pc:docMk/>
            <pc:sldMk cId="387444520" sldId="282"/>
            <ac:picMk id="8" creationId="{42F7E24A-BDF8-FFA3-737A-C3A3C3AAF223}"/>
          </ac:picMkLst>
        </pc:picChg>
      </pc:sldChg>
      <pc:sldChg chg="new">
        <pc:chgData name="Ledbetter, Alex" userId="S::a.h.ledbetter@tue.nl::d153b8fa-3c9b-43df-bd2d-76d728ff3ff0" providerId="AD" clId="Web-{6582218A-49BA-EEEA-33E5-A78290CA9399}" dt="2026-09-03T11:59:13.687" v="1"/>
        <pc:sldMkLst>
          <pc:docMk/>
          <pc:sldMk cId="4123703414" sldId="283"/>
        </pc:sldMkLst>
      </pc:sldChg>
      <pc:sldChg chg="new">
        <pc:chgData name="Ledbetter, Alex" userId="S::a.h.ledbetter@tue.nl::d153b8fa-3c9b-43df-bd2d-76d728ff3ff0" providerId="AD" clId="Web-{6582218A-49BA-EEEA-33E5-A78290CA9399}" dt="2026-09-03T11:59:16.328" v="2"/>
        <pc:sldMkLst>
          <pc:docMk/>
          <pc:sldMk cId="3226109829" sldId="284"/>
        </pc:sldMkLst>
      </pc:sldChg>
      <pc:sldChg chg="new">
        <pc:chgData name="Ledbetter, Alex" userId="S::a.h.ledbetter@tue.nl::d153b8fa-3c9b-43df-bd2d-76d728ff3ff0" providerId="AD" clId="Web-{6582218A-49BA-EEEA-33E5-A78290CA9399}" dt="2026-09-03T11:59:18.016" v="3"/>
        <pc:sldMkLst>
          <pc:docMk/>
          <pc:sldMk cId="1182412578" sldId="285"/>
        </pc:sldMkLst>
      </pc:sldChg>
    </pc:docChg>
  </pc:docChgLst>
  <pc:docChgLst>
    <pc:chgData name="Ledbetter, Alex" userId="S::a.h.ledbetter@tue.nl::d153b8fa-3c9b-43df-bd2d-76d728ff3ff0" providerId="AD" clId="Web-{9BD887B5-974F-7515-3018-6F57B390F672}"/>
    <pc:docChg chg="modSld">
      <pc:chgData name="Ledbetter, Alex" userId="S::a.h.ledbetter@tue.nl::d153b8fa-3c9b-43df-bd2d-76d728ff3ff0" providerId="AD" clId="Web-{9BD887B5-974F-7515-3018-6F57B390F672}" dt="2026-09-04T11:15:54.060" v="8" actId="14100"/>
      <pc:docMkLst>
        <pc:docMk/>
      </pc:docMkLst>
      <pc:sldChg chg="modSp">
        <pc:chgData name="Ledbetter, Alex" userId="S::a.h.ledbetter@tue.nl::d153b8fa-3c9b-43df-bd2d-76d728ff3ff0" providerId="AD" clId="Web-{9BD887B5-974F-7515-3018-6F57B390F672}" dt="2026-09-04T11:15:54.060" v="8" actId="14100"/>
        <pc:sldMkLst>
          <pc:docMk/>
          <pc:sldMk cId="2769189401" sldId="257"/>
        </pc:sldMkLst>
        <pc:spChg chg="mod">
          <ac:chgData name="Ledbetter, Alex" userId="S::a.h.ledbetter@tue.nl::d153b8fa-3c9b-43df-bd2d-76d728ff3ff0" providerId="AD" clId="Web-{9BD887B5-974F-7515-3018-6F57B390F672}" dt="2026-09-04T11:15:54.060" v="8" actId="14100"/>
          <ac:spMkLst>
            <pc:docMk/>
            <pc:sldMk cId="2769189401" sldId="257"/>
            <ac:spMk id="3" creationId="{A1C5E6A0-AEC3-4D43-6E6A-DF67D75A9A72}"/>
          </ac:spMkLst>
        </pc:spChg>
      </pc:sldChg>
    </pc:docChg>
  </pc:docChgLst>
</pc:chgInfo>
</file>

<file path=ppt/comments/modernComment_103_2CA3C469.xml><?xml version="1.0" encoding="utf-8"?>
<p188:cmLst xmlns:a="http://schemas.openxmlformats.org/drawingml/2006/main" xmlns:r="http://schemas.openxmlformats.org/officeDocument/2006/relationships" xmlns:p188="http://schemas.microsoft.com/office/powerpoint/2018/8/main">
  <p188:cm id="{25062978-CDF6-4392-8802-0FD3943C1A06}" authorId="{B4F7C87D-726B-09C6-B6C7-EE23ED915EFC}" status="resolved" created="2026-09-03T10:24:37.039" complete="100000">
    <pc:sldMkLst xmlns:pc="http://schemas.microsoft.com/office/powerpoint/2013/main/command">
      <pc:docMk/>
      <pc:sldMk cId="748930153" sldId="259"/>
    </pc:sldMkLst>
    <p188:replyLst>
      <p188:reply id="{8BDD1385-4F09-4E3E-BF0B-22343D8E9C56}" authorId="{60D18FD7-CE84-5A8A-6AA3-EFABA8066D6B}" created="2026-09-03T21:23:33.516">
        <p188:txBody>
          <a:bodyPr/>
          <a:lstStyle/>
          <a:p>
            <a:r>
              <a:rPr lang="en-US"/>
              <a:t>I’ve significantly simplified it. Hope it reads better.</a:t>
            </a:r>
          </a:p>
        </p188:txBody>
      </p188:reply>
    </p188:replyLst>
    <p188:txBody>
      <a:bodyPr/>
      <a:lstStyle/>
      <a:p>
        <a:r>
          <a:rPr lang="en-US"/>
          <a:t>I personally found the presentation difficult to follow. I think slides 3-11 could be quite less and made more simple.</a:t>
        </a:r>
      </a:p>
    </p188:txBody>
    <p188:extLst>
      <p:ext xmlns:p="http://schemas.openxmlformats.org/presentationml/2006/main" uri="{57CB4572-C831-44C2-8A1C-0ADB6CCDFE69}">
        <p223:reactions xmlns:p223="http://schemas.microsoft.com/office/powerpoint/2022/03/main">
          <p223:rxn type="👍">
            <p223:instance time="2026-09-03T21:23:08.919" authorId="{60D18FD7-CE84-5A8A-6AA3-EFABA8066D6B}"/>
          </p223:rxn>
        </p223:reactions>
      </p:ext>
    </p188:extLst>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7294BFCC-ED4E-4CCF-B5D9-2E5F2BE94077}" authorId="{B4F7C87D-726B-09C6-B6C7-EE23ED915EFC}" status="resolved" created="2026-09-03T09:44:25.117" complete="100000">
    <pc:sldMkLst xmlns:pc="http://schemas.microsoft.com/office/powerpoint/2013/main/command">
      <pc:docMk/>
      <pc:sldMk cId="0" sldId="261"/>
    </pc:sldMkLst>
    <p188:txBody>
      <a:bodyPr/>
      <a:lstStyle/>
      <a:p>
        <a:r>
          <a:rPr lang="en-US"/>
          <a:t>I do not know what a tiled accelerator is</a:t>
        </a:r>
      </a:p>
    </p188:txBody>
  </p188:cm>
  <p188:cm id="{F63C36A0-897E-45C3-B84B-EF80EE5B0FB6}" authorId="{B4F7C87D-726B-09C6-B6C7-EE23ED915EFC}" status="resolved" created="2026-09-03T09:44:46.743" complete="100000">
    <pc:sldMkLst xmlns:pc="http://schemas.microsoft.com/office/powerpoint/2013/main/command">
      <pc:docMk/>
      <pc:sldMk cId="0" sldId="261"/>
    </pc:sldMkLst>
    <p188:txBody>
      <a:bodyPr/>
      <a:lstStyle/>
      <a:p>
        <a:r>
          <a:rPr lang="en-US"/>
          <a:t>I do not know what a die is</a:t>
        </a:r>
      </a:p>
    </p188:txBody>
  </p188:cm>
  <p188:cm id="{DBD9E320-B411-451D-B13C-752903E8CCE5}" authorId="{B4F7C87D-726B-09C6-B6C7-EE23ED915EFC}" status="resolved" created="2026-09-03T09:45:00.806" complete="100000">
    <pc:sldMkLst xmlns:pc="http://schemas.microsoft.com/office/powerpoint/2013/main/command">
      <pc:docMk/>
      <pc:sldMk cId="0" sldId="261"/>
    </pc:sldMkLst>
    <p188:txBody>
      <a:bodyPr/>
      <a:lstStyle/>
      <a:p>
        <a:r>
          <a:rPr lang="en-US"/>
          <a:t>heat spread is not "fast"</a:t>
        </a:r>
      </a:p>
    </p188:txBody>
    <p188:extLst>
      <p:ext xmlns:p="http://schemas.openxmlformats.org/presentationml/2006/main" uri="{57CB4572-C831-44C2-8A1C-0ADB6CCDFE69}">
        <p223:reactions xmlns:p223="http://schemas.microsoft.com/office/powerpoint/2022/03/main">
          <p223:rxn type="👍">
            <p223:instance time="2026-09-03T18:37:39.572" authorId="{60D18FD7-CE84-5A8A-6AA3-EFABA8066D6B}"/>
          </p223:rxn>
        </p223:reactions>
      </p:ext>
    </p188:extLst>
  </p188:cm>
  <p188:cm id="{B1D6A36B-EDDD-4E3E-8395-1949EBF42235}" authorId="{B4F7C87D-726B-09C6-B6C7-EE23ED915EFC}" status="resolved" created="2026-09-03T09:46:04.808" complete="100000">
    <pc:sldMkLst xmlns:pc="http://schemas.microsoft.com/office/powerpoint/2013/main/command">
      <pc:docMk/>
      <pc:sldMk cId="0" sldId="261"/>
    </pc:sldMkLst>
    <p188:txBody>
      <a:bodyPr/>
      <a:lstStyle/>
      <a:p>
        <a:r>
          <a:rPr lang="en-US"/>
          <a:t>I'm not sure what the power counter does, measures b_i?</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E0C621D2-8322-4B8F-B7D0-C69317F0F0A9}" authorId="{B4F7C87D-726B-09C6-B6C7-EE23ED915EFC}" status="resolved" created="2026-09-03T09:40:53.154" complete="100000">
    <pc:sldMkLst xmlns:pc="http://schemas.microsoft.com/office/powerpoint/2013/main/command">
      <pc:docMk/>
      <pc:sldMk cId="0" sldId="263"/>
    </pc:sldMkLst>
    <p188:txBody>
      <a:bodyPr/>
      <a:lstStyle/>
      <a:p>
        <a:r>
          <a:rPr lang="en-US"/>
          <a:t>grows with every generation meaning new chip designs?</a:t>
        </a:r>
      </a:p>
    </p188:txBody>
  </p188:cm>
  <p188:cm id="{18ECC945-D090-4106-AA2B-91B67AAA0660}" authorId="{B4F7C87D-726B-09C6-B6C7-EE23ED915EFC}" status="resolved" created="2026-09-03T09:41:42.891" complete="100000">
    <pc:sldMkLst xmlns:pc="http://schemas.microsoft.com/office/powerpoint/2013/main/command">
      <pc:docMk/>
      <pc:sldMk cId="0" sldId="263"/>
    </pc:sldMkLst>
    <p188:txBody>
      <a:bodyPr/>
      <a:lstStyle/>
      <a:p>
        <a:r>
          <a:rPr lang="en-US"/>
          <a:t>"interesting quantitiy is no longer..." implies we were already doing something and that has become less relevant. Is that what the audience should be told?</a:t>
        </a:r>
      </a:p>
    </p188:txBody>
  </p188:cm>
  <p188:cm id="{BBD87EAA-5E94-4F48-B7A6-0BB0FEF5A47C}" authorId="{B4F7C87D-726B-09C6-B6C7-EE23ED915EFC}" status="resolved" created="2026-09-03T09:41:49.923" complete="100000">
    <pc:sldMkLst xmlns:pc="http://schemas.microsoft.com/office/powerpoint/2013/main/command">
      <pc:docMk/>
      <pc:sldMk cId="0" sldId="263"/>
    </pc:sldMkLst>
    <p188:txBody>
      <a:bodyPr/>
      <a:lstStyle/>
      <a:p>
        <a:r>
          <a:rPr lang="en-US"/>
          <a:t>whatever n is</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8DD65C3-5419-41CC-AC36-62552B043EC7}" authorId="{B4F7C87D-726B-09C6-B6C7-EE23ED915EFC}" status="resolved" created="2026-09-03T09:46:38.528" complete="100000">
    <pc:sldMkLst xmlns:pc="http://schemas.microsoft.com/office/powerpoint/2013/main/command">
      <pc:docMk/>
      <pc:sldMk cId="0" sldId="265"/>
    </pc:sldMkLst>
    <p188:txBody>
      <a:bodyPr/>
      <a:lstStyle/>
      <a:p>
        <a:r>
          <a:rPr lang="en-US"/>
          <a:t>a computational accident...</a:t>
        </a:r>
      </a:p>
    </p188:txBody>
  </p188:cm>
</p188:cmLst>
</file>

<file path=ppt/comments/modernComment_117_0.xml><?xml version="1.0" encoding="utf-8"?>
<p188:cmLst xmlns:a="http://schemas.openxmlformats.org/drawingml/2006/main" xmlns:r="http://schemas.openxmlformats.org/officeDocument/2006/relationships" xmlns:p188="http://schemas.microsoft.com/office/powerpoint/2018/8/main">
  <p188:cm id="{251449F3-A6FB-41E2-ACAF-E621B046C5E4}" authorId="{B4F7C87D-726B-09C6-B6C7-EE23ED915EFC}" created="2026-09-03T10:25:13.634">
    <pc:sldMkLst xmlns:pc="http://schemas.microsoft.com/office/powerpoint/2013/main/command">
      <pc:docMk/>
      <pc:sldMk cId="0" sldId="279"/>
    </pc:sldMkLst>
    <p188:txBody>
      <a:bodyPr/>
      <a:lstStyle/>
      <a:p>
        <a:r>
          <a:rPr lang="en-US"/>
          <a:t>I don't know what s is</a:t>
        </a:r>
      </a:p>
    </p188:txBody>
  </p188:cm>
  <p188:cm id="{4BFEB787-AA9C-4279-BEAD-91DA6855B6F9}" authorId="{B4F7C87D-726B-09C6-B6C7-EE23ED915EFC}" status="resolved" created="2026-09-03T10:28:26.999" complete="100000">
    <pc:sldMkLst xmlns:pc="http://schemas.microsoft.com/office/powerpoint/2013/main/command">
      <pc:docMk/>
      <pc:sldMk cId="0" sldId="279"/>
    </pc:sldMkLst>
    <p188:replyLst>
      <p188:reply id="{4BD383F2-39E5-4840-A696-F67303811684}" authorId="{B4F7C87D-726B-09C6-B6C7-EE23ED915EFC}" created="2026-09-03T10:31:04.599">
        <p188:txBody>
          <a:bodyPr/>
          <a:lstStyle/>
          <a:p>
            <a:r>
              <a:rPr lang="en-US"/>
              <a:t>E.g. an earlier slide says a column of A determines "how far a single tile's watt is felt". So is the posterior indicating some superior understanding of those relationships?</a:t>
            </a:r>
          </a:p>
        </p188:txBody>
      </p188:reply>
    </p188:replyLst>
    <p188:txBody>
      <a:bodyPr/>
      <a:lstStyle/>
      <a:p>
        <a:r>
          <a:rPr lang="en-US"/>
          <a:t>So the prior uncertainty is A^{-1}. Is the posterior uncertainty also related to A? In that we have refined our understanding of the structure itself?</a:t>
        </a:r>
      </a:p>
    </p188:txBody>
  </p188:cm>
  <p188:cm id="{6A0A7D6A-A014-4808-9AE7-AB01DB50E3A8}" authorId="{B4F7C87D-726B-09C6-B6C7-EE23ED915EFC}" created="2026-09-04T07:25:41.868">
    <pc:sldMkLst xmlns:pc="http://schemas.microsoft.com/office/powerpoint/2013/main/command">
      <pc:docMk/>
      <pc:sldMk cId="0" sldId="279"/>
    </pc:sldMkLst>
    <p188:txBody>
      <a:bodyPr/>
      <a:lstStyle/>
      <a:p>
        <a:r>
          <a:rPr lang="en-US"/>
          <a:t>So the uncertainty is informative of which directions in the Krylov subspace remain underdetermined, and can be used to compute downstream effects of the approximate solution. afaik</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43AB38A-B1B6-4CF4-9737-E1E5C73DA86F}" type="datetimeFigureOut">
              <a:rPr lang="nl-NL" smtClean="0"/>
              <a:t>3-9-2026</a:t>
            </a:fld>
            <a:endParaRPr lang="nl-NL"/>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F1B330-1C2E-47C6-8A9D-1114F90E79D8}" type="slidenum">
              <a:rPr lang="nl-NL" smtClean="0"/>
              <a:t>‹nr.›</a:t>
            </a:fld>
            <a:endParaRPr lang="nl-NL"/>
          </a:p>
        </p:txBody>
      </p:sp>
    </p:spTree>
    <p:extLst>
      <p:ext uri="{BB962C8B-B14F-4D97-AF65-F5344CB8AC3E}">
        <p14:creationId xmlns:p14="http://schemas.microsoft.com/office/powerpoint/2010/main" val="2936878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12C6B-C807-4014-B6D4-CCA33426A2F8}" type="datetimeFigureOut">
              <a:rPr lang="nl-NL" smtClean="0"/>
              <a:t>3-9-2026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5A9740-BD37-4DCA-BDC4-7DBBAE15FA30}" type="slidenum">
              <a:rPr lang="nl-NL" smtClean="0"/>
              <a:t>‹nr.›</a:t>
            </a:fld>
            <a:endParaRPr lang="nl-NL"/>
          </a:p>
        </p:txBody>
      </p:sp>
    </p:spTree>
    <p:extLst>
      <p:ext uri="{BB962C8B-B14F-4D97-AF65-F5344CB8AC3E}">
        <p14:creationId xmlns:p14="http://schemas.microsoft.com/office/powerpoint/2010/main" val="95250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05A9740-BD37-4DCA-BDC4-7DBBAE15FA30}" type="slidenum">
              <a:rPr lang="en-US" smtClean="0"/>
              <a:t>1</a:t>
            </a:fld>
            <a:endParaRPr lang="en-US"/>
          </a:p>
        </p:txBody>
      </p:sp>
    </p:spTree>
    <p:extLst>
      <p:ext uri="{BB962C8B-B14F-4D97-AF65-F5344CB8AC3E}">
        <p14:creationId xmlns:p14="http://schemas.microsoft.com/office/powerpoint/2010/main" val="23973968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2D407-3971-BDD2-6C4B-2856FD0C35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70972-CB69-2E57-5F6F-91866EE952C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B65FD6-7BE0-FBB9-C561-60C90219E31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DB8E472-852D-D18F-771E-1E8191C6903B}"/>
              </a:ext>
            </a:extLst>
          </p:cNvPr>
          <p:cNvSpPr>
            <a:spLocks noGrp="1"/>
          </p:cNvSpPr>
          <p:nvPr>
            <p:ph type="sldNum" sz="quarter" idx="5"/>
          </p:nvPr>
        </p:nvSpPr>
        <p:spPr/>
      </p:sp>
    </p:spTree>
    <p:extLst>
      <p:ext uri="{BB962C8B-B14F-4D97-AF65-F5344CB8AC3E}">
        <p14:creationId xmlns:p14="http://schemas.microsoft.com/office/powerpoint/2010/main" val="933998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C5783-11FF-2D80-4011-79D85ED63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45D7E0-0292-29BD-EAD4-D9158CA631E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C9A02DE-17A8-224A-F2E9-A50C0B7F310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886B761-B97A-23D2-BB45-8EDC9C3BEC9D}"/>
              </a:ext>
            </a:extLst>
          </p:cNvPr>
          <p:cNvSpPr>
            <a:spLocks noGrp="1"/>
          </p:cNvSpPr>
          <p:nvPr>
            <p:ph type="sldNum" sz="quarter" idx="5"/>
          </p:nvPr>
        </p:nvSpPr>
        <p:spPr/>
      </p:sp>
    </p:spTree>
    <p:extLst>
      <p:ext uri="{BB962C8B-B14F-4D97-AF65-F5344CB8AC3E}">
        <p14:creationId xmlns:p14="http://schemas.microsoft.com/office/powerpoint/2010/main" val="1134415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68EDD-BDCC-4AE3-44BF-C62D4F0A9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8A941-AA37-B12C-B90C-C39FABCAF7A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AEF94E9-F857-4435-25FA-92ACAA2E6E1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481DA2B-684C-7930-923B-8E665ABEA033}"/>
              </a:ext>
            </a:extLst>
          </p:cNvPr>
          <p:cNvSpPr>
            <a:spLocks noGrp="1"/>
          </p:cNvSpPr>
          <p:nvPr>
            <p:ph type="sldNum" sz="quarter" idx="5"/>
          </p:nvPr>
        </p:nvSpPr>
        <p:spPr/>
      </p:sp>
    </p:spTree>
    <p:extLst>
      <p:ext uri="{BB962C8B-B14F-4D97-AF65-F5344CB8AC3E}">
        <p14:creationId xmlns:p14="http://schemas.microsoft.com/office/powerpoint/2010/main" val="24989752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B1A9-717D-E7F6-9262-2AD03B6C3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6AF45-4FDB-23E4-AD10-067ACDE439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7EFDE39-1E73-3710-713E-ABD73FF648D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6160EF2-CBFF-B957-C6ED-DCEC13005D4D}"/>
              </a:ext>
            </a:extLst>
          </p:cNvPr>
          <p:cNvSpPr>
            <a:spLocks noGrp="1"/>
          </p:cNvSpPr>
          <p:nvPr>
            <p:ph type="sldNum" sz="quarter" idx="5"/>
          </p:nvPr>
        </p:nvSpPr>
        <p:spPr/>
      </p:sp>
    </p:spTree>
    <p:extLst>
      <p:ext uri="{BB962C8B-B14F-4D97-AF65-F5344CB8AC3E}">
        <p14:creationId xmlns:p14="http://schemas.microsoft.com/office/powerpoint/2010/main" val="3887270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AEA29-710C-9E4D-9315-BF72DAEE6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F9A38-F821-FBE1-4A8F-3715A5BE7DF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D7FD635-873C-0E35-98F0-3A8FDE1A573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363DFBA-2138-FB06-ADDA-804E2F5583E1}"/>
              </a:ext>
            </a:extLst>
          </p:cNvPr>
          <p:cNvSpPr>
            <a:spLocks noGrp="1"/>
          </p:cNvSpPr>
          <p:nvPr>
            <p:ph type="sldNum" sz="quarter" idx="5"/>
          </p:nvPr>
        </p:nvSpPr>
        <p:spPr/>
      </p:sp>
    </p:spTree>
    <p:extLst>
      <p:ext uri="{BB962C8B-B14F-4D97-AF65-F5344CB8AC3E}">
        <p14:creationId xmlns:p14="http://schemas.microsoft.com/office/powerpoint/2010/main" val="25628695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8EA82-AA5A-AB00-2AB9-5178706C0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8F029-4141-C4AC-DF08-D87C62F219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C5447A-8D78-BC4D-E242-1E122E8F43F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B15BF5D-7B0E-D687-E212-1056C4161EFB}"/>
              </a:ext>
            </a:extLst>
          </p:cNvPr>
          <p:cNvSpPr>
            <a:spLocks noGrp="1"/>
          </p:cNvSpPr>
          <p:nvPr>
            <p:ph type="sldNum" sz="quarter" idx="5"/>
          </p:nvPr>
        </p:nvSpPr>
        <p:spPr/>
      </p:sp>
    </p:spTree>
    <p:extLst>
      <p:ext uri="{BB962C8B-B14F-4D97-AF65-F5344CB8AC3E}">
        <p14:creationId xmlns:p14="http://schemas.microsoft.com/office/powerpoint/2010/main" val="7919569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7FEE5-28DB-8BDC-45A9-F674C3CB7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B6FAE-7BB4-9BA1-648A-FE3025663E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E78896A-700D-9EE1-ACCD-1F91A065DC29}"/>
              </a:ext>
            </a:extLst>
          </p:cNvPr>
          <p:cNvSpPr>
            <a:spLocks noGrp="1"/>
          </p:cNvSpPr>
          <p:nvPr>
            <p:ph type="body" sz="quarter" idx="3"/>
          </p:nvPr>
        </p:nvSpPr>
        <p:spPr/>
        <p:txBody>
          <a:bodyPr/>
          <a:lstStyle/>
          <a:p>
            <a:r>
              <a:rPr lang="en-US"/>
              <a:t>Outline</a:t>
            </a:r>
          </a:p>
          <a:p>
            <a:endParaRPr lang="en-US"/>
          </a:p>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“Shantal et al. then also show that the mode could be reliably found by message passing on a probabilistic graph. [</a:t>
            </a:r>
          </a:p>
          <a:p>
            <a:endParaRPr lang="en-US"/>
          </a:p>
          <a:p>
            <a:r>
              <a:rPr lang="en-US"/>
              <a:t>(pass) When A is not PSD, the associated Gaussian is not a proper </a:t>
            </a:r>
            <a:r>
              <a:rPr lang="en-US" err="1"/>
              <a:t>normalizable</a:t>
            </a:r>
            <a:r>
              <a:rPr lang="en-US"/>
              <a:t> probability distribution, but the approach is found to also sometimes work in this case.</a:t>
            </a:r>
          </a:p>
          <a:p>
            <a:endParaRPr lang="en-US"/>
          </a:p>
          <a:p>
            <a:r>
              <a:rPr lang="en-US"/>
              <a:t>If you read their paper, you will find they encode this Gaussian p(x) in a specific type of probabilistic graph known as a Gaussian Markov Random Field. We instead take a more general, modern approach, and encode the same Gaussian in what is called a Forney-style Factor Graph, or FFG. </a:t>
            </a:r>
          </a:p>
          <a:p>
            <a:endParaRPr lang="en-US"/>
          </a:p>
          <a:p>
            <a:r>
              <a:rPr lang="en-US"/>
              <a:t>In either case, message-passing is a scalable, distributed approach to approximate marginal inference. We infer the marginal distributions q(</a:t>
            </a:r>
            <a:r>
              <a:rPr lang="en-US" err="1"/>
              <a:t>x_i</a:t>
            </a:r>
            <a:r>
              <a:rPr lang="en-US"/>
              <a:t>) for each variable </a:t>
            </a:r>
            <a:r>
              <a:rPr lang="en-US" err="1"/>
              <a:t>x_i</a:t>
            </a:r>
            <a:r>
              <a:rPr lang="en-US"/>
              <a:t> in the state vector x. By then stacking the means of these marginals, we can recover the mode of the distribution and thus our solution x = A^{-1}b. 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p>
          <a:p>
            <a:endParaRPr lang="en-US"/>
          </a:p>
          <a:p>
            <a:endParaRPr lang="en-US"/>
          </a:p>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and normalizing constant Z, such as p(</a:t>
            </a:r>
            <a:r>
              <a:rPr lang="en-US" err="1"/>
              <a:t>a,b,c,d</a:t>
            </a:r>
            <a:r>
              <a:rPr lang="en-US"/>
              <a:t>) =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Its use becomes even more apparent as we begin to utilize hybrid message-passing approaches, where we apply variational constraints to the variables around specific nodes, and in cases of non-</a:t>
            </a:r>
            <a:r>
              <a:rPr lang="en-US" err="1"/>
              <a:t>conjugacies</a:t>
            </a:r>
            <a:r>
              <a:rPr lang="en-US"/>
              <a:t>, where we may need to apply form-constraints to certain variables that perform projections into conjugate families, etc. For now, we use Gaussian-conjugate factors without variational or form constraints. </a:t>
            </a:r>
          </a:p>
          <a:p>
            <a:endParaRPr lang="en-US"/>
          </a:p>
          <a:p>
            <a:r>
              <a:rPr lang="en-US"/>
              <a:t>We now return to our Gaussian distribution to see how to encode it in a factor-graph for later marginal inference by message-passing. The negative Gaussian function is quadratic and factorizes into unary and binary factors. </a:t>
            </a:r>
          </a:p>
          <a:p>
            <a:endParaRPr lang="en-US"/>
          </a:p>
          <a:p>
            <a:r>
              <a:rPr lang="en-US"/>
              <a:t>We collect and name terms, and we get the model here…</a:t>
            </a:r>
          </a:p>
          <a:p>
            <a:endParaRPr lang="en-US"/>
          </a:p>
          <a:p>
            <a:r>
              <a:rPr lang="en-US"/>
              <a:t>where Phi is…</a:t>
            </a:r>
          </a:p>
          <a:p>
            <a:endParaRPr lang="en-US"/>
          </a:p>
          <a:p>
            <a:r>
              <a:rPr lang="en-US"/>
              <a:t>and Psi is…</a:t>
            </a:r>
          </a:p>
          <a:p>
            <a:endParaRPr lang="en-US"/>
          </a:p>
          <a:p>
            <a:r>
              <a:rPr lang="en-US"/>
              <a:t>Then, assuming a grid-like die structure, we get a graph like so, for example…</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can be seen to send a mean value without variance.</a:t>
            </a:r>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p>
          <a:p>
            <a:endParaRPr lang="en-US"/>
          </a:p>
          <a:p>
            <a:endParaRPr lang="en-US"/>
          </a:p>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p>
        </p:txBody>
      </p:sp>
      <p:sp>
        <p:nvSpPr>
          <p:cNvPr id="4" name="Slide Number Placeholder 3">
            <a:extLst>
              <a:ext uri="{FF2B5EF4-FFF2-40B4-BE49-F238E27FC236}">
                <a16:creationId xmlns:a16="http://schemas.microsoft.com/office/drawing/2014/main" id="{D2223061-14B6-D8CC-9769-A232035D32C6}"/>
              </a:ext>
            </a:extLst>
          </p:cNvPr>
          <p:cNvSpPr>
            <a:spLocks noGrp="1"/>
          </p:cNvSpPr>
          <p:nvPr>
            <p:ph type="sldNum" sz="quarter" idx="5"/>
          </p:nvPr>
        </p:nvSpPr>
        <p:spPr/>
      </p:sp>
    </p:spTree>
    <p:extLst>
      <p:ext uri="{BB962C8B-B14F-4D97-AF65-F5344CB8AC3E}">
        <p14:creationId xmlns:p14="http://schemas.microsoft.com/office/powerpoint/2010/main" val="24810028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Cavit is </a:t>
            </a:r>
            <a:r>
              <a:rPr lang="" dirty="0"/>
              <a:t>the Gaussian over xi​ formed from the unary factor at i plus all incoming messages except j→i.</a:t>
            </a:r>
          </a:p>
          <a:p>
            <a:r>
              <a:rPr lang="" dirty="0"/>
              <a:t>Message is a Gaussian information update over xj​, obtained by combining that cavity belief with the coupling ψij​(xi​,xj​) and integrating out xi</a:t>
            </a:r>
          </a:p>
          <a:p>
            <a:r>
              <a:rPr lang="" dirty="0"/>
              <a:t>Node belief uses all incoming messages, including j→i, and is the current marginal estimate for xi​.</a:t>
            </a:r>
            <a:endParaRPr lang="LID4096" dirty="0"/>
          </a:p>
        </p:txBody>
      </p:sp>
      <p:sp>
        <p:nvSpPr>
          <p:cNvPr id="4" name="Slide Number Placeholder 3"/>
          <p:cNvSpPr>
            <a:spLocks noGrp="1"/>
          </p:cNvSpPr>
          <p:nvPr>
            <p:ph type="sldNum" sz="quarter" idx="5"/>
          </p:nvPr>
        </p:nvSpPr>
        <p:spPr/>
        <p:txBody>
          <a:bodyPr/>
          <a:lstStyle/>
          <a:p>
            <a:fld id="{47E73CB1-83E3-48E7-B528-63E30409274E}" type="slidenum">
              <a:rPr lang="LID4096" smtClean="0"/>
              <a:t>26</a:t>
            </a:fld>
            <a:endParaRPr lang="LID4096"/>
          </a:p>
        </p:txBody>
      </p:sp>
    </p:spTree>
    <p:extLst>
      <p:ext uri="{BB962C8B-B14F-4D97-AF65-F5344CB8AC3E}">
        <p14:creationId xmlns:p14="http://schemas.microsoft.com/office/powerpoint/2010/main" val="16737839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5BB9A-EA9B-22EF-2B3B-3DCA9C97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F1AB1-7DFE-811A-757E-B59B9173E96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3C5A12-05DE-03E7-A1F3-88ED6B85C0C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4E2B105-B80D-FA9E-6D99-D4DBDA11A2E2}"/>
              </a:ext>
            </a:extLst>
          </p:cNvPr>
          <p:cNvSpPr>
            <a:spLocks noGrp="1"/>
          </p:cNvSpPr>
          <p:nvPr>
            <p:ph type="sldNum" sz="quarter" idx="5"/>
          </p:nvPr>
        </p:nvSpPr>
        <p:spPr/>
      </p:sp>
    </p:spTree>
    <p:extLst>
      <p:ext uri="{BB962C8B-B14F-4D97-AF65-F5344CB8AC3E}">
        <p14:creationId xmlns:p14="http://schemas.microsoft.com/office/powerpoint/2010/main" val="33425078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AFA50-D7EE-DC46-315E-D83CDBC45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352A2E-C9F6-0AB1-66F2-EA063575FD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F785973-8FD7-1FED-B0F1-B547848A1888}"/>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43626FA2-6FFD-1536-7331-49036FBE6E90}"/>
              </a:ext>
            </a:extLst>
          </p:cNvPr>
          <p:cNvSpPr>
            <a:spLocks noGrp="1"/>
          </p:cNvSpPr>
          <p:nvPr>
            <p:ph type="sldNum" sz="quarter" idx="5"/>
          </p:nvPr>
        </p:nvSpPr>
        <p:spPr/>
      </p:sp>
    </p:spTree>
    <p:extLst>
      <p:ext uri="{BB962C8B-B14F-4D97-AF65-F5344CB8AC3E}">
        <p14:creationId xmlns:p14="http://schemas.microsoft.com/office/powerpoint/2010/main" val="6622006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US">
                <a:solidFill>
                  <a:srgbClr val="6E6E76"/>
                </a:solidFill>
              </a:rPr>
              <a:t>Rounds to 10⁻¹⁰ on the 24×24 die, c = 0.4:  Jacobi 203 · </a:t>
            </a:r>
            <a:r>
              <a:rPr lang="en-US" err="1">
                <a:solidFill>
                  <a:srgbClr val="6E6E76"/>
                </a:solidFill>
              </a:rPr>
              <a:t>GaBP</a:t>
            </a:r>
            <a:r>
              <a:rPr lang="en-US">
                <a:solidFill>
                  <a:srgbClr val="6E6E76"/>
                </a:solidFill>
              </a:rPr>
              <a:t> flooding 112 · Gauss–Seidel 110 · </a:t>
            </a:r>
            <a:r>
              <a:rPr lang="en-US" err="1">
                <a:solidFill>
                  <a:srgbClr val="6E6E76"/>
                </a:solidFill>
              </a:rPr>
              <a:t>GaBP</a:t>
            </a:r>
            <a:r>
              <a:rPr lang="en-US">
                <a:solidFill>
                  <a:srgbClr val="6E6E76"/>
                </a:solidFill>
              </a:rPr>
              <a:t> serial 67 · CG 41.</a:t>
            </a:r>
            <a:endParaRPr lang="en-US"/>
          </a:p>
          <a:p>
            <a:r>
              <a:rPr lang="en-US"/>
              <a:t>Same die as Wouter's section: 24×24 lattice, screening 0.4, same right-hand side, same target 1e-10. Jacobi needs 203 iterations. </a:t>
            </a:r>
            <a:r>
              <a:rPr lang="en-US" err="1"/>
              <a:t>GaBP</a:t>
            </a:r>
            <a:r>
              <a:rPr lang="en-US"/>
              <a:t> with the flooding schedule — every node sends every round, exactly Jacobi's communication pattern — needs 112. So the second moment that Jacobi throws away is worth a factor two in rounds. </a:t>
            </a:r>
            <a:r>
              <a:rPr lang="en-US" err="1"/>
              <a:t>GaBP</a:t>
            </a:r>
            <a:r>
              <a:rPr lang="en-US"/>
              <a:t> serial is the same algorithm with a Gauss–Seidel schedule: sweep the nodes in order and let each node use whatever is in its inbox right now, so messages from lower-numbered </a:t>
            </a:r>
            <a:r>
              <a:rPr lang="en-US" err="1"/>
              <a:t>neighbours</a:t>
            </a:r>
            <a:r>
              <a:rPr lang="en-US"/>
              <a:t> are already fresh this sweep. That gets 67 — the same trick Gauss–Seidel plays on Jacobi (110), for the same reason; red–black </a:t>
            </a:r>
            <a:r>
              <a:rPr lang="en-US" err="1"/>
              <a:t>colouring</a:t>
            </a:r>
            <a:r>
              <a:rPr lang="en-US"/>
              <a:t> gives it back at full parallelism, two half-sweeps per round. One round of serial costs the same number of message updates as one round of flooding; only the freshness differs. Say it unprompted: CG is still faster, 41. CG </a:t>
            </a:r>
            <a:r>
              <a:rPr lang="en-US" err="1"/>
              <a:t>minimises</a:t>
            </a:r>
            <a:r>
              <a:rPr lang="en-US"/>
              <a:t> the error over a growing global subspace; a local method has no global object to </a:t>
            </a:r>
            <a:r>
              <a:rPr lang="en-US" err="1"/>
              <a:t>minimise</a:t>
            </a:r>
            <a:r>
              <a:rPr lang="en-US"/>
              <a:t> over. On this problem that is a constant factor, not a change of order — the next two slides make the comparison fair. Also point at the tree: on the chain, </a:t>
            </a:r>
            <a:r>
              <a:rPr lang="en-US" err="1"/>
              <a:t>GaBP</a:t>
            </a:r>
            <a:r>
              <a:rPr lang="en-US"/>
              <a:t> terminates exactly after the diameter; CG does not.</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5A9740-BD37-4DCA-BDC4-7DBBAE15FA30}" type="slidenum">
              <a:rPr lang="nl-NL" smtClean="0"/>
              <a:t>29</a:t>
            </a:fld>
            <a:endParaRPr lang="nl-NL"/>
          </a:p>
        </p:txBody>
      </p:sp>
    </p:spTree>
    <p:extLst>
      <p:ext uri="{BB962C8B-B14F-4D97-AF65-F5344CB8AC3E}">
        <p14:creationId xmlns:p14="http://schemas.microsoft.com/office/powerpoint/2010/main" val="7479400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ECBB0-1D72-61F6-DE68-42C7161FD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D14E58-33E6-2A51-CCA8-87308CCDC61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4929D1-81C0-9334-1564-649EDFE2706C}"/>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C6C47372-B581-7527-D67A-133C916636BD}"/>
              </a:ext>
            </a:extLst>
          </p:cNvPr>
          <p:cNvSpPr>
            <a:spLocks noGrp="1"/>
          </p:cNvSpPr>
          <p:nvPr>
            <p:ph type="sldNum" sz="quarter" idx="5"/>
          </p:nvPr>
        </p:nvSpPr>
        <p:spPr/>
      </p:sp>
    </p:spTree>
    <p:extLst>
      <p:ext uri="{BB962C8B-B14F-4D97-AF65-F5344CB8AC3E}">
        <p14:creationId xmlns:p14="http://schemas.microsoft.com/office/powerpoint/2010/main" val="37711842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32442-6CA4-0631-F93D-405616B91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C3515-6701-D007-3F73-4B9CB4EBF1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D26D0D-0232-BA4F-ED5D-C1D5CAED8ECC}"/>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6F88699A-8FDD-B439-9A28-E76D42939DBE}"/>
              </a:ext>
            </a:extLst>
          </p:cNvPr>
          <p:cNvSpPr>
            <a:spLocks noGrp="1"/>
          </p:cNvSpPr>
          <p:nvPr>
            <p:ph type="sldNum" sz="quarter" idx="5"/>
          </p:nvPr>
        </p:nvSpPr>
        <p:spPr/>
      </p:sp>
    </p:spTree>
    <p:extLst>
      <p:ext uri="{BB962C8B-B14F-4D97-AF65-F5344CB8AC3E}">
        <p14:creationId xmlns:p14="http://schemas.microsoft.com/office/powerpoint/2010/main" val="30564050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9BDF-F6CA-413E-65CD-E9728BEB2A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6B1AB-6CBA-65DA-C3BD-5B46D13F673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F688CC3-F717-A15A-74B6-E3CDC632B5D1}"/>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38ADD8BD-E0A3-F6CD-4794-5BDDF5966F98}"/>
              </a:ext>
            </a:extLst>
          </p:cNvPr>
          <p:cNvSpPr>
            <a:spLocks noGrp="1"/>
          </p:cNvSpPr>
          <p:nvPr>
            <p:ph type="sldNum" sz="quarter" idx="5"/>
          </p:nvPr>
        </p:nvSpPr>
        <p:spPr/>
      </p:sp>
    </p:spTree>
    <p:extLst>
      <p:ext uri="{BB962C8B-B14F-4D97-AF65-F5344CB8AC3E}">
        <p14:creationId xmlns:p14="http://schemas.microsoft.com/office/powerpoint/2010/main" val="1123250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677F-DC07-3C24-746B-3257CB6F8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5E68B-AAC5-802F-6EBD-10909FBD758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F7EFE8-7D7B-B606-F588-C44CD7BFA2FA}"/>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8ACE6509-ADA5-18C2-186F-A73C80445C41}"/>
              </a:ext>
            </a:extLst>
          </p:cNvPr>
          <p:cNvSpPr>
            <a:spLocks noGrp="1"/>
          </p:cNvSpPr>
          <p:nvPr>
            <p:ph type="sldNum" sz="quarter" idx="5"/>
          </p:nvPr>
        </p:nvSpPr>
        <p:spPr/>
      </p:sp>
    </p:spTree>
    <p:extLst>
      <p:ext uri="{BB962C8B-B14F-4D97-AF65-F5344CB8AC3E}">
        <p14:creationId xmlns:p14="http://schemas.microsoft.com/office/powerpoint/2010/main" val="32035993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93036-AA21-36C9-2C0C-FAC9E681DD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0E31B5-9339-A5A8-9807-A10D5C0F172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5A85CE2-70CE-B750-4D02-79BC36F378BD}"/>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DD37FD6E-1E03-A74A-BE8B-46B536D027DC}"/>
              </a:ext>
            </a:extLst>
          </p:cNvPr>
          <p:cNvSpPr>
            <a:spLocks noGrp="1"/>
          </p:cNvSpPr>
          <p:nvPr>
            <p:ph type="sldNum" sz="quarter" idx="5"/>
          </p:nvPr>
        </p:nvSpPr>
        <p:spPr/>
      </p:sp>
    </p:spTree>
    <p:extLst>
      <p:ext uri="{BB962C8B-B14F-4D97-AF65-F5344CB8AC3E}">
        <p14:creationId xmlns:p14="http://schemas.microsoft.com/office/powerpoint/2010/main" val="16765459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6C078-4652-059B-1ECE-814B1D5F91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9121B-267B-6A76-3080-177B8DC6595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4D9B89A-9D6C-0195-C623-19AC38D25905}"/>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BA276933-95FA-4ECE-75C0-AADCE8A655FC}"/>
              </a:ext>
            </a:extLst>
          </p:cNvPr>
          <p:cNvSpPr>
            <a:spLocks noGrp="1"/>
          </p:cNvSpPr>
          <p:nvPr>
            <p:ph type="sldNum" sz="quarter" idx="5"/>
          </p:nvPr>
        </p:nvSpPr>
        <p:spPr/>
      </p:sp>
    </p:spTree>
    <p:extLst>
      <p:ext uri="{BB962C8B-B14F-4D97-AF65-F5344CB8AC3E}">
        <p14:creationId xmlns:p14="http://schemas.microsoft.com/office/powerpoint/2010/main" val="24050556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874B9-2EF9-73FC-BF20-85CB09A9B5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43A4-29F0-9372-FC09-76995550CB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EAC1762-4911-E8B8-F013-FD97C3B97256}"/>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D560A821-1E0F-E063-328B-693882F43616}"/>
              </a:ext>
            </a:extLst>
          </p:cNvPr>
          <p:cNvSpPr>
            <a:spLocks noGrp="1"/>
          </p:cNvSpPr>
          <p:nvPr>
            <p:ph type="sldNum" sz="quarter" idx="5"/>
          </p:nvPr>
        </p:nvSpPr>
        <p:spPr/>
      </p:sp>
    </p:spTree>
    <p:extLst>
      <p:ext uri="{BB962C8B-B14F-4D97-AF65-F5344CB8AC3E}">
        <p14:creationId xmlns:p14="http://schemas.microsoft.com/office/powerpoint/2010/main" val="37309735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9F71E-7199-3C21-F890-ADAAB4F42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EAC01A-6767-1289-DE9E-D58C90DD0F6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B157F8-FC70-16DA-B374-C3AA2C1B403B}"/>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7B2EB1E8-F1DC-891B-322B-77E2D0335972}"/>
              </a:ext>
            </a:extLst>
          </p:cNvPr>
          <p:cNvSpPr>
            <a:spLocks noGrp="1"/>
          </p:cNvSpPr>
          <p:nvPr>
            <p:ph type="sldNum" sz="quarter" idx="5"/>
          </p:nvPr>
        </p:nvSpPr>
        <p:spPr/>
      </p:sp>
    </p:spTree>
    <p:extLst>
      <p:ext uri="{BB962C8B-B14F-4D97-AF65-F5344CB8AC3E}">
        <p14:creationId xmlns:p14="http://schemas.microsoft.com/office/powerpoint/2010/main" val="14118212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27C30-5C6F-160D-B045-621187B0EB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7A8112-8FB5-44CE-1C01-804B110CDE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FAA09B0-9B27-1B19-C422-7FB1E7EA7F41}"/>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EA74841C-0869-AA46-81E3-EAF2707DF1CF}"/>
              </a:ext>
            </a:extLst>
          </p:cNvPr>
          <p:cNvSpPr>
            <a:spLocks noGrp="1"/>
          </p:cNvSpPr>
          <p:nvPr>
            <p:ph type="sldNum" sz="quarter" idx="5"/>
          </p:nvPr>
        </p:nvSpPr>
        <p:spPr/>
      </p:sp>
    </p:spTree>
    <p:extLst>
      <p:ext uri="{BB962C8B-B14F-4D97-AF65-F5344CB8AC3E}">
        <p14:creationId xmlns:p14="http://schemas.microsoft.com/office/powerpoint/2010/main" val="376576512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C53EC-ED4D-68C7-8912-25EBAA435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2163B-49EA-7FAD-51AE-B7686A2DA88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D00093B-8499-F792-B1BC-113BA0580458}"/>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CC44709C-DC8A-CE97-C82D-919B85C1286D}"/>
              </a:ext>
            </a:extLst>
          </p:cNvPr>
          <p:cNvSpPr>
            <a:spLocks noGrp="1"/>
          </p:cNvSpPr>
          <p:nvPr>
            <p:ph type="sldNum" sz="quarter" idx="5"/>
          </p:nvPr>
        </p:nvSpPr>
        <p:spPr/>
      </p:sp>
    </p:spTree>
    <p:extLst>
      <p:ext uri="{BB962C8B-B14F-4D97-AF65-F5344CB8AC3E}">
        <p14:creationId xmlns:p14="http://schemas.microsoft.com/office/powerpoint/2010/main" val="16833564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D8FBB-81C2-270A-CDFD-9CD141595C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E28DD-B6A3-A681-CEDA-8128412C4E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54E6C67-9812-506D-40D2-84EBB271CE3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8B5320F-22E0-93CF-3820-22E9480F08EC}"/>
              </a:ext>
            </a:extLst>
          </p:cNvPr>
          <p:cNvSpPr>
            <a:spLocks noGrp="1"/>
          </p:cNvSpPr>
          <p:nvPr>
            <p:ph type="sldNum" sz="quarter" idx="5"/>
          </p:nvPr>
        </p:nvSpPr>
        <p:spPr/>
      </p:sp>
    </p:spTree>
    <p:extLst>
      <p:ext uri="{BB962C8B-B14F-4D97-AF65-F5344CB8AC3E}">
        <p14:creationId xmlns:p14="http://schemas.microsoft.com/office/powerpoint/2010/main" val="1348670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1_Titel en object">
    <p:bg>
      <p:bgRef idx="1001">
        <a:schemeClr val="bg1"/>
      </p:bgRef>
    </p:bg>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solidFill>
                  <a:schemeClr val="tx1"/>
                </a:solidFill>
              </a:defRPr>
            </a:lvl1pPr>
          </a:lstStyle>
          <a:p>
            <a:r>
              <a:rPr lang="en-US"/>
              <a:t>Slide title</a:t>
            </a:r>
          </a:p>
        </p:txBody>
      </p:sp>
      <p:sp>
        <p:nvSpPr>
          <p:cNvPr id="3" name="Tijdelijke aanduiding voor inhoud 2"/>
          <p:cNvSpPr>
            <a:spLocks noGrp="1"/>
          </p:cNvSpPr>
          <p:nvPr>
            <p:ph idx="1" hasCustomPrompt="1"/>
          </p:nvPr>
        </p:nvSpPr>
        <p:spPr>
          <a:xfrm>
            <a:off x="610100" y="1260000"/>
            <a:ext cx="7922712" cy="3310413"/>
          </a:xfrm>
        </p:spPr>
        <p:txBody>
          <a:bodyPr/>
          <a:lstStyle>
            <a:lvl1pPr>
              <a:defRPr sz="16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100">
                <a:solidFill>
                  <a:schemeClr val="tx1"/>
                </a:solidFill>
              </a:defRPr>
            </a:lvl5pPr>
          </a:lstStyle>
          <a:p>
            <a:pPr lvl="0"/>
            <a:r>
              <a:rPr lang="en-US"/>
              <a:t>Slide text</a:t>
            </a:r>
          </a:p>
          <a:p>
            <a:pPr lvl="1"/>
            <a:r>
              <a:rPr lang="en-US" err="1"/>
              <a:t>Tweede</a:t>
            </a:r>
            <a:r>
              <a:rPr lang="en-US"/>
              <a:t>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5" name="Tijdelijke aanduiding voor voettekst 4"/>
          <p:cNvSpPr>
            <a:spLocks noGrp="1"/>
          </p:cNvSpPr>
          <p:nvPr>
            <p:ph type="ftr" sz="quarter" idx="11"/>
          </p:nvPr>
        </p:nvSpPr>
        <p:spPr/>
        <p:txBody>
          <a:bodyPr/>
          <a:lstStyle>
            <a:lvl1pPr>
              <a:defRPr>
                <a:solidFill>
                  <a:schemeClr val="tx1"/>
                </a:solidFill>
              </a:defRPr>
            </a:lvl1pPr>
          </a:lstStyle>
          <a:p>
            <a:r>
              <a:rPr lang="en-US"/>
              <a:t>Title of the presentation – by tab Insert -&gt; Header text and Footer text</a:t>
            </a:r>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‹nr.›</a:t>
            </a:fld>
            <a:endParaRPr lang="en-US"/>
          </a:p>
        </p:txBody>
      </p:sp>
      <p:pic>
        <p:nvPicPr>
          <p:cNvPr id="7" name="FooterLogoTUe">
            <a:extLst>
              <a:ext uri="{FF2B5EF4-FFF2-40B4-BE49-F238E27FC236}">
                <a16:creationId xmlns:a16="http://schemas.microsoft.com/office/drawing/2014/main" id="{1846CF66-6C09-6C81-4515-2425EFF1510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401365003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in 2 kolommen">
    <p:bg>
      <p:bgRef idx="1001">
        <a:schemeClr val="bg1"/>
      </p:bgRef>
    </p:bg>
    <p:spTree>
      <p:nvGrpSpPr>
        <p:cNvPr id="1" name=""/>
        <p:cNvGrpSpPr/>
        <p:nvPr/>
      </p:nvGrpSpPr>
      <p:grpSpPr>
        <a:xfrm>
          <a:off x="0" y="0"/>
          <a:ext cx="0" cy="0"/>
          <a:chOff x="0" y="0"/>
          <a:chExt cx="0" cy="0"/>
        </a:xfrm>
      </p:grpSpPr>
      <p:sp>
        <p:nvSpPr>
          <p:cNvPr id="3" name="Tijdelijke aanduiding voor inhoud 2"/>
          <p:cNvSpPr>
            <a:spLocks noGrp="1"/>
          </p:cNvSpPr>
          <p:nvPr>
            <p:ph sz="half" idx="1" hasCustomPrompt="1"/>
          </p:nvPr>
        </p:nvSpPr>
        <p:spPr>
          <a:xfrm>
            <a:off x="612000" y="626165"/>
            <a:ext cx="3600000" cy="394345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Slide text</a:t>
            </a:r>
          </a:p>
          <a:p>
            <a:pPr lvl="1"/>
            <a:r>
              <a:rPr lang="en-US" dirty="0"/>
              <a:t>Tweede </a:t>
            </a:r>
            <a:r>
              <a:rPr lang="en-US" dirty="0" err="1"/>
              <a:t>niveau</a:t>
            </a:r>
            <a:endParaRPr lang="en-US" dirty="0"/>
          </a:p>
          <a:p>
            <a:pPr lvl="2"/>
            <a:r>
              <a:rPr lang="en-US" dirty="0" err="1"/>
              <a:t>Derde</a:t>
            </a:r>
            <a:r>
              <a:rPr lang="en-US" dirty="0"/>
              <a:t> </a:t>
            </a:r>
            <a:r>
              <a:rPr lang="en-US" dirty="0" err="1"/>
              <a:t>niveau</a:t>
            </a:r>
            <a:endParaRPr lang="en-US" dirty="0"/>
          </a:p>
          <a:p>
            <a:pPr lvl="3"/>
            <a:r>
              <a:rPr lang="en-US" dirty="0" err="1"/>
              <a:t>Vierde</a:t>
            </a:r>
            <a:r>
              <a:rPr lang="en-US" dirty="0"/>
              <a:t> </a:t>
            </a:r>
            <a:r>
              <a:rPr lang="en-US" dirty="0" err="1"/>
              <a:t>niveau</a:t>
            </a:r>
            <a:endParaRPr lang="en-US" dirty="0"/>
          </a:p>
          <a:p>
            <a:pPr lvl="4"/>
            <a:r>
              <a:rPr lang="en-US" dirty="0" err="1"/>
              <a:t>Vijfde</a:t>
            </a:r>
            <a:r>
              <a:rPr lang="en-US" dirty="0"/>
              <a:t> </a:t>
            </a:r>
            <a:r>
              <a:rPr lang="en-US" dirty="0" err="1"/>
              <a:t>niveau</a:t>
            </a:r>
            <a:endParaRPr lang="en-US" dirty="0"/>
          </a:p>
        </p:txBody>
      </p:sp>
      <p:sp>
        <p:nvSpPr>
          <p:cNvPr id="4" name="Tijdelijke aanduiding voor inhoud 3"/>
          <p:cNvSpPr>
            <a:spLocks noGrp="1"/>
          </p:cNvSpPr>
          <p:nvPr>
            <p:ph sz="half" idx="2" hasCustomPrompt="1"/>
          </p:nvPr>
        </p:nvSpPr>
        <p:spPr>
          <a:xfrm>
            <a:off x="4629150" y="626165"/>
            <a:ext cx="3600000" cy="394345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Slide text</a:t>
            </a:r>
          </a:p>
          <a:p>
            <a:pPr lvl="1"/>
            <a:r>
              <a:rPr lang="en-US" dirty="0"/>
              <a:t>Tweede </a:t>
            </a:r>
            <a:r>
              <a:rPr lang="en-US" dirty="0" err="1"/>
              <a:t>niveau</a:t>
            </a:r>
            <a:endParaRPr lang="en-US" dirty="0"/>
          </a:p>
          <a:p>
            <a:pPr lvl="2"/>
            <a:r>
              <a:rPr lang="en-US" dirty="0" err="1"/>
              <a:t>Derde</a:t>
            </a:r>
            <a:r>
              <a:rPr lang="en-US" dirty="0"/>
              <a:t> </a:t>
            </a:r>
            <a:r>
              <a:rPr lang="en-US" dirty="0" err="1"/>
              <a:t>niveau</a:t>
            </a:r>
            <a:endParaRPr lang="en-US" dirty="0"/>
          </a:p>
          <a:p>
            <a:pPr lvl="3"/>
            <a:r>
              <a:rPr lang="en-US" dirty="0" err="1"/>
              <a:t>Vierde</a:t>
            </a:r>
            <a:r>
              <a:rPr lang="en-US" dirty="0"/>
              <a:t> </a:t>
            </a:r>
            <a:r>
              <a:rPr lang="en-US" dirty="0" err="1"/>
              <a:t>niveau</a:t>
            </a:r>
            <a:endParaRPr lang="en-US" dirty="0"/>
          </a:p>
          <a:p>
            <a:pPr lvl="4"/>
            <a:r>
              <a:rPr lang="en-US" dirty="0" err="1"/>
              <a:t>Vijfde</a:t>
            </a:r>
            <a:r>
              <a:rPr lang="en-US" dirty="0"/>
              <a:t> </a:t>
            </a:r>
            <a:r>
              <a:rPr lang="en-US" dirty="0" err="1"/>
              <a:t>niveau</a:t>
            </a:r>
            <a:endParaRPr lang="en-US" dirty="0"/>
          </a:p>
        </p:txBody>
      </p:sp>
      <p:sp>
        <p:nvSpPr>
          <p:cNvPr id="6" name="Tijdelijke aanduiding voor voettekst 5"/>
          <p:cNvSpPr>
            <a:spLocks noGrp="1"/>
          </p:cNvSpPr>
          <p:nvPr>
            <p:ph type="ftr" sz="quarter" idx="11"/>
          </p:nvPr>
        </p:nvSpPr>
        <p:spPr/>
        <p:txBody>
          <a:bodyPr/>
          <a:lstStyle>
            <a:lvl1pPr>
              <a:defRPr>
                <a:solidFill>
                  <a:schemeClr val="tx1"/>
                </a:solidFill>
              </a:defRPr>
            </a:lvl1pPr>
          </a:lstStyle>
          <a:p>
            <a:r>
              <a:rPr lang="en-US" dirty="0"/>
              <a:t>Title of the presentation – by tab Insert -&gt; Header text and Footer text</a:t>
            </a:r>
            <a:endParaRPr lang="en-US" dirty="0">
              <a:solidFill>
                <a:schemeClr val="tx1"/>
              </a:solidFill>
            </a:endParaRPr>
          </a:p>
        </p:txBody>
      </p:sp>
      <p:sp>
        <p:nvSpPr>
          <p:cNvPr id="7" name="Tijdelijke aanduiding voor dianummer 6"/>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‹nr.›</a:t>
            </a:fld>
            <a:endParaRPr lang="en-US" dirty="0"/>
          </a:p>
        </p:txBody>
      </p:sp>
      <p:pic>
        <p:nvPicPr>
          <p:cNvPr id="5" name="FooterLogoTUe">
            <a:extLst>
              <a:ext uri="{FF2B5EF4-FFF2-40B4-BE49-F238E27FC236}">
                <a16:creationId xmlns:a16="http://schemas.microsoft.com/office/drawing/2014/main" id="{BD446003-0937-BFD6-65D1-FA86F8368BA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29420472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en object Blauwe achtergrond">
    <p:bg>
      <p:bgPr>
        <a:solidFill>
          <a:schemeClr val="tx1"/>
        </a:solidFill>
        <a:effectLst/>
      </p:bgPr>
    </p:bg>
    <p:spTree>
      <p:nvGrpSpPr>
        <p:cNvPr id="1" name=""/>
        <p:cNvGrpSpPr/>
        <p:nvPr/>
      </p:nvGrpSpPr>
      <p:grpSpPr>
        <a:xfrm>
          <a:off x="0" y="0"/>
          <a:ext cx="0" cy="0"/>
          <a:chOff x="0" y="0"/>
          <a:chExt cx="0" cy="0"/>
        </a:xfrm>
      </p:grpSpPr>
      <p:sp>
        <p:nvSpPr>
          <p:cNvPr id="3" name="Tijdelijke aanduiding voor voettekst 2"/>
          <p:cNvSpPr>
            <a:spLocks noGrp="1"/>
          </p:cNvSpPr>
          <p:nvPr>
            <p:ph type="ftr" sz="quarter" idx="10"/>
          </p:nvPr>
        </p:nvSpPr>
        <p:spPr/>
        <p:txBody>
          <a:bodyPr/>
          <a:lstStyle/>
          <a:p>
            <a:r>
              <a:rPr lang="en-US"/>
              <a:t>Title of the presentation – by tab Insert -&gt; Header text and Footer text</a:t>
            </a:r>
          </a:p>
        </p:txBody>
      </p:sp>
      <p:sp>
        <p:nvSpPr>
          <p:cNvPr id="4" name="Tijdelijke aanduiding voor dianummer 3"/>
          <p:cNvSpPr>
            <a:spLocks noGrp="1"/>
          </p:cNvSpPr>
          <p:nvPr>
            <p:ph type="sldNum" sz="quarter" idx="11"/>
          </p:nvPr>
        </p:nvSpPr>
        <p:spPr/>
        <p:txBody>
          <a:bodyPr/>
          <a:lstStyle/>
          <a:p>
            <a:fld id="{B7CEC10D-CD46-426F-915E-6C78530279CB}" type="slidenum">
              <a:rPr lang="en-US" smtClean="0"/>
              <a:pPr/>
              <a:t>‹nr.›</a:t>
            </a:fld>
            <a:endParaRPr lang="en-US"/>
          </a:p>
        </p:txBody>
      </p:sp>
      <p:sp>
        <p:nvSpPr>
          <p:cNvPr id="13" name="Titel 1"/>
          <p:cNvSpPr>
            <a:spLocks noGrp="1"/>
          </p:cNvSpPr>
          <p:nvPr>
            <p:ph type="title" hasCustomPrompt="1"/>
          </p:nvPr>
        </p:nvSpPr>
        <p:spPr>
          <a:xfrm>
            <a:off x="612000" y="544228"/>
            <a:ext cx="7923213" cy="394448"/>
          </a:xfrm>
        </p:spPr>
        <p:txBody>
          <a:bodyPr/>
          <a:lstStyle>
            <a:lvl1pPr>
              <a:defRPr>
                <a:solidFill>
                  <a:schemeClr val="bg1"/>
                </a:solidFill>
              </a:defRPr>
            </a:lvl1pPr>
          </a:lstStyle>
          <a:p>
            <a:r>
              <a:rPr lang="en-US"/>
              <a:t>Slide title</a:t>
            </a:r>
          </a:p>
        </p:txBody>
      </p:sp>
      <p:sp>
        <p:nvSpPr>
          <p:cNvPr id="14" name="Tijdelijke aanduiding voor inhoud 2"/>
          <p:cNvSpPr>
            <a:spLocks noGrp="1"/>
          </p:cNvSpPr>
          <p:nvPr>
            <p:ph idx="1" hasCustomPrompt="1"/>
          </p:nvPr>
        </p:nvSpPr>
        <p:spPr>
          <a:xfrm>
            <a:off x="610100" y="1260000"/>
            <a:ext cx="7922712" cy="331041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stStyle>
          <a:p>
            <a:pPr lvl="0"/>
            <a:r>
              <a:rPr lang="en-US"/>
              <a:t>Slide text</a:t>
            </a:r>
          </a:p>
          <a:p>
            <a:pPr lvl="1"/>
            <a:r>
              <a:rPr lang="en-US" err="1"/>
              <a:t>Tweede</a:t>
            </a:r>
            <a:r>
              <a:rPr lang="en-US"/>
              <a:t>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pic>
        <p:nvPicPr>
          <p:cNvPr id="5" name="FooterLogoTUe">
            <a:extLst>
              <a:ext uri="{FF2B5EF4-FFF2-40B4-BE49-F238E27FC236}">
                <a16:creationId xmlns:a16="http://schemas.microsoft.com/office/drawing/2014/main" id="{02C32F5D-DEFD-12A4-4A71-5EA33F2DD5E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2327325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en object">
    <p:bg>
      <p:bgRef idx="1001">
        <a:schemeClr val="bg1"/>
      </p:bgRef>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0" y="1832397"/>
            <a:ext cx="9144000" cy="1224502"/>
          </a:xfrm>
        </p:spPr>
        <p:txBody>
          <a:bodyPr anchor="ctr"/>
          <a:lstStyle>
            <a:lvl1pPr algn="ctr">
              <a:defRPr>
                <a:solidFill>
                  <a:schemeClr val="tx1"/>
                </a:solidFill>
              </a:defRPr>
            </a:lvl1pPr>
          </a:lstStyle>
          <a:p>
            <a:r>
              <a:rPr lang="en-US" dirty="0"/>
              <a:t>Slide title</a:t>
            </a:r>
          </a:p>
        </p:txBody>
      </p:sp>
      <p:sp>
        <p:nvSpPr>
          <p:cNvPr id="3" name="Tijdelijke aanduiding voor inhoud 2"/>
          <p:cNvSpPr>
            <a:spLocks noGrp="1"/>
          </p:cNvSpPr>
          <p:nvPr>
            <p:ph idx="1" hasCustomPrompt="1"/>
          </p:nvPr>
        </p:nvSpPr>
        <p:spPr>
          <a:xfrm>
            <a:off x="0" y="3056899"/>
            <a:ext cx="9144000" cy="1513514"/>
          </a:xfrm>
        </p:spPr>
        <p:txBody>
          <a:bodyPr/>
          <a:lstStyle>
            <a:lvl1pPr algn="ctr">
              <a:defRPr sz="1600">
                <a:solidFill>
                  <a:schemeClr val="tx1"/>
                </a:solidFill>
              </a:defRPr>
            </a:lvl1pPr>
            <a:lvl2pPr algn="ctr">
              <a:defRPr sz="1600">
                <a:solidFill>
                  <a:schemeClr val="tx1"/>
                </a:solidFill>
              </a:defRPr>
            </a:lvl2pPr>
            <a:lvl3pPr algn="ctr">
              <a:defRPr sz="1400">
                <a:solidFill>
                  <a:schemeClr val="tx1"/>
                </a:solidFill>
              </a:defRPr>
            </a:lvl3pPr>
            <a:lvl4pPr algn="ctr">
              <a:defRPr sz="1200">
                <a:solidFill>
                  <a:schemeClr val="tx1"/>
                </a:solidFill>
              </a:defRPr>
            </a:lvl4pPr>
            <a:lvl5pPr algn="ctr">
              <a:defRPr sz="1100">
                <a:solidFill>
                  <a:schemeClr val="tx1"/>
                </a:solidFill>
              </a:defRPr>
            </a:lvl5pPr>
          </a:lstStyle>
          <a:p>
            <a:pPr lvl="0"/>
            <a:r>
              <a:rPr lang="en-US" dirty="0"/>
              <a:t>Slide text</a:t>
            </a:r>
          </a:p>
          <a:p>
            <a:pPr lvl="1"/>
            <a:r>
              <a:rPr lang="en-US" dirty="0"/>
              <a:t>Tweede </a:t>
            </a:r>
            <a:r>
              <a:rPr lang="en-US" dirty="0" err="1"/>
              <a:t>niveau</a:t>
            </a:r>
            <a:endParaRPr lang="en-US" dirty="0"/>
          </a:p>
          <a:p>
            <a:pPr lvl="2"/>
            <a:r>
              <a:rPr lang="en-US" dirty="0" err="1"/>
              <a:t>Derde</a:t>
            </a:r>
            <a:r>
              <a:rPr lang="en-US" dirty="0"/>
              <a:t> </a:t>
            </a:r>
            <a:r>
              <a:rPr lang="en-US" dirty="0" err="1"/>
              <a:t>niveau</a:t>
            </a:r>
            <a:endParaRPr lang="en-US" dirty="0"/>
          </a:p>
          <a:p>
            <a:pPr lvl="3"/>
            <a:r>
              <a:rPr lang="en-US" dirty="0" err="1"/>
              <a:t>Vierde</a:t>
            </a:r>
            <a:r>
              <a:rPr lang="en-US" dirty="0"/>
              <a:t> </a:t>
            </a:r>
            <a:r>
              <a:rPr lang="en-US" dirty="0" err="1"/>
              <a:t>niveau</a:t>
            </a:r>
            <a:endParaRPr lang="en-US" dirty="0"/>
          </a:p>
          <a:p>
            <a:pPr lvl="4"/>
            <a:r>
              <a:rPr lang="en-US" dirty="0" err="1"/>
              <a:t>Vijfde</a:t>
            </a:r>
            <a:r>
              <a:rPr lang="en-US" dirty="0"/>
              <a:t> </a:t>
            </a:r>
            <a:r>
              <a:rPr lang="en-US" dirty="0" err="1"/>
              <a:t>niveau</a:t>
            </a:r>
            <a:endParaRPr lang="en-US" dirty="0"/>
          </a:p>
        </p:txBody>
      </p:sp>
    </p:spTree>
    <p:extLst>
      <p:ext uri="{BB962C8B-B14F-4D97-AF65-F5344CB8AC3E}">
        <p14:creationId xmlns:p14="http://schemas.microsoft.com/office/powerpoint/2010/main" val="3084588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Afbeelding 6" hidden="1"/>
          <p:cNvPicPr>
            <a:picLocks noChangeAspect="1"/>
          </p:cNvPicPr>
          <p:nvPr userDrawn="1"/>
        </p:nvPicPr>
        <p:blipFill>
          <a:blip r:embed="rId6"/>
          <a:stretch>
            <a:fillRect/>
          </a:stretch>
        </p:blipFill>
        <p:spPr>
          <a:xfrm>
            <a:off x="1523999" y="0"/>
            <a:ext cx="9144000" cy="5143500"/>
          </a:xfrm>
          <a:prstGeom prst="rect">
            <a:avLst/>
          </a:prstGeom>
        </p:spPr>
      </p:pic>
      <p:sp>
        <p:nvSpPr>
          <p:cNvPr id="2" name="Tijdelijke aanduiding voor titel 1"/>
          <p:cNvSpPr>
            <a:spLocks noGrp="1"/>
          </p:cNvSpPr>
          <p:nvPr>
            <p:ph type="title"/>
          </p:nvPr>
        </p:nvSpPr>
        <p:spPr>
          <a:xfrm>
            <a:off x="612000" y="544228"/>
            <a:ext cx="7923213" cy="394448"/>
          </a:xfrm>
          <a:prstGeom prst="rect">
            <a:avLst/>
          </a:prstGeom>
        </p:spPr>
        <p:txBody>
          <a:bodyPr vert="horz" lIns="0" tIns="0" rIns="0" bIns="0" rtlCol="0" anchor="t" anchorCtr="0">
            <a:noAutofit/>
          </a:bodyPr>
          <a:lstStyle/>
          <a:p>
            <a:r>
              <a:rPr lang="en-US" dirty="0"/>
              <a:t>Slide title</a:t>
            </a:r>
          </a:p>
        </p:txBody>
      </p:sp>
      <p:sp>
        <p:nvSpPr>
          <p:cNvPr id="3" name="Tijdelijke aanduiding voor tekst 2"/>
          <p:cNvSpPr>
            <a:spLocks noGrp="1"/>
          </p:cNvSpPr>
          <p:nvPr>
            <p:ph type="body" idx="1"/>
          </p:nvPr>
        </p:nvSpPr>
        <p:spPr>
          <a:xfrm>
            <a:off x="610100" y="1260000"/>
            <a:ext cx="7922712" cy="3310413"/>
          </a:xfrm>
          <a:prstGeom prst="rect">
            <a:avLst/>
          </a:prstGeom>
        </p:spPr>
        <p:txBody>
          <a:bodyPr vert="horz" lIns="0" tIns="0" rIns="0" bIns="0" rtlCol="0">
            <a:noAutofit/>
          </a:bodyPr>
          <a:lstStyle/>
          <a:p>
            <a:pPr lvl="0"/>
            <a:r>
              <a:rPr lang="en-US" dirty="0"/>
              <a:t>Slide text</a:t>
            </a:r>
          </a:p>
          <a:p>
            <a:pPr lvl="1"/>
            <a:r>
              <a:rPr lang="en-US" dirty="0"/>
              <a:t>Tweede </a:t>
            </a:r>
            <a:r>
              <a:rPr lang="en-US" dirty="0" err="1"/>
              <a:t>niveau</a:t>
            </a:r>
            <a:endParaRPr lang="en-US" dirty="0"/>
          </a:p>
          <a:p>
            <a:pPr lvl="2"/>
            <a:r>
              <a:rPr lang="en-US" dirty="0" err="1"/>
              <a:t>Derde</a:t>
            </a:r>
            <a:r>
              <a:rPr lang="en-US" dirty="0"/>
              <a:t> </a:t>
            </a:r>
            <a:r>
              <a:rPr lang="en-US" dirty="0" err="1"/>
              <a:t>niveau</a:t>
            </a:r>
            <a:endParaRPr lang="en-US" dirty="0"/>
          </a:p>
          <a:p>
            <a:pPr lvl="3"/>
            <a:r>
              <a:rPr lang="en-US" dirty="0" err="1"/>
              <a:t>Vierde</a:t>
            </a:r>
            <a:r>
              <a:rPr lang="en-US" dirty="0"/>
              <a:t> </a:t>
            </a:r>
            <a:r>
              <a:rPr lang="en-US" dirty="0" err="1"/>
              <a:t>niveau</a:t>
            </a:r>
            <a:endParaRPr lang="en-US" dirty="0"/>
          </a:p>
          <a:p>
            <a:pPr lvl="4"/>
            <a:r>
              <a:rPr lang="en-US" dirty="0" err="1"/>
              <a:t>Vijfde</a:t>
            </a:r>
            <a:r>
              <a:rPr lang="en-US" dirty="0"/>
              <a:t> </a:t>
            </a:r>
            <a:r>
              <a:rPr lang="en-US" dirty="0" err="1"/>
              <a:t>niveau</a:t>
            </a:r>
            <a:endParaRPr lang="en-US" dirty="0"/>
          </a:p>
        </p:txBody>
      </p:sp>
      <p:sp>
        <p:nvSpPr>
          <p:cNvPr id="10" name="Rechthoek 9"/>
          <p:cNvSpPr/>
          <p:nvPr userDrawn="1"/>
        </p:nvSpPr>
        <p:spPr>
          <a:xfrm>
            <a:off x="0" y="4569619"/>
            <a:ext cx="9144000" cy="5738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Tijdelijke aanduiding voor voettekst 4"/>
          <p:cNvSpPr>
            <a:spLocks noGrp="1"/>
          </p:cNvSpPr>
          <p:nvPr>
            <p:ph type="ftr" sz="quarter" idx="3"/>
          </p:nvPr>
        </p:nvSpPr>
        <p:spPr>
          <a:xfrm>
            <a:off x="989178" y="4772381"/>
            <a:ext cx="6728631" cy="351000"/>
          </a:xfrm>
          <a:prstGeom prst="rect">
            <a:avLst/>
          </a:prstGeom>
        </p:spPr>
        <p:txBody>
          <a:bodyPr vert="horz" lIns="0" tIns="0" rIns="0" bIns="0" rtlCol="0" anchor="t" anchorCtr="0"/>
          <a:lstStyle>
            <a:lvl1pPr algn="l">
              <a:defRPr sz="1200">
                <a:solidFill>
                  <a:schemeClr val="tx1"/>
                </a:solidFill>
              </a:defRPr>
            </a:lvl1pPr>
          </a:lstStyle>
          <a:p>
            <a:r>
              <a:rPr lang="en-US" dirty="0"/>
              <a:t>Title of the presentation – by tab Insert -&gt; Header text and Footer text</a:t>
            </a:r>
            <a:endParaRPr lang="en-US" dirty="0">
              <a:solidFill>
                <a:schemeClr val="tx1"/>
              </a:solidFill>
            </a:endParaRPr>
          </a:p>
        </p:txBody>
      </p:sp>
      <p:sp>
        <p:nvSpPr>
          <p:cNvPr id="6" name="Tijdelijke aanduiding voor dianummer 5"/>
          <p:cNvSpPr>
            <a:spLocks noGrp="1"/>
          </p:cNvSpPr>
          <p:nvPr>
            <p:ph type="sldNum" sz="quarter" idx="4"/>
          </p:nvPr>
        </p:nvSpPr>
        <p:spPr>
          <a:xfrm>
            <a:off x="612000" y="4773600"/>
            <a:ext cx="601313" cy="351000"/>
          </a:xfrm>
          <a:prstGeom prst="rect">
            <a:avLst/>
          </a:prstGeom>
        </p:spPr>
        <p:txBody>
          <a:bodyPr vert="horz" lIns="0" tIns="0" rIns="0" bIns="0" rtlCol="0" anchor="t" anchorCtr="0"/>
          <a:lstStyle>
            <a:lvl1pPr algn="l">
              <a:defRPr sz="1200">
                <a:solidFill>
                  <a:schemeClr val="tx1"/>
                </a:solidFill>
              </a:defRPr>
            </a:lvl1pPr>
          </a:lstStyle>
          <a:p>
            <a:fld id="{B7CEC10D-CD46-426F-915E-6C78530279CB}" type="slidenum">
              <a:rPr lang="en-US" smtClean="0"/>
              <a:pPr/>
              <a:t>‹nr.›</a:t>
            </a:fld>
            <a:endParaRPr lang="en-US" dirty="0"/>
          </a:p>
        </p:txBody>
      </p:sp>
    </p:spTree>
    <p:extLst>
      <p:ext uri="{BB962C8B-B14F-4D97-AF65-F5344CB8AC3E}">
        <p14:creationId xmlns:p14="http://schemas.microsoft.com/office/powerpoint/2010/main" val="2825351473"/>
      </p:ext>
    </p:extLst>
  </p:cSld>
  <p:clrMap bg1="lt1" tx1="dk1" bg2="lt2" tx2="dk2" accent1="accent1" accent2="accent2" accent3="accent3" accent4="accent4" accent5="accent5" accent6="accent6" hlink="hlink" folHlink="folHlink"/>
  <p:sldLayoutIdLst>
    <p:sldLayoutId id="2147483663" r:id="rId1"/>
    <p:sldLayoutId id="2147483652" r:id="rId2"/>
    <p:sldLayoutId id="2147483662" r:id="rId3"/>
    <p:sldLayoutId id="2147483650"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51435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514350" rtl="0" eaLnBrk="1" latinLnBrk="0" hangingPunct="1">
        <a:lnSpc>
          <a:spcPct val="100000"/>
        </a:lnSpc>
        <a:spcBef>
          <a:spcPts val="413"/>
        </a:spcBef>
        <a:spcAft>
          <a:spcPts val="413"/>
        </a:spcAft>
        <a:buFont typeface="Arial" panose="020B0604020202020204" pitchFamily="34" charset="0"/>
        <a:buNone/>
        <a:defRPr sz="1650" kern="1200">
          <a:solidFill>
            <a:schemeClr val="tx1"/>
          </a:solidFill>
          <a:latin typeface="+mn-lt"/>
          <a:ea typeface="+mn-ea"/>
          <a:cs typeface="+mn-cs"/>
        </a:defRPr>
      </a:lvl1pPr>
      <a:lvl2pPr marL="0" indent="0" algn="l" defTabSz="514350" rtl="0" eaLnBrk="1" latinLnBrk="0" hangingPunct="1">
        <a:lnSpc>
          <a:spcPct val="100000"/>
        </a:lnSpc>
        <a:spcBef>
          <a:spcPts val="413"/>
        </a:spcBef>
        <a:spcAft>
          <a:spcPts val="413"/>
        </a:spcAft>
        <a:buFont typeface="Arial" panose="020B0604020202020204" pitchFamily="34" charset="0"/>
        <a:buNone/>
        <a:defRPr sz="1950" kern="1200">
          <a:solidFill>
            <a:schemeClr val="tx1"/>
          </a:solidFill>
          <a:latin typeface="+mn-lt"/>
          <a:ea typeface="+mn-ea"/>
          <a:cs typeface="+mn-cs"/>
        </a:defRPr>
      </a:lvl2pPr>
      <a:lvl3pPr marL="202500" indent="-202500" algn="l" defTabSz="514350" rtl="0" eaLnBrk="1" latinLnBrk="0" hangingPunct="1">
        <a:lnSpc>
          <a:spcPct val="100000"/>
        </a:lnSpc>
        <a:spcBef>
          <a:spcPts val="413"/>
        </a:spcBef>
        <a:buClr>
          <a:schemeClr val="bg2"/>
        </a:buClr>
        <a:buSzPct val="100000"/>
        <a:buFont typeface="Arial" panose="020B0604020202020204" pitchFamily="34" charset="0"/>
        <a:buChar char="•"/>
        <a:defRPr sz="1650" kern="1200">
          <a:solidFill>
            <a:schemeClr val="tx1"/>
          </a:solidFill>
          <a:latin typeface="+mn-lt"/>
          <a:ea typeface="+mn-ea"/>
          <a:cs typeface="+mn-cs"/>
        </a:defRPr>
      </a:lvl3pPr>
      <a:lvl4pPr marL="405000" indent="-202500" algn="l" defTabSz="514350" rtl="0" eaLnBrk="1" latinLnBrk="0" hangingPunct="1">
        <a:lnSpc>
          <a:spcPct val="100000"/>
        </a:lnSpc>
        <a:spcBef>
          <a:spcPts val="0"/>
        </a:spcBef>
        <a:buClr>
          <a:schemeClr val="bg2"/>
        </a:buClr>
        <a:buFont typeface="Arial" panose="020B0604020202020204" pitchFamily="34" charset="0"/>
        <a:buChar char="•"/>
        <a:defRPr sz="1500" kern="1200">
          <a:solidFill>
            <a:schemeClr val="tx1"/>
          </a:solidFill>
          <a:latin typeface="+mn-lt"/>
          <a:ea typeface="+mn-ea"/>
          <a:cs typeface="+mn-cs"/>
        </a:defRPr>
      </a:lvl4pPr>
      <a:lvl5pPr marL="607500" indent="-202500" algn="l" defTabSz="514350" rtl="0" eaLnBrk="1" latinLnBrk="0" hangingPunct="1">
        <a:lnSpc>
          <a:spcPct val="100000"/>
        </a:lnSpc>
        <a:spcBef>
          <a:spcPts val="0"/>
        </a:spcBef>
        <a:buFont typeface="Arial" panose="020B0604020202020204" pitchFamily="34" charset="0"/>
        <a:buChar char="•"/>
        <a:defRPr sz="135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nl-NL"/>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879" userDrawn="1">
          <p15:clr>
            <a:srgbClr val="F26B43"/>
          </p15:clr>
        </p15:guide>
        <p15:guide id="2" pos="383" userDrawn="1">
          <p15:clr>
            <a:srgbClr val="F26B43"/>
          </p15:clr>
        </p15:guide>
        <p15:guide id="3" pos="537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microsoft.com/office/2018/10/relationships/comments" Target="../comments/modernComment_103_2CA3C469.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4.xml"/><Relationship Id="rId5" Type="http://schemas.microsoft.com/office/2018/10/relationships/comments" Target="../comments/modernComment_105_0.xml"/><Relationship Id="rId6" Type="http://schemas.openxmlformats.org/officeDocument/2006/relationships/image" Target="../media/image4.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microsoft.com/office/2018/10/relationships/comments" Target="../comments/modernComment_109_0.xml"/><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microsoft.com/office/2018/10/relationships/comments" Target="../comments/modernComment_107_0.xml"/><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7.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1.xml"/><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1.xml"/><Relationship Id="rId4" Type="http://schemas.openxmlformats.org/officeDocument/2006/relationships/notesSlide" Target="../notesSlides/notesSlide11.xml"/><Relationship Id="rId5" Type="http://schemas.openxmlformats.org/officeDocument/2006/relationships/image" Target="../media/image14.png"/><Relationship Id="rId6" Type="http://schemas.openxmlformats.org/officeDocument/2006/relationships/image" Target="../media/image7.svg"/><Relationship Id="rId7"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21.png"/><Relationship Id="rId6"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7.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microsoft.com/office/2018/10/relationships/comments" Target="../comments/modernComment_117_0.xml"/><Relationship Id="rId4" Type="http://schemas.openxmlformats.org/officeDocument/2006/relationships/image" Target="../media/image22.png"/><Relationship Id="rId5"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1.xml"/><Relationship Id="rId4" Type="http://schemas.openxmlformats.org/officeDocument/2006/relationships/notesSlide" Target="../notesSlides/notesSlide17.xml"/><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0.png"/><Relationship Id="rId6" Type="http://schemas.openxmlformats.org/officeDocument/2006/relationships/image" Target="../media/image35.png"/><Relationship Id="rId7" Type="http://schemas.openxmlformats.org/officeDocument/2006/relationships/image" Target="../media/image3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5.png"/><Relationship Id="rId6" Type="http://schemas.openxmlformats.org/officeDocument/2006/relationships/image" Target="../media/image4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9.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1.png"/><Relationship Id="rId4" Type="http://schemas.openxmlformats.org/officeDocument/2006/relationships/image" Target="../media/image5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openxmlformats.org/officeDocument/2006/relationships/slideLayout" Target="../slideLayouts/slideLayout1.xml"/><Relationship Id="rId4" Type="http://schemas.openxmlformats.org/officeDocument/2006/relationships/notesSlide" Target="../notesSlides/notesSlide33.xml"/><Relationship Id="rId5" Type="http://schemas.openxmlformats.org/officeDocument/2006/relationships/image" Target="../media/image5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7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5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0" y="2237508"/>
            <a:ext cx="9144000" cy="1017755"/>
          </a:xfrm>
          <a:solidFill>
            <a:schemeClr val="tx2"/>
          </a:solidFill>
        </p:spPr>
        <p:txBody>
          <a:bodyPr anchor="ctr"/>
          <a:lstStyle/>
          <a:p>
            <a:pPr algn="ctr"/>
            <a:r>
              <a:rPr lang="en-US" sz="2600" dirty="0">
                <a:solidFill>
                  <a:schemeClr val="bg1"/>
                </a:solidFill>
              </a:rPr>
              <a:t>Probabilistic </a:t>
            </a:r>
            <a:r>
              <a:rPr lang="en-US" sz="2600" dirty="0" err="1">
                <a:solidFill>
                  <a:schemeClr val="bg1"/>
                </a:solidFill>
              </a:rPr>
              <a:t>numerics</a:t>
            </a:r>
            <a:r>
              <a:rPr lang="en-US" sz="2600" dirty="0">
                <a:solidFill>
                  <a:schemeClr val="bg1"/>
                </a:solidFill>
              </a:rPr>
              <a:t> at scale by distributed inference</a:t>
            </a:r>
          </a:p>
        </p:txBody>
      </p:sp>
      <p:sp>
        <p:nvSpPr>
          <p:cNvPr id="6" name="Tijdelijke aanduiding voor tekst 5"/>
          <p:cNvSpPr>
            <a:spLocks noGrp="1"/>
          </p:cNvSpPr>
          <p:nvPr>
            <p:ph idx="1"/>
          </p:nvPr>
        </p:nvSpPr>
        <p:spPr>
          <a:xfrm>
            <a:off x="0" y="3255264"/>
            <a:ext cx="9144000" cy="894172"/>
          </a:xfrm>
          <a:solidFill>
            <a:schemeClr val="tx2"/>
          </a:solidFill>
        </p:spPr>
        <p:txBody>
          <a:bodyPr anchor="ctr" anchorCtr="0"/>
          <a:lstStyle/>
          <a:p>
            <a:pPr algn="ctr">
              <a:spcAft>
                <a:spcPts val="0"/>
              </a:spcAft>
            </a:pPr>
            <a:r>
              <a:rPr lang="nl-NL" sz="1600" b="1" dirty="0">
                <a:solidFill>
                  <a:schemeClr val="bg1"/>
                </a:solidFill>
              </a:rPr>
              <a:t>Alex </a:t>
            </a:r>
            <a:r>
              <a:rPr lang="nl-NL" sz="1600" b="1" dirty="0" err="1">
                <a:solidFill>
                  <a:schemeClr val="bg1"/>
                </a:solidFill>
              </a:rPr>
              <a:t>Ledbetter</a:t>
            </a:r>
            <a:r>
              <a:rPr lang="nl-NL" sz="1600" b="1" dirty="0">
                <a:solidFill>
                  <a:schemeClr val="bg1"/>
                </a:solidFill>
              </a:rPr>
              <a:t>, </a:t>
            </a:r>
            <a:r>
              <a:rPr lang="nl-NL" sz="1600" b="1" dirty="0" err="1">
                <a:solidFill>
                  <a:schemeClr val="bg1"/>
                </a:solidFill>
              </a:rPr>
              <a:t>Mykola</a:t>
            </a:r>
            <a:r>
              <a:rPr lang="nl-NL" sz="1600" b="1" dirty="0">
                <a:solidFill>
                  <a:schemeClr val="bg1"/>
                </a:solidFill>
              </a:rPr>
              <a:t> </a:t>
            </a:r>
            <a:r>
              <a:rPr lang="nl-NL" sz="1600" b="1" dirty="0" err="1">
                <a:solidFill>
                  <a:schemeClr val="bg1"/>
                </a:solidFill>
              </a:rPr>
              <a:t>Lukashchuk</a:t>
            </a:r>
            <a:r>
              <a:rPr lang="nl-NL" sz="1600" b="1" dirty="0">
                <a:solidFill>
                  <a:schemeClr val="bg1"/>
                </a:solidFill>
              </a:rPr>
              <a:t> &amp; Wouter Kouw</a:t>
            </a:r>
            <a:endParaRPr lang="nl-NL" b="1" dirty="0">
              <a:solidFill>
                <a:schemeClr val="bg1"/>
              </a:solidFill>
            </a:endParaRPr>
          </a:p>
          <a:p>
            <a:pPr algn="ctr">
              <a:spcAft>
                <a:spcPts val="0"/>
              </a:spcAft>
            </a:pPr>
            <a:r>
              <a:rPr lang="nl-NL" b="1" dirty="0">
                <a:solidFill>
                  <a:schemeClr val="bg1"/>
                </a:solidFill>
              </a:rPr>
              <a:t>International Conference on </a:t>
            </a:r>
            <a:r>
              <a:rPr lang="nl-NL" b="1" dirty="0" err="1">
                <a:solidFill>
                  <a:schemeClr val="bg1"/>
                </a:solidFill>
              </a:rPr>
              <a:t>Probabilistic</a:t>
            </a:r>
            <a:r>
              <a:rPr lang="nl-NL" b="1" dirty="0">
                <a:solidFill>
                  <a:schemeClr val="bg1"/>
                </a:solidFill>
              </a:rPr>
              <a:t> </a:t>
            </a:r>
            <a:r>
              <a:rPr lang="nl-NL" b="1" dirty="0" err="1">
                <a:solidFill>
                  <a:schemeClr val="bg1"/>
                </a:solidFill>
              </a:rPr>
              <a:t>Numerics</a:t>
            </a:r>
            <a:r>
              <a:rPr lang="nl-NL" b="1" dirty="0">
                <a:solidFill>
                  <a:schemeClr val="bg1"/>
                </a:solidFill>
              </a:rPr>
              <a:t> 2026</a:t>
            </a:r>
          </a:p>
        </p:txBody>
      </p:sp>
      <p:pic>
        <p:nvPicPr>
          <p:cNvPr id="15" name="HeaderLogoTUe">
            <a:extLst>
              <a:ext uri="{FF2B5EF4-FFF2-40B4-BE49-F238E27FC236}">
                <a16:creationId xmlns:a16="http://schemas.microsoft.com/office/drawing/2014/main" id="{6C46D732-091E-B162-A65F-A6F00E6E07A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12879" y="4306978"/>
            <a:ext cx="2118242" cy="576351"/>
          </a:xfrm>
          <a:prstGeom prst="rect">
            <a:avLst/>
          </a:prstGeom>
        </p:spPr>
      </p:pic>
    </p:spTree>
    <p:extLst>
      <p:ext uri="{BB962C8B-B14F-4D97-AF65-F5344CB8AC3E}">
        <p14:creationId xmlns:p14="http://schemas.microsoft.com/office/powerpoint/2010/main" val="748930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dirty="0">
                <a:latin typeface="Calibri"/>
              </a:rPr>
              <a:t>Outline</a:t>
            </a:r>
            <a:endParaRPr lang="en-US" sz="2600" b="1">
              <a:latin typeface="Calibri"/>
              <a:ea typeface="Calibri"/>
              <a:cs typeface="Calibri"/>
            </a:endParaRPr>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2</a:t>
            </a:fld>
            <a:endParaRPr lang="en-US"/>
          </a:p>
        </p:txBody>
      </p:sp>
      <p:sp>
        <p:nvSpPr>
          <p:cNvPr id="8" name="Oval 7"/>
          <p:cNvSpPr/>
          <p:nvPr/>
        </p:nvSpPr>
        <p:spPr>
          <a:xfrm>
            <a:off x="612000" y="1261678"/>
            <a:ext cx="384048" cy="384048"/>
          </a:xfrm>
          <a:prstGeom prst="ellipse">
            <a:avLst/>
          </a:prstGeom>
          <a:solidFill>
            <a:srgbClr val="C8191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Calibri"/>
              </a:rPr>
              <a:t>1</a:t>
            </a:r>
          </a:p>
        </p:txBody>
      </p:sp>
      <p:sp>
        <p:nvSpPr>
          <p:cNvPr id="9" name="TextBox 8"/>
          <p:cNvSpPr txBox="1"/>
          <p:nvPr/>
        </p:nvSpPr>
        <p:spPr>
          <a:xfrm>
            <a:off x="1188072" y="1326352"/>
            <a:ext cx="6858000" cy="246221"/>
          </a:xfrm>
          <a:prstGeom prst="rect">
            <a:avLst/>
          </a:prstGeom>
          <a:noFill/>
        </p:spPr>
        <p:txBody>
          <a:bodyPr wrap="square" lIns="0" tIns="0" rIns="0" bIns="0" anchor="ctr">
            <a:spAutoFit/>
          </a:bodyPr>
          <a:lstStyle/>
          <a:p>
            <a:pPr algn="l">
              <a:spcBef>
                <a:spcPts val="0"/>
              </a:spcBef>
              <a:spcAft>
                <a:spcPts val="600"/>
              </a:spcAft>
            </a:pPr>
            <a:r>
              <a:rPr sz="1600" b="1" i="0" dirty="0">
                <a:latin typeface="Calibri"/>
              </a:rPr>
              <a:t>Problem specification</a:t>
            </a:r>
            <a:endParaRPr lang="en-US" sz="1300" b="0" i="0">
              <a:latin typeface="Calibri"/>
              <a:ea typeface="Calibri"/>
              <a:cs typeface="Calibri"/>
            </a:endParaRPr>
          </a:p>
        </p:txBody>
      </p:sp>
      <p:sp>
        <p:nvSpPr>
          <p:cNvPr id="11" name="Oval 10"/>
          <p:cNvSpPr/>
          <p:nvPr/>
        </p:nvSpPr>
        <p:spPr>
          <a:xfrm>
            <a:off x="612000" y="1930559"/>
            <a:ext cx="384048" cy="384048"/>
          </a:xfrm>
          <a:prstGeom prst="ellipse">
            <a:avLst/>
          </a:prstGeom>
          <a:solidFill>
            <a:srgbClr val="C8191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2</a:t>
            </a:r>
          </a:p>
        </p:txBody>
      </p:sp>
      <p:sp>
        <p:nvSpPr>
          <p:cNvPr id="12" name="TextBox 11"/>
          <p:cNvSpPr txBox="1"/>
          <p:nvPr/>
        </p:nvSpPr>
        <p:spPr>
          <a:xfrm>
            <a:off x="1188072" y="2004948"/>
            <a:ext cx="6858000" cy="246221"/>
          </a:xfrm>
          <a:prstGeom prst="rect">
            <a:avLst/>
          </a:prstGeom>
          <a:noFill/>
        </p:spPr>
        <p:txBody>
          <a:bodyPr wrap="square" lIns="0" tIns="0" rIns="0" bIns="0" anchor="ctr">
            <a:spAutoFit/>
          </a:bodyPr>
          <a:lstStyle/>
          <a:p>
            <a:pPr algn="l">
              <a:spcBef>
                <a:spcPts val="0"/>
              </a:spcBef>
              <a:spcAft>
                <a:spcPts val="600"/>
              </a:spcAft>
            </a:pPr>
            <a:r>
              <a:rPr sz="1600" b="1" i="0" dirty="0">
                <a:latin typeface="Calibri"/>
              </a:rPr>
              <a:t>Classical numerical approach</a:t>
            </a:r>
            <a:endParaRPr lang="en-US" sz="1300" b="0" i="0" dirty="0">
              <a:latin typeface="Calibri"/>
              <a:ea typeface="Calibri"/>
              <a:cs typeface="Calibri"/>
            </a:endParaRPr>
          </a:p>
        </p:txBody>
      </p:sp>
      <p:sp>
        <p:nvSpPr>
          <p:cNvPr id="13" name="Oval 12"/>
          <p:cNvSpPr/>
          <p:nvPr/>
        </p:nvSpPr>
        <p:spPr>
          <a:xfrm>
            <a:off x="612000" y="2599440"/>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3</a:t>
            </a:r>
          </a:p>
        </p:txBody>
      </p:sp>
      <p:sp>
        <p:nvSpPr>
          <p:cNvPr id="14" name="TextBox 13"/>
          <p:cNvSpPr txBox="1"/>
          <p:nvPr/>
        </p:nvSpPr>
        <p:spPr>
          <a:xfrm>
            <a:off x="1188072" y="2669319"/>
            <a:ext cx="6858000" cy="246221"/>
          </a:xfrm>
          <a:prstGeom prst="rect">
            <a:avLst/>
          </a:prstGeom>
          <a:noFill/>
        </p:spPr>
        <p:txBody>
          <a:bodyPr wrap="square" lIns="0" tIns="0" rIns="0" bIns="0" anchor="ctr">
            <a:spAutoFit/>
          </a:bodyPr>
          <a:lstStyle/>
          <a:p>
            <a:pPr algn="l">
              <a:spcBef>
                <a:spcPts val="0"/>
              </a:spcBef>
              <a:spcAft>
                <a:spcPts val="600"/>
              </a:spcAft>
            </a:pPr>
            <a:r>
              <a:rPr sz="1600" b="1" i="0" dirty="0">
                <a:latin typeface="Calibri"/>
              </a:rPr>
              <a:t>Probabilistic numerical approach</a:t>
            </a:r>
            <a:endParaRPr lang="en-US" sz="1300" b="0" i="0" dirty="0">
              <a:latin typeface="Calibri"/>
              <a:ea typeface="Calibri"/>
              <a:cs typeface="Calibri"/>
            </a:endParaRPr>
          </a:p>
        </p:txBody>
      </p:sp>
      <p:sp>
        <p:nvSpPr>
          <p:cNvPr id="15" name="Oval 14"/>
          <p:cNvSpPr/>
          <p:nvPr/>
        </p:nvSpPr>
        <p:spPr>
          <a:xfrm>
            <a:off x="612000" y="3268321"/>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4</a:t>
            </a:r>
          </a:p>
        </p:txBody>
      </p:sp>
      <p:sp>
        <p:nvSpPr>
          <p:cNvPr id="16" name="TextBox 15"/>
          <p:cNvSpPr txBox="1"/>
          <p:nvPr/>
        </p:nvSpPr>
        <p:spPr>
          <a:xfrm>
            <a:off x="1188072" y="3340161"/>
            <a:ext cx="6858000" cy="246221"/>
          </a:xfrm>
          <a:prstGeom prst="rect">
            <a:avLst/>
          </a:prstGeom>
          <a:noFill/>
        </p:spPr>
        <p:txBody>
          <a:bodyPr wrap="square" lIns="0" tIns="0" rIns="0" bIns="0" anchor="ctr">
            <a:spAutoFit/>
          </a:bodyPr>
          <a:lstStyle/>
          <a:p>
            <a:pPr algn="l">
              <a:spcBef>
                <a:spcPts val="0"/>
              </a:spcBef>
              <a:spcAft>
                <a:spcPts val="600"/>
              </a:spcAft>
            </a:pPr>
            <a:r>
              <a:rPr lang="en-GB" sz="1600" b="1" i="0" dirty="0">
                <a:latin typeface="Calibri"/>
              </a:rPr>
              <a:t>Message passing approach</a:t>
            </a:r>
            <a:endParaRPr lang="en-US" sz="1300" b="0" i="0" dirty="0">
              <a:latin typeface="Calibri"/>
              <a:ea typeface="Calibri"/>
              <a:cs typeface="Calibri"/>
            </a:endParaRPr>
          </a:p>
        </p:txBody>
      </p:sp>
      <p:sp>
        <p:nvSpPr>
          <p:cNvPr id="5" name="Oval 14">
            <a:extLst>
              <a:ext uri="{FF2B5EF4-FFF2-40B4-BE49-F238E27FC236}">
                <a16:creationId xmlns:a16="http://schemas.microsoft.com/office/drawing/2014/main" id="{64FF2ADB-CC9E-D60C-8E6E-FAA1EB690071}"/>
              </a:ext>
            </a:extLst>
          </p:cNvPr>
          <p:cNvSpPr/>
          <p:nvPr/>
        </p:nvSpPr>
        <p:spPr>
          <a:xfrm>
            <a:off x="612000" y="3937202"/>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FFFFFF"/>
                </a:solidFill>
                <a:latin typeface="Calibri"/>
              </a:rPr>
              <a:t>5</a:t>
            </a:r>
            <a:endParaRPr sz="1400" b="1" dirty="0">
              <a:solidFill>
                <a:srgbClr val="FFFFFF"/>
              </a:solidFill>
              <a:latin typeface="Calibri"/>
            </a:endParaRPr>
          </a:p>
        </p:txBody>
      </p:sp>
      <p:sp>
        <p:nvSpPr>
          <p:cNvPr id="10" name="TextBox 15">
            <a:extLst>
              <a:ext uri="{FF2B5EF4-FFF2-40B4-BE49-F238E27FC236}">
                <a16:creationId xmlns:a16="http://schemas.microsoft.com/office/drawing/2014/main" id="{CD32DF81-4BE5-626C-E2DF-E3F40E117CC9}"/>
              </a:ext>
            </a:extLst>
          </p:cNvPr>
          <p:cNvSpPr txBox="1"/>
          <p:nvPr/>
        </p:nvSpPr>
        <p:spPr>
          <a:xfrm>
            <a:off x="1188072" y="4006115"/>
            <a:ext cx="6858000" cy="246221"/>
          </a:xfrm>
          <a:prstGeom prst="rect">
            <a:avLst/>
          </a:prstGeom>
          <a:noFill/>
        </p:spPr>
        <p:txBody>
          <a:bodyPr wrap="square" lIns="0" tIns="0" rIns="0" bIns="0" anchor="ctr">
            <a:spAutoFit/>
          </a:bodyPr>
          <a:lstStyle/>
          <a:p>
            <a:pPr algn="l">
              <a:spcBef>
                <a:spcPts val="0"/>
              </a:spcBef>
              <a:spcAft>
                <a:spcPts val="600"/>
              </a:spcAft>
            </a:pPr>
            <a:r>
              <a:rPr lang="en-GB" sz="1600" b="1" i="0" dirty="0">
                <a:latin typeface="Calibri"/>
              </a:rPr>
              <a:t>Stacking modular components</a:t>
            </a:r>
            <a:endParaRPr lang="en-US" sz="1300" b="0" i="0" dirty="0">
              <a:latin typeface="Calibri"/>
              <a:ea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2E3BD-09E3-6291-2A8B-8053D8115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003C85-2ED4-5032-922C-A109A2C9763A}"/>
              </a:ext>
            </a:extLst>
          </p:cNvPr>
          <p:cNvSpPr>
            <a:spLocks noGrp="1"/>
          </p:cNvSpPr>
          <p:nvPr>
            <p:ph type="title"/>
          </p:nvPr>
        </p:nvSpPr>
        <p:spPr>
          <a:xfrm>
            <a:off x="612648" y="475488"/>
            <a:ext cx="7918704" cy="548640"/>
          </a:xfrm>
        </p:spPr>
        <p:txBody>
          <a:bodyPr/>
          <a:lstStyle/>
          <a:p>
            <a:r>
              <a:rPr lang="en-GB" sz="2600" dirty="0">
                <a:solidFill>
                  <a:srgbClr val="FFFFFF"/>
                </a:solidFill>
                <a:latin typeface="Calibri"/>
              </a:rPr>
              <a:t>1.</a:t>
            </a:r>
            <a:r>
              <a:rPr sz="2600" b="1" dirty="0">
                <a:solidFill>
                  <a:srgbClr val="FFFFFF"/>
                </a:solidFill>
                <a:latin typeface="Calibri"/>
              </a:rPr>
              <a:t> </a:t>
            </a:r>
            <a:r>
              <a:rPr lang="en-GB" sz="2600" b="1" dirty="0">
                <a:solidFill>
                  <a:srgbClr val="FFFFFF"/>
                </a:solidFill>
                <a:latin typeface="Calibri"/>
              </a:rPr>
              <a:t>Problem statement</a:t>
            </a:r>
            <a:endParaRPr sz="2600" b="1" dirty="0">
              <a:solidFill>
                <a:srgbClr val="FFFFFF"/>
              </a:solidFill>
              <a:latin typeface="Calibri"/>
            </a:endParaRPr>
          </a:p>
        </p:txBody>
      </p:sp>
      <p:sp>
        <p:nvSpPr>
          <p:cNvPr id="4" name="Tijdelijke aanduiding voor dianummer 3">
            <a:extLst>
              <a:ext uri="{FF2B5EF4-FFF2-40B4-BE49-F238E27FC236}">
                <a16:creationId xmlns:a16="http://schemas.microsoft.com/office/drawing/2014/main" id="{999DD6D5-6D77-6316-D5CF-5844FC7CCFAB}"/>
              </a:ext>
            </a:extLst>
          </p:cNvPr>
          <p:cNvSpPr>
            <a:spLocks noGrp="1"/>
          </p:cNvSpPr>
          <p:nvPr>
            <p:ph type="sldNum" sz="quarter" idx="11"/>
          </p:nvPr>
        </p:nvSpPr>
        <p:spPr/>
        <p:txBody>
          <a:bodyPr/>
          <a:lstStyle/>
          <a:p>
            <a:fld id="{B7CEC10D-CD46-426F-915E-6C78530279CB}" type="slidenum">
              <a:rPr lang="en-US" smtClean="0"/>
              <a:pPr/>
              <a:t>3</a:t>
            </a:fld>
            <a:endParaRPr lang="en-US"/>
          </a:p>
        </p:txBody>
      </p:sp>
      <p:sp>
        <p:nvSpPr>
          <p:cNvPr id="6" name="Oval 5">
            <a:extLst>
              <a:ext uri="{FF2B5EF4-FFF2-40B4-BE49-F238E27FC236}">
                <a16:creationId xmlns:a16="http://schemas.microsoft.com/office/drawing/2014/main" id="{2C3CB70F-5633-3EBD-1B1B-8F54D3C970B8}"/>
              </a:ext>
            </a:extLst>
          </p:cNvPr>
          <p:cNvSpPr/>
          <p:nvPr/>
        </p:nvSpPr>
        <p:spPr>
          <a:xfrm>
            <a:off x="612000" y="1577418"/>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A</a:t>
            </a:r>
            <a:endParaRPr sz="1400" b="1" dirty="0">
              <a:solidFill>
                <a:srgbClr val="101073"/>
              </a:solidFill>
              <a:latin typeface="Calibri"/>
            </a:endParaRPr>
          </a:p>
        </p:txBody>
      </p:sp>
      <p:sp>
        <p:nvSpPr>
          <p:cNvPr id="7" name="TextBox 6">
            <a:extLst>
              <a:ext uri="{FF2B5EF4-FFF2-40B4-BE49-F238E27FC236}">
                <a16:creationId xmlns:a16="http://schemas.microsoft.com/office/drawing/2014/main" id="{8C3CA46A-4744-776F-20BF-542C3F8E0960}"/>
              </a:ext>
            </a:extLst>
          </p:cNvPr>
          <p:cNvSpPr txBox="1"/>
          <p:nvPr/>
        </p:nvSpPr>
        <p:spPr>
          <a:xfrm>
            <a:off x="1252080" y="1644673"/>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a:solidFill>
                  <a:srgbClr val="FFFFFF"/>
                </a:solidFill>
                <a:latin typeface="Calibri"/>
              </a:rPr>
              <a:t>Heat transfer on a silicon die</a:t>
            </a:r>
            <a:endParaRPr sz="1400" b="0" i="0" dirty="0">
              <a:solidFill>
                <a:srgbClr val="C9CDE8"/>
              </a:solidFill>
              <a:latin typeface="Calibri"/>
            </a:endParaRPr>
          </a:p>
        </p:txBody>
      </p:sp>
      <p:sp>
        <p:nvSpPr>
          <p:cNvPr id="8" name="Oval 7">
            <a:extLst>
              <a:ext uri="{FF2B5EF4-FFF2-40B4-BE49-F238E27FC236}">
                <a16:creationId xmlns:a16="http://schemas.microsoft.com/office/drawing/2014/main" id="{A7A1525D-D331-84BD-BE6D-649651932D44}"/>
              </a:ext>
            </a:extLst>
          </p:cNvPr>
          <p:cNvSpPr/>
          <p:nvPr/>
        </p:nvSpPr>
        <p:spPr>
          <a:xfrm>
            <a:off x="612000" y="2290650"/>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B</a:t>
            </a:r>
            <a:endParaRPr sz="1400" b="1" dirty="0">
              <a:solidFill>
                <a:srgbClr val="101073"/>
              </a:solidFill>
              <a:latin typeface="Calibri"/>
            </a:endParaRPr>
          </a:p>
        </p:txBody>
      </p:sp>
      <p:sp>
        <p:nvSpPr>
          <p:cNvPr id="9" name="TextBox 8">
            <a:extLst>
              <a:ext uri="{FF2B5EF4-FFF2-40B4-BE49-F238E27FC236}">
                <a16:creationId xmlns:a16="http://schemas.microsoft.com/office/drawing/2014/main" id="{573344DC-942E-59AD-ABD6-CC2BB89AD623}"/>
              </a:ext>
            </a:extLst>
          </p:cNvPr>
          <p:cNvSpPr txBox="1"/>
          <p:nvPr/>
        </p:nvSpPr>
        <p:spPr>
          <a:xfrm>
            <a:off x="1252080" y="2359563"/>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a:solidFill>
                  <a:srgbClr val="FFFFFF"/>
                </a:solidFill>
                <a:latin typeface="Calibri"/>
              </a:rPr>
              <a:t>Solving a system of linear equations</a:t>
            </a:r>
            <a:endParaRPr sz="1400" b="0" i="0" dirty="0">
              <a:solidFill>
                <a:srgbClr val="C9CDE8"/>
              </a:solidFill>
              <a:latin typeface="Calibri"/>
            </a:endParaRPr>
          </a:p>
        </p:txBody>
      </p:sp>
      <p:sp>
        <p:nvSpPr>
          <p:cNvPr id="10" name="Oval 9">
            <a:extLst>
              <a:ext uri="{FF2B5EF4-FFF2-40B4-BE49-F238E27FC236}">
                <a16:creationId xmlns:a16="http://schemas.microsoft.com/office/drawing/2014/main" id="{89804900-B886-0BD9-06F0-5E484D0AB683}"/>
              </a:ext>
            </a:extLst>
          </p:cNvPr>
          <p:cNvSpPr/>
          <p:nvPr/>
        </p:nvSpPr>
        <p:spPr>
          <a:xfrm>
            <a:off x="612000" y="3003882"/>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C</a:t>
            </a:r>
            <a:endParaRPr sz="1400" b="1" dirty="0">
              <a:solidFill>
                <a:srgbClr val="101073"/>
              </a:solidFill>
              <a:latin typeface="Calibri"/>
            </a:endParaRPr>
          </a:p>
        </p:txBody>
      </p:sp>
      <p:sp>
        <p:nvSpPr>
          <p:cNvPr id="11" name="TextBox 10">
            <a:extLst>
              <a:ext uri="{FF2B5EF4-FFF2-40B4-BE49-F238E27FC236}">
                <a16:creationId xmlns:a16="http://schemas.microsoft.com/office/drawing/2014/main" id="{F596654D-E057-13F6-34B0-A8C04EE1C531}"/>
              </a:ext>
            </a:extLst>
          </p:cNvPr>
          <p:cNvSpPr txBox="1"/>
          <p:nvPr/>
        </p:nvSpPr>
        <p:spPr>
          <a:xfrm>
            <a:off x="1252080" y="3072795"/>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a:solidFill>
                  <a:srgbClr val="FFFFFF"/>
                </a:solidFill>
                <a:latin typeface="Calibri"/>
              </a:rPr>
              <a:t>Sparsity structure of A</a:t>
            </a:r>
            <a:endParaRPr sz="1400" b="0" i="0" dirty="0">
              <a:solidFill>
                <a:srgbClr val="C9CDE8"/>
              </a:solidFill>
              <a:latin typeface="Calibri"/>
            </a:endParaRPr>
          </a:p>
        </p:txBody>
      </p:sp>
    </p:spTree>
    <p:extLst>
      <p:ext uri="{BB962C8B-B14F-4D97-AF65-F5344CB8AC3E}">
        <p14:creationId xmlns:p14="http://schemas.microsoft.com/office/powerpoint/2010/main" val="16655930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600" dirty="0">
                <a:latin typeface="Calibri"/>
              </a:rPr>
              <a:t>Problem statement</a:t>
            </a:r>
            <a:endParaRPr lang="en-US" dirty="0"/>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4</a:t>
            </a:fld>
            <a:endParaRPr lang="en-US"/>
          </a:p>
        </p:txBody>
      </p:sp>
      <p:sp>
        <p:nvSpPr>
          <p:cNvPr id="7" name="TextBox 6"/>
          <p:cNvSpPr txBox="1"/>
          <p:nvPr/>
        </p:nvSpPr>
        <p:spPr>
          <a:xfrm>
            <a:off x="612000" y="1377268"/>
            <a:ext cx="4113038" cy="2857192"/>
          </a:xfrm>
          <a:prstGeom prst="rect">
            <a:avLst/>
          </a:prstGeom>
          <a:noFill/>
        </p:spPr>
        <p:txBody>
          <a:bodyPr wrap="square" lIns="0" tIns="0" rIns="0" bIns="0" anchor="t">
            <a:spAutoFit/>
          </a:bodyPr>
          <a:lstStyle/>
          <a:p>
            <a:pPr>
              <a:spcAft>
                <a:spcPts val="1000"/>
              </a:spcAft>
            </a:pPr>
            <a:r>
              <a:rPr lang="en-US" sz="1600" dirty="0">
                <a:solidFill>
                  <a:srgbClr val="2B2B2B"/>
                </a:solidFill>
                <a:latin typeface="Calibri" panose="020F0502020204030204" pitchFamily="34" charset="0"/>
                <a:ea typeface="Calibri" panose="020F0502020204030204" pitchFamily="34" charset="0"/>
                <a:cs typeface="Calibri" panose="020F0502020204030204" pitchFamily="34" charset="0"/>
              </a:rPr>
              <a:t>This is a silicon die, specifically a Pentium II.</a:t>
            </a:r>
          </a:p>
          <a:p>
            <a:pPr>
              <a:spcAft>
                <a:spcPts val="1000"/>
              </a:spcAft>
            </a:pPr>
            <a:r>
              <a:rPr lang="en-US" sz="1600" dirty="0">
                <a:solidFill>
                  <a:srgbClr val="2B2B2B"/>
                </a:solidFill>
                <a:latin typeface="Calibri" panose="020F0502020204030204" pitchFamily="34" charset="0"/>
                <a:ea typeface="Calibri" panose="020F0502020204030204" pitchFamily="34" charset="0"/>
                <a:cs typeface="Calibri" panose="020F0502020204030204" pitchFamily="34" charset="0"/>
              </a:rPr>
              <a:t>It contains a complete electronic circuit that performs a specific function (this one computes).</a:t>
            </a:r>
          </a:p>
          <a:p>
            <a:pPr>
              <a:spcAft>
                <a:spcPts val="1000"/>
              </a:spcAft>
            </a:pPr>
            <a:r>
              <a:rPr lang="en-US" sz="1600" dirty="0">
                <a:solidFill>
                  <a:srgbClr val="2B2B2B"/>
                </a:solidFill>
                <a:latin typeface="Calibri" panose="020F0502020204030204" pitchFamily="34" charset="0"/>
                <a:ea typeface="Calibri" panose="020F0502020204030204" pitchFamily="34" charset="0"/>
                <a:cs typeface="Calibri" panose="020F0502020204030204" pitchFamily="34" charset="0"/>
              </a:rPr>
              <a:t>Each tile (region) draws</a:t>
            </a:r>
            <a:r>
              <a:rPr sz="1600" b="0" i="0" dirty="0">
                <a:solidFill>
                  <a:srgbClr val="2B2B2B"/>
                </a:solidFill>
                <a:latin typeface="Calibri" panose="020F0502020204030204" pitchFamily="34" charset="0"/>
                <a:ea typeface="Calibri" panose="020F0502020204030204" pitchFamily="34" charset="0"/>
                <a:cs typeface="Calibri" panose="020F0502020204030204" pitchFamily="34" charset="0"/>
              </a:rPr>
              <a:t> power</a:t>
            </a:r>
            <a:r>
              <a:rPr lang="en-US" sz="1600" dirty="0">
                <a:solidFill>
                  <a:srgbClr val="2B2B2B"/>
                </a:solidFill>
                <a:latin typeface="Calibri" panose="020F0502020204030204" pitchFamily="34" charset="0"/>
                <a:ea typeface="Calibri" panose="020F0502020204030204" pitchFamily="34" charset="0"/>
                <a:cs typeface="Calibri" panose="020F0502020204030204" pitchFamily="34" charset="0"/>
              </a:rPr>
              <a:t> and heats up.</a:t>
            </a:r>
          </a:p>
          <a:p>
            <a:pPr>
              <a:spcAft>
                <a:spcPts val="1000"/>
              </a:spcAft>
            </a:pPr>
            <a:r>
              <a:rPr lang="en-GB" sz="1600" b="0" i="0" dirty="0">
                <a:solidFill>
                  <a:srgbClr val="2B2B2B"/>
                </a:solidFill>
                <a:latin typeface="Calibri" panose="020F0502020204030204" pitchFamily="34" charset="0"/>
                <a:ea typeface="Calibri" panose="020F0502020204030204" pitchFamily="34" charset="0"/>
                <a:cs typeface="Calibri" panose="020F0502020204030204" pitchFamily="34" charset="0"/>
              </a:rPr>
              <a:t>H</a:t>
            </a:r>
            <a:r>
              <a:rPr sz="1600" b="0" i="0" dirty="0">
                <a:solidFill>
                  <a:srgbClr val="2B2B2B"/>
                </a:solidFill>
                <a:latin typeface="Calibri" panose="020F0502020204030204" pitchFamily="34" charset="0"/>
                <a:ea typeface="Calibri" panose="020F0502020204030204" pitchFamily="34" charset="0"/>
                <a:cs typeface="Calibri" panose="020F0502020204030204" pitchFamily="34" charset="0"/>
              </a:rPr>
              <a:t>eat spreads through the silicon</a:t>
            </a:r>
            <a:r>
              <a:rPr lang="en-GB" sz="1600" dirty="0">
                <a:solidFill>
                  <a:srgbClr val="2B2B2B"/>
                </a:solidFill>
                <a:latin typeface="Calibri" panose="020F0502020204030204" pitchFamily="34" charset="0"/>
                <a:ea typeface="Calibri" panose="020F0502020204030204" pitchFamily="34" charset="0"/>
                <a:cs typeface="Calibri" panose="020F0502020204030204" pitchFamily="34" charset="0"/>
              </a:rPr>
              <a:t> material.</a:t>
            </a:r>
          </a:p>
          <a:p>
            <a:pPr>
              <a:spcAft>
                <a:spcPts val="1000"/>
              </a:spcAft>
            </a:pPr>
            <a:r>
              <a:rPr lang="en-GB" sz="1600" dirty="0">
                <a:solidFill>
                  <a:srgbClr val="2B2B2B"/>
                </a:solidFill>
                <a:latin typeface="Calibri" panose="020F0502020204030204" pitchFamily="34" charset="0"/>
                <a:ea typeface="Calibri" panose="020F0502020204030204" pitchFamily="34" charset="0"/>
                <a:cs typeface="Calibri" panose="020F0502020204030204" pitchFamily="34" charset="0"/>
              </a:rPr>
              <a:t>We want to keep the die cool, which we can do by "throttling" power consumption.</a:t>
            </a:r>
          </a:p>
          <a:p>
            <a:r>
              <a:rPr sz="1600" b="0" i="0" dirty="0">
                <a:solidFill>
                  <a:srgbClr val="2B2B2B"/>
                </a:solidFill>
                <a:latin typeface="Calibri" panose="020F0502020204030204" pitchFamily="34" charset="0"/>
                <a:ea typeface="Calibri" panose="020F0502020204030204" pitchFamily="34" charset="0"/>
                <a:cs typeface="Calibri" panose="020F0502020204030204" pitchFamily="34" charset="0"/>
              </a:rPr>
              <a:t>To decide </a:t>
            </a:r>
            <a:r>
              <a:rPr lang="en-US" sz="1600" dirty="0">
                <a:solidFill>
                  <a:srgbClr val="2B2B2B"/>
                </a:solidFill>
                <a:latin typeface="Calibri" panose="020F0502020204030204" pitchFamily="34" charset="0"/>
                <a:ea typeface="Calibri" panose="020F0502020204030204" pitchFamily="34" charset="0"/>
                <a:cs typeface="Calibri" panose="020F0502020204030204" pitchFamily="34" charset="0"/>
              </a:rPr>
              <a:t>which to "throttle",</a:t>
            </a:r>
            <a:r>
              <a:rPr sz="1600" b="0" i="0" dirty="0">
                <a:solidFill>
                  <a:srgbClr val="2B2B2B"/>
                </a:solidFill>
                <a:latin typeface="Calibri" panose="020F0502020204030204" pitchFamily="34" charset="0"/>
                <a:ea typeface="Calibri" panose="020F0502020204030204" pitchFamily="34" charset="0"/>
                <a:cs typeface="Calibri" panose="020F0502020204030204" pitchFamily="34" charset="0"/>
              </a:rPr>
              <a:t> the control</a:t>
            </a:r>
            <a:r>
              <a:rPr lang="en-GB" sz="1600" dirty="0">
                <a:solidFill>
                  <a:srgbClr val="2B2B2B"/>
                </a:solidFill>
                <a:latin typeface="Calibri" panose="020F0502020204030204" pitchFamily="34" charset="0"/>
                <a:ea typeface="Calibri" panose="020F0502020204030204" pitchFamily="34" charset="0"/>
                <a:cs typeface="Calibri" panose="020F0502020204030204" pitchFamily="34" charset="0"/>
              </a:rPr>
              <a:t> system</a:t>
            </a:r>
            <a:r>
              <a:rPr sz="1600" b="0" i="0" dirty="0">
                <a:solidFill>
                  <a:srgbClr val="2B2B2B"/>
                </a:solidFill>
                <a:latin typeface="Calibri" panose="020F0502020204030204" pitchFamily="34" charset="0"/>
                <a:ea typeface="Calibri" panose="020F0502020204030204" pitchFamily="34" charset="0"/>
                <a:cs typeface="Calibri" panose="020F0502020204030204" pitchFamily="34" charset="0"/>
              </a:rPr>
              <a:t> needs the </a:t>
            </a:r>
            <a:r>
              <a:rPr sz="1600" b="1" i="0" dirty="0">
                <a:latin typeface="Calibri" panose="020F0502020204030204" pitchFamily="34" charset="0"/>
                <a:ea typeface="Calibri" panose="020F0502020204030204" pitchFamily="34" charset="0"/>
                <a:cs typeface="Calibri" panose="020F0502020204030204" pitchFamily="34" charset="0"/>
              </a:rPr>
              <a:t>steady-state temperature of every tile</a:t>
            </a:r>
            <a:r>
              <a:rPr lang="en-US" sz="1600" b="1" dirty="0">
                <a:latin typeface="Calibri" panose="020F0502020204030204" pitchFamily="34" charset="0"/>
                <a:ea typeface="Calibri" panose="020F0502020204030204" pitchFamily="34" charset="0"/>
                <a:cs typeface="Calibri" panose="020F0502020204030204" pitchFamily="34" charset="0"/>
              </a:rPr>
              <a:t>.</a:t>
            </a:r>
            <a:endParaRPr lang="en-US" sz="1600" b="1" i="0" dirty="0">
              <a:latin typeface="Calibri" panose="020F0502020204030204" pitchFamily="34" charset="0"/>
              <a:ea typeface="Calibri" panose="020F0502020204030204" pitchFamily="34" charset="0"/>
              <a:cs typeface="Calibri" panose="020F0502020204030204" pitchFamily="34" charset="0"/>
            </a:endParaRPr>
          </a:p>
        </p:txBody>
      </p:sp>
      <p:pic>
        <p:nvPicPr>
          <p:cNvPr id="3" name="heat-dissipation-die">
            <a:hlinkClick r:id="" action="ppaction://media"/>
            <a:extLst>
              <a:ext uri="{FF2B5EF4-FFF2-40B4-BE49-F238E27FC236}">
                <a16:creationId xmlns:a16="http://schemas.microsoft.com/office/drawing/2014/main" id="{88F691C1-C189-F7EA-3BDC-51F8F89B03B6}"/>
              </a:ext>
            </a:extLst>
          </p:cNvPr>
          <p:cNvPicPr>
            <a:picLocks noChangeAspect="1"/>
          </p:cNvPicPr>
          <p:nvPr>
            <a:videoFile r:link="rId2"/>
            <p:extLst>
              <p:ext uri="{DAA4B4D4-6D71-4841-9C94-3DE7FCFB9230}">
                <p14:media xmlns:p14="http://schemas.microsoft.com/office/powerpoint/2010/main" r:embed="rId1"/>
              </p:ext>
            </p:extLst>
          </p:nvPr>
        </p:nvPicPr>
        <p:blipFill>
          <a:blip r:embed="rId6"/>
          <a:srcRect l="4073"/>
          <a:stretch>
            <a:fillRect/>
          </a:stretch>
        </p:blipFill>
        <p:spPr>
          <a:xfrm>
            <a:off x="4791456" y="716669"/>
            <a:ext cx="4237066" cy="3710162"/>
          </a:xfrm>
          <a:prstGeom prst="rect">
            <a:avLst/>
          </a:prstGeom>
        </p:spPr>
      </p:pic>
      <p:pic>
        <p:nvPicPr>
          <p:cNvPr id="8" name="Afbeelding 7">
            <a:extLst>
              <a:ext uri="{FF2B5EF4-FFF2-40B4-BE49-F238E27FC236}">
                <a16:creationId xmlns:a16="http://schemas.microsoft.com/office/drawing/2014/main" id="{04359210-E26D-1D33-37AD-710E5F023C9B}"/>
              </a:ext>
            </a:extLst>
          </p:cNvPr>
          <p:cNvPicPr>
            <a:picLocks noChangeAspect="1"/>
          </p:cNvPicPr>
          <p:nvPr/>
        </p:nvPicPr>
        <p:blipFill>
          <a:blip r:embed="rId7">
            <a:extLst>
              <a:ext uri="{28A0092B-C50C-407E-A947-70E740481C1C}">
                <a14:useLocalDpi xmlns:a14="http://schemas.microsoft.com/office/drawing/2010/main" val="0"/>
              </a:ext>
            </a:extLst>
          </a:blip>
          <a:srcRect l="1613" r="35245" b="3898"/>
          <a:stretch>
            <a:fillRect/>
          </a:stretch>
        </p:blipFill>
        <p:spPr>
          <a:xfrm rot="5400000">
            <a:off x="4896628" y="1040248"/>
            <a:ext cx="3419044" cy="3215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mediacall" presetSubtype="0" fill="hold" nodeType="clickEffect">
                                  <p:stCondLst>
                                    <p:cond delay="0"/>
                                  </p:stCondLst>
                                  <p:childTnLst>
                                    <p:cmd type="call" cmd="playFrom(0.0)">
                                      <p:cBhvr>
                                        <p:cTn id="30" dur="6000" fill="hold"/>
                                        <p:tgtEl>
                                          <p:spTgt spid="3"/>
                                        </p:tgtEl>
                                      </p:cBhvr>
                                    </p:cmd>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p:cTn id="39" fill="hold" display="0">
                  <p:stCondLst>
                    <p:cond delay="indefinite"/>
                  </p:stCondLst>
                </p:cTn>
                <p:tgtEl>
                  <p:spTgt spid="3"/>
                </p:tgtEl>
              </p:cMediaNode>
            </p:video>
            <p:seq concurrent="1" nextAc="seek">
              <p:cTn id="40" restart="whenNotActive" fill="hold" evtFilter="cancelBubble" nodeType="interactiveSeq">
                <p:stCondLst>
                  <p:cond evt="onClick" delay="0">
                    <p:tgtEl>
                      <p:spTgt spid="3"/>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3"/>
                                        </p:tgtEl>
                                      </p:cBhvr>
                                    </p:cmd>
                                  </p:childTnLst>
                                </p:cTn>
                              </p:par>
                            </p:childTnLst>
                          </p:cTn>
                        </p:par>
                      </p:childTnLst>
                    </p:cTn>
                  </p:par>
                </p:childTnLst>
              </p:cTn>
              <p:nextCondLst>
                <p:cond evt="onClick" delay="0">
                  <p:tgtEl>
                    <p:spTgt spid="3"/>
                  </p:tgtEl>
                </p:cond>
              </p:nextCondLst>
            </p:seq>
          </p:childTnLst>
        </p:cTn>
      </p:par>
    </p:tnLst>
  </p:timing>
  <p:extLst>
    <p:ext uri="{6950BFC3-D8DA-4A85-94F7-54DA5524770B}">
      <p188:commentRel xmlns:p188="http://schemas.microsoft.com/office/powerpoint/2018/8/main" r:id="rId5"/>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GB" sz="2600" dirty="0">
                <a:latin typeface="Calibri"/>
              </a:rPr>
              <a:t>Heat transfer on the die</a:t>
            </a:r>
            <a:endParaRPr lang="en-US" sz="2600" b="1" dirty="0">
              <a:latin typeface="Calibri"/>
              <a:ea typeface="Calibri"/>
              <a:cs typeface="Calibri"/>
            </a:endParaRPr>
          </a:p>
        </p:txBody>
      </p:sp>
      <mc:AlternateContent xmlns:mc="http://schemas.openxmlformats.org/markup-compatibility/2006">
        <mc:Choice xmlns:a14="http://schemas.microsoft.com/office/drawing/2010/main" Requires="a14">
          <p:sp>
            <p:nvSpPr>
              <p:cNvPr id="3" name="Tijdelijke aanduiding voor inhoud 2">
                <a:extLst>
                  <a:ext uri="{FF2B5EF4-FFF2-40B4-BE49-F238E27FC236}">
                    <a16:creationId xmlns:a16="http://schemas.microsoft.com/office/drawing/2014/main" id="{266019CE-1B91-CBE2-4A42-5B161FA8589C}"/>
                  </a:ext>
                </a:extLst>
              </p:cNvPr>
              <p:cNvSpPr>
                <a:spLocks noGrp="1"/>
              </p:cNvSpPr>
              <p:nvPr>
                <p:ph idx="1"/>
              </p:nvPr>
            </p:nvSpPr>
            <p:spPr/>
            <p:txBody>
              <a:bodyPr/>
              <a:lstStyle/>
              <a:p>
                <a:r>
                  <a:rPr lang="en-GB" dirty="0"/>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 be the temperature of the </a:t>
                </a:r>
                <a14:m>
                  <m:oMath xmlns:m="http://schemas.openxmlformats.org/officeDocument/2006/math">
                    <m:r>
                      <a:rPr lang="en-GB" b="0" i="1" smtClean="0">
                        <a:latin typeface="Cambria Math" panose="02040503050406030204" pitchFamily="18" charset="0"/>
                      </a:rPr>
                      <m:t>𝑖</m:t>
                    </m:r>
                  </m:oMath>
                </a14:m>
                <a:r>
                  <a:rPr lang="en-GB" dirty="0"/>
                  <a:t>-</a:t>
                </a:r>
                <a:r>
                  <a:rPr lang="en-GB" dirty="0" err="1"/>
                  <a:t>th</a:t>
                </a:r>
                <a:r>
                  <a:rPr lang="en-GB" dirty="0"/>
                  <a:t> tile,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a14:m>
                <a:r>
                  <a:rPr lang="en-US" dirty="0"/>
                  <a:t> its power consumption</a:t>
                </a:r>
                <a:r>
                  <a:rPr lang="en-GB" dirty="0"/>
                  <a:t>.</a:t>
                </a:r>
              </a:p>
              <a:p>
                <a:r>
                  <a:rPr lang="en-GB" dirty="0"/>
                  <a:t>The steady-state solution of the change in temperature over time is:</a:t>
                </a:r>
              </a:p>
              <a:p>
                <a14:m>
                  <m:oMathPara xmlns:m="http://schemas.openxmlformats.org/officeDocument/2006/math">
                    <m:oMath>
                      <m:r>
                        <a:rPr lang="en-GB" b="0" i="1" smtClean="0">
                          <a:latin typeface="Cambria Math" panose="02040503050406030204" pitchFamily="18" charset="0"/>
                        </a:rPr>
                        <m:t>𝑐</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𝛿</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sub>
                        <m:sup/>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𝑗</m:t>
                                  </m:r>
                                </m:sub>
                              </m:sSub>
                            </m:e>
                          </m:d>
                        </m:e>
                      </m:nary>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m:oMathPara>
                </a14:m>
                <a:endParaRPr lang="en-GB" b="0" dirty="0"/>
              </a:p>
              <a:p>
                <a:r>
                  <a:rPr lang="en-US" dirty="0"/>
                  <a:t>where </a:t>
                </a:r>
                <a14:m>
                  <m:oMath xmlns:m="http://schemas.openxmlformats.org/officeDocument/2006/math">
                    <m:r>
                      <a:rPr lang="en-GB" b="0" i="1" smtClean="0">
                        <a:latin typeface="Cambria Math" panose="02040503050406030204" pitchFamily="18" charset="0"/>
                      </a:rPr>
                      <m:t>𝛿</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oMath>
                </a14:m>
                <a:r>
                  <a:rPr lang="en-US" dirty="0"/>
                  <a:t> is the set of neighbors and </a:t>
                </a:r>
                <a14:m>
                  <m:oMath xmlns:m="http://schemas.openxmlformats.org/officeDocument/2006/math">
                    <m:r>
                      <a:rPr lang="en-GB" b="0" i="1" smtClean="0">
                        <a:latin typeface="Cambria Math" panose="02040503050406030204" pitchFamily="18" charset="0"/>
                      </a:rPr>
                      <m:t>𝑐</m:t>
                    </m:r>
                  </m:oMath>
                </a14:m>
                <a:r>
                  <a:rPr lang="en-US" dirty="0"/>
                  <a:t> is a parameter.</a:t>
                </a:r>
              </a:p>
              <a:p>
                <a:r>
                  <a:rPr lang="en-US" dirty="0"/>
                  <a:t>The neighbor contributions can be approximated with the Laplacian </a:t>
                </a:r>
                <a14:m>
                  <m:oMath xmlns:m="http://schemas.openxmlformats.org/officeDocument/2006/math">
                    <m:r>
                      <m:rPr>
                        <m:sty m:val="p"/>
                      </m:rPr>
                      <a:rPr lang="en-GB" b="0" i="0" smtClean="0">
                        <a:latin typeface="Cambria Math" panose="02040503050406030204" pitchFamily="18" charset="0"/>
                      </a:rPr>
                      <m:t>Δ</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m:rPr>
                            <m:sty m:val="p"/>
                          </m:rPr>
                          <a:rPr lang="en-GB" b="0" i="0" smtClean="0">
                            <a:latin typeface="Cambria Math" panose="02040503050406030204" pitchFamily="18" charset="0"/>
                          </a:rPr>
                          <m:t>i</m:t>
                        </m:r>
                      </m:sub>
                    </m:sSub>
                  </m:oMath>
                </a14:m>
                <a:r>
                  <a:rPr lang="en-US" dirty="0"/>
                  <a:t>. </a:t>
                </a:r>
              </a:p>
              <a:p>
                <a:r>
                  <a:rPr lang="en-US" dirty="0"/>
                  <a:t>Then</a:t>
                </a:r>
              </a:p>
              <a:p>
                <a14:m>
                  <m:oMathPara xmlns:m="http://schemas.openxmlformats.org/officeDocument/2006/math">
                    <m:oMath>
                      <m:d>
                        <m:dPr>
                          <m:ctrlPr>
                            <a:rPr lang="en-GB" b="0" i="1" smtClean="0">
                              <a:latin typeface="Cambria Math" panose="02040503050406030204" pitchFamily="18" charset="0"/>
                            </a:rPr>
                          </m:ctrlPr>
                        </m:dPr>
                        <m:e>
                          <m:r>
                            <a:rPr lang="en-GB" b="0" i="1" smtClean="0">
                              <a:latin typeface="Cambria Math" panose="02040503050406030204" pitchFamily="18" charset="0"/>
                            </a:rPr>
                            <m:t>𝑐</m:t>
                          </m:r>
                          <m:r>
                            <a:rPr lang="en-GB" b="0" i="1" smtClean="0">
                              <a:latin typeface="Cambria Math" panose="02040503050406030204" pitchFamily="18" charset="0"/>
                            </a:rPr>
                            <m:t>−</m:t>
                          </m:r>
                          <m:r>
                            <m:rPr>
                              <m:sty m:val="p"/>
                            </m:rPr>
                            <a:rPr lang="en-GB" b="0" i="0" smtClean="0">
                              <a:latin typeface="Cambria Math" panose="02040503050406030204" pitchFamily="18" charset="0"/>
                            </a:rPr>
                            <m:t>Δ</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m:oMathPara>
                </a14:m>
                <a:endParaRPr lang="en-US" dirty="0"/>
              </a:p>
            </p:txBody>
          </p:sp>
        </mc:Choice>
        <mc:Fallback>
          <p:sp>
            <p:nvSpPr>
              <p:cNvPr id="3" name="Tijdelijke aanduiding voor inhoud 2">
                <a:extLst>
                  <a:ext uri="{FF2B5EF4-FFF2-40B4-BE49-F238E27FC236}">
                    <a16:creationId xmlns:a16="http://schemas.microsoft.com/office/drawing/2014/main" id="{266019CE-1B91-CBE2-4A42-5B161FA8589C}"/>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5</a:t>
            </a:fld>
            <a:endParaRPr lang="en-US"/>
          </a:p>
        </p:txBody>
      </p:sp>
      <p:pic>
        <p:nvPicPr>
          <p:cNvPr id="12" name="Graphic 11" descr="Wipwap met effen opvulling">
            <a:extLst>
              <a:ext uri="{FF2B5EF4-FFF2-40B4-BE49-F238E27FC236}">
                <a16:creationId xmlns:a16="http://schemas.microsoft.com/office/drawing/2014/main" id="{5EA7F8F9-3E30-4178-65D8-983A386643E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8076" y="142413"/>
            <a:ext cx="914400" cy="914400"/>
          </a:xfrm>
          <a:prstGeom prst="rect">
            <a:avLst/>
          </a:prstGeom>
        </p:spPr>
      </p:pic>
      <p:pic>
        <p:nvPicPr>
          <p:cNvPr id="14" name="Afbeelding 13">
            <a:extLst>
              <a:ext uri="{FF2B5EF4-FFF2-40B4-BE49-F238E27FC236}">
                <a16:creationId xmlns:a16="http://schemas.microsoft.com/office/drawing/2014/main" id="{2D2E66D7-231A-C8A2-FE01-7E9F07E3A5E3}"/>
              </a:ext>
            </a:extLst>
          </p:cNvPr>
          <p:cNvPicPr>
            <a:picLocks noChangeAspect="1"/>
          </p:cNvPicPr>
          <p:nvPr/>
        </p:nvPicPr>
        <p:blipFill>
          <a:blip r:embed="rId5">
            <a:extLst>
              <a:ext uri="{28A0092B-C50C-407E-A947-70E740481C1C}">
                <a14:useLocalDpi xmlns:a14="http://schemas.microsoft.com/office/drawing/2010/main" val="0"/>
              </a:ext>
            </a:extLst>
          </a:blip>
          <a:srcRect l="32075" t="8542" r="31368" b="21041"/>
          <a:stretch>
            <a:fillRect/>
          </a:stretch>
        </p:blipFill>
        <p:spPr>
          <a:xfrm>
            <a:off x="7025096" y="2461260"/>
            <a:ext cx="1788480" cy="18745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dirty="0">
                <a:latin typeface="Calibri"/>
              </a:rPr>
              <a:t>System of linear equations</a:t>
            </a:r>
            <a:endParaRPr sz="2600" b="1" dirty="0">
              <a:latin typeface="Calibri"/>
            </a:endParaRPr>
          </a:p>
        </p:txBody>
      </p:sp>
      <mc:AlternateContent xmlns:mc="http://schemas.openxmlformats.org/markup-compatibility/2006">
        <mc:Choice xmlns:a14="http://schemas.microsoft.com/office/drawing/2010/main" Requires="a14">
          <p:sp>
            <p:nvSpPr>
              <p:cNvPr id="3" name="Tijdelijke aanduiding voor inhoud 2">
                <a:extLst>
                  <a:ext uri="{FF2B5EF4-FFF2-40B4-BE49-F238E27FC236}">
                    <a16:creationId xmlns:a16="http://schemas.microsoft.com/office/drawing/2014/main" id="{15F39207-6ADE-BDC1-81AF-31A97A34378F}"/>
                  </a:ext>
                </a:extLst>
              </p:cNvPr>
              <p:cNvSpPr>
                <a:spLocks noGrp="1"/>
              </p:cNvSpPr>
              <p:nvPr>
                <p:ph idx="1"/>
              </p:nvPr>
            </p:nvSpPr>
            <p:spPr/>
            <p:txBody>
              <a:bodyPr/>
              <a:lstStyle/>
              <a:p>
                <a:r>
                  <a:rPr lang="en-GB" dirty="0"/>
                  <a:t>We stack the </a:t>
                </a:r>
                <a14:m>
                  <m:oMath xmlns:m="http://schemas.openxmlformats.org/officeDocument/2006/math">
                    <m:r>
                      <a:rPr lang="en-GB" b="0" i="1" smtClean="0">
                        <a:latin typeface="Cambria Math" panose="02040503050406030204" pitchFamily="18" charset="0"/>
                      </a:rPr>
                      <m:t>𝑛</m:t>
                    </m:r>
                  </m:oMath>
                </a14:m>
                <a:r>
                  <a:rPr lang="en-GB" dirty="0"/>
                  <a:t> tile temperatures and power consumptions:</a:t>
                </a:r>
              </a:p>
              <a:p>
                <a14:m>
                  <m:oMathPara xmlns:m="http://schemas.openxmlformats.org/officeDocument/2006/math">
                    <m:oMath>
                      <m:r>
                        <a:rPr lang="en-US" i="1">
                          <a:latin typeface="Cambria Math" panose="02040503050406030204" pitchFamily="18" charset="0"/>
                        </a:rPr>
                        <m:t>𝒙</m:t>
                      </m:r>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sSub>
                                  <m:sSubPr>
                                    <m:ctrlPr>
                                      <a:rPr lang="en-GB" i="1">
                                        <a:latin typeface="Cambria Math" panose="02040503050406030204" pitchFamily="18" charset="0"/>
                                      </a:rPr>
                                    </m:ctrlPr>
                                  </m:sSubPr>
                                  <m:e>
                                    <m:r>
                                      <m:rPr>
                                        <m:brk m:alnAt="7"/>
                                      </m:rPr>
                                      <a:rPr lang="en-GB" i="1">
                                        <a:latin typeface="Cambria Math" panose="02040503050406030204" pitchFamily="18" charset="0"/>
                                      </a:rPr>
                                      <m:t>𝑥</m:t>
                                    </m:r>
                                  </m:e>
                                  <m:sub>
                                    <m:r>
                                      <m:rPr>
                                        <m:brk m:alnAt="7"/>
                                      </m:rPr>
                                      <a:rPr lang="en-GB" i="1">
                                        <a:latin typeface="Cambria Math" panose="02040503050406030204" pitchFamily="18" charset="0"/>
                                      </a:rPr>
                                      <m:t>1</m:t>
                                    </m:r>
                                  </m:sub>
                                </m:sSub>
                              </m:e>
                            </m:mr>
                            <m:mr>
                              <m:e>
                                <m:r>
                                  <a:rPr lang="en-US" i="1">
                                    <a:latin typeface="Cambria Math" panose="02040503050406030204" pitchFamily="18" charset="0"/>
                                  </a:rPr>
                                  <m:t>⋮</m:t>
                                </m:r>
                              </m:e>
                            </m:mr>
                            <m:m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𝑛</m:t>
                                    </m:r>
                                  </m:sub>
                                </m:sSub>
                              </m:e>
                            </m:mr>
                          </m:m>
                        </m:e>
                      </m:d>
                      <m:r>
                        <a:rPr lang="en-GB" b="0" i="0" smtClean="0">
                          <a:latin typeface="Cambria Math" panose="02040503050406030204" pitchFamily="18" charset="0"/>
                        </a:rPr>
                        <m:t>,   </m:t>
                      </m:r>
                      <m:r>
                        <a:rPr lang="en-US" i="1">
                          <a:latin typeface="Cambria Math" panose="02040503050406030204" pitchFamily="18" charset="0"/>
                        </a:rPr>
                        <m:t>𝒃</m:t>
                      </m:r>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sSub>
                                  <m:sSubPr>
                                    <m:ctrlPr>
                                      <a:rPr lang="en-GB" i="1">
                                        <a:latin typeface="Cambria Math" panose="02040503050406030204" pitchFamily="18" charset="0"/>
                                      </a:rPr>
                                    </m:ctrlPr>
                                  </m:sSubPr>
                                  <m:e>
                                    <m:r>
                                      <m:rPr>
                                        <m:brk m:alnAt="7"/>
                                      </m:rPr>
                                      <a:rPr lang="en-GB" i="1">
                                        <a:latin typeface="Cambria Math" panose="02040503050406030204" pitchFamily="18" charset="0"/>
                                      </a:rPr>
                                      <m:t>𝑏</m:t>
                                    </m:r>
                                  </m:e>
                                  <m:sub>
                                    <m:r>
                                      <m:rPr>
                                        <m:brk m:alnAt="7"/>
                                      </m:rPr>
                                      <a:rPr lang="en-GB" i="1">
                                        <a:latin typeface="Cambria Math" panose="02040503050406030204" pitchFamily="18" charset="0"/>
                                      </a:rPr>
                                      <m:t>1</m:t>
                                    </m:r>
                                  </m:sub>
                                </m:sSub>
                              </m:e>
                            </m:mr>
                            <m:mr>
                              <m:e>
                                <m:r>
                                  <a:rPr lang="en-US" i="1">
                                    <a:latin typeface="Cambria Math" panose="02040503050406030204" pitchFamily="18" charset="0"/>
                                  </a:rPr>
                                  <m:t>⋮</m:t>
                                </m:r>
                              </m:e>
                            </m:mr>
                            <m:mr>
                              <m:e>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𝑛</m:t>
                                    </m:r>
                                  </m:sub>
                                </m:sSub>
                              </m:e>
                            </m:mr>
                          </m:m>
                        </m:e>
                      </m:d>
                    </m:oMath>
                  </m:oMathPara>
                </a14:m>
                <a:endParaRPr lang="en-GB" dirty="0"/>
              </a:p>
              <a:p>
                <a:endParaRPr lang="en-US" dirty="0"/>
              </a:p>
              <a:p>
                <a:r>
                  <a:rPr lang="en-US" dirty="0"/>
                  <a:t>For </a:t>
                </a:r>
                <a14:m>
                  <m:oMath xmlns:m="http://schemas.openxmlformats.org/officeDocument/2006/math">
                    <m:r>
                      <a:rPr lang="en-GB" i="1">
                        <a:latin typeface="Cambria Math" panose="02040503050406030204" pitchFamily="18" charset="0"/>
                      </a:rPr>
                      <m:t>𝑨</m:t>
                    </m:r>
                    <m:r>
                      <a:rPr lang="en-GB" i="1">
                        <a:latin typeface="Cambria Math" panose="02040503050406030204" pitchFamily="18" charset="0"/>
                      </a:rPr>
                      <m:t>=(</m:t>
                    </m:r>
                    <m:r>
                      <a:rPr lang="en-GB" i="1">
                        <a:latin typeface="Cambria Math" panose="02040503050406030204" pitchFamily="18" charset="0"/>
                      </a:rPr>
                      <m:t>𝑐𝑰</m:t>
                    </m:r>
                    <m:r>
                      <a:rPr lang="en-GB" i="1">
                        <a:latin typeface="Cambria Math" panose="02040503050406030204" pitchFamily="18" charset="0"/>
                      </a:rPr>
                      <m:t>−</m:t>
                    </m:r>
                    <m:r>
                      <m:rPr>
                        <m:sty m:val="p"/>
                      </m:rPr>
                      <a:rPr lang="en-GB">
                        <a:latin typeface="Cambria Math" panose="02040503050406030204" pitchFamily="18" charset="0"/>
                      </a:rPr>
                      <m:t>Δ</m:t>
                    </m:r>
                    <m:r>
                      <a:rPr lang="en-GB" i="1">
                        <a:latin typeface="Cambria Math" panose="02040503050406030204" pitchFamily="18" charset="0"/>
                      </a:rPr>
                      <m:t>) </m:t>
                    </m:r>
                  </m:oMath>
                </a14:m>
                <a:r>
                  <a:rPr lang="en-US" dirty="0"/>
                  <a:t>, the steady-state solution is </a:t>
                </a:r>
                <a14:m>
                  <m:oMath xmlns:m="http://schemas.openxmlformats.org/officeDocument/2006/math">
                    <m:r>
                      <a:rPr lang="en-GB" b="0" i="1" smtClean="0">
                        <a:latin typeface="Cambria Math" panose="02040503050406030204" pitchFamily="18" charset="0"/>
                      </a:rPr>
                      <m:t>𝑨𝒙</m:t>
                    </m:r>
                    <m:r>
                      <a:rPr lang="en-GB" b="0" i="1" smtClean="0">
                        <a:latin typeface="Cambria Math" panose="02040503050406030204" pitchFamily="18" charset="0"/>
                      </a:rPr>
                      <m:t>=</m:t>
                    </m:r>
                    <m:r>
                      <a:rPr lang="en-GB" b="0" i="1" smtClean="0">
                        <a:latin typeface="Cambria Math" panose="02040503050406030204" pitchFamily="18" charset="0"/>
                      </a:rPr>
                      <m:t>𝒃</m:t>
                    </m:r>
                  </m:oMath>
                </a14:m>
                <a:r>
                  <a:rPr lang="en-US" dirty="0"/>
                  <a:t>.</a:t>
                </a:r>
              </a:p>
              <a:p>
                <a:r>
                  <a:rPr lang="en-US" dirty="0"/>
                  <a:t>Given a vector </a:t>
                </a:r>
                <a14:m>
                  <m:oMath xmlns:m="http://schemas.openxmlformats.org/officeDocument/2006/math">
                    <m:r>
                      <a:rPr lang="en-GB" i="1">
                        <a:latin typeface="Cambria Math" panose="02040503050406030204" pitchFamily="18" charset="0"/>
                      </a:rPr>
                      <m:t>𝒃</m:t>
                    </m:r>
                  </m:oMath>
                </a14:m>
                <a:r>
                  <a:rPr lang="en-US" dirty="0"/>
                  <a:t> of power consumptions, we can calculate steady-state temperature with</a:t>
                </a:r>
              </a:p>
              <a:p>
                <a:pPr/>
                <a14:m>
                  <m:oMathPara xmlns:m="http://schemas.openxmlformats.org/officeDocument/2006/math">
                    <m:oMath>
                      <m:r>
                        <a:rPr lang="en-GB" i="1">
                          <a:latin typeface="Cambria Math" panose="02040503050406030204" pitchFamily="18" charset="0"/>
                        </a:rPr>
                        <m:t>𝒙</m:t>
                      </m:r>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𝑨</m:t>
                          </m:r>
                        </m:e>
                        <m:sup>
                          <m:r>
                            <a:rPr lang="en-GB" i="1">
                              <a:latin typeface="Cambria Math" panose="02040503050406030204" pitchFamily="18" charset="0"/>
                            </a:rPr>
                            <m:t>−1</m:t>
                          </m:r>
                        </m:sup>
                      </m:sSup>
                      <m:r>
                        <a:rPr lang="en-GB" i="1">
                          <a:latin typeface="Cambria Math" panose="02040503050406030204" pitchFamily="18" charset="0"/>
                        </a:rPr>
                        <m:t>𝒃</m:t>
                      </m:r>
                    </m:oMath>
                  </m:oMathPara>
                </a14:m>
                <a:endParaRPr lang="en-US" dirty="0"/>
              </a:p>
              <a:p>
                <a:endParaRPr lang="en-GB" b="0" i="1" dirty="0">
                  <a:latin typeface="Cambria Math" panose="02040503050406030204" pitchFamily="18" charset="0"/>
                </a:endParaRPr>
              </a:p>
              <a:p>
                <a:endParaRPr lang="en-US" dirty="0"/>
              </a:p>
            </p:txBody>
          </p:sp>
        </mc:Choice>
        <mc:Fallback>
          <p:sp>
            <p:nvSpPr>
              <p:cNvPr id="3" name="Tijdelijke aanduiding voor inhoud 2">
                <a:extLst>
                  <a:ext uri="{FF2B5EF4-FFF2-40B4-BE49-F238E27FC236}">
                    <a16:creationId xmlns:a16="http://schemas.microsoft.com/office/drawing/2014/main" id="{15F39207-6ADE-BDC1-81AF-31A97A34378F}"/>
                  </a:ext>
                </a:extLst>
              </p:cNvPr>
              <p:cNvSpPr>
                <a:spLocks noGrp="1" noRot="1" noChangeAspect="1" noMove="1" noResize="1" noEditPoints="1" noAdjustHandles="1" noChangeArrowheads="1" noChangeShapeType="1" noTextEdit="1"/>
              </p:cNvSpPr>
              <p:nvPr>
                <p:ph idx="1"/>
              </p:nvPr>
            </p:nvSpPr>
            <p:spPr>
              <a:blipFill>
                <a:blip r:embed="rId4"/>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6</a:t>
            </a:fld>
            <a:endParaRPr lang="en-US"/>
          </a:p>
        </p:txBody>
      </p:sp>
      <mc:AlternateContent xmlns:mc="http://schemas.openxmlformats.org/markup-compatibility/2006">
        <mc:Choice xmlns:a14="http://schemas.microsoft.com/office/drawing/2010/main" Requires="a14">
          <p:graphicFrame>
            <p:nvGraphicFramePr>
              <p:cNvPr id="13" name="Tabel 12">
                <a:extLst>
                  <a:ext uri="{FF2B5EF4-FFF2-40B4-BE49-F238E27FC236}">
                    <a16:creationId xmlns:a16="http://schemas.microsoft.com/office/drawing/2014/main" id="{C287D5CC-AE2E-D8B0-EAE3-B992D08013F4}"/>
                  </a:ext>
                </a:extLst>
              </p:cNvPr>
              <p:cNvGraphicFramePr>
                <a:graphicFrameLocks noGrp="1"/>
              </p:cNvGraphicFramePr>
              <p:nvPr>
                <p:extLst>
                  <p:ext uri="{D42A27DB-BD31-4B8C-83A1-F6EECF244321}">
                    <p14:modId xmlns:p14="http://schemas.microsoft.com/office/powerpoint/2010/main" val="2452717402"/>
                  </p:ext>
                </p:extLst>
              </p:nvPr>
            </p:nvGraphicFramePr>
            <p:xfrm>
              <a:off x="6368189" y="1260000"/>
              <a:ext cx="2164623" cy="990600"/>
            </p:xfrm>
            <a:graphic>
              <a:graphicData uri="http://schemas.openxmlformats.org/drawingml/2006/table">
                <a:tbl>
                  <a:tblPr>
                    <a:tableStyleId>{5C22544A-7EE6-4342-B048-85BDC9FD1C3A}</a:tableStyleId>
                  </a:tblPr>
                  <a:tblGrid>
                    <a:gridCol w="1468221">
                      <a:extLst>
                        <a:ext uri="{9D8B030D-6E8A-4147-A177-3AD203B41FA5}">
                          <a16:colId xmlns:a16="http://schemas.microsoft.com/office/drawing/2014/main" val="4100935493"/>
                        </a:ext>
                      </a:extLst>
                    </a:gridCol>
                    <a:gridCol w="696402">
                      <a:extLst>
                        <a:ext uri="{9D8B030D-6E8A-4147-A177-3AD203B41FA5}">
                          <a16:colId xmlns:a16="http://schemas.microsoft.com/office/drawing/2014/main" val="4189634844"/>
                        </a:ext>
                      </a:extLst>
                    </a:gridCol>
                  </a:tblGrid>
                  <a:tr h="247650">
                    <a:tc>
                      <a:txBody>
                        <a:bodyPr/>
                        <a:lstStyle/>
                        <a:p>
                          <a:pPr rtl="0" fontAlgn="ctr">
                            <a:buNone/>
                          </a:pPr>
                          <a:r>
                            <a:rPr lang="en-US" sz="1150" u="none" strike="noStrike" dirty="0">
                              <a:effectLst/>
                            </a:rPr>
                            <a:t>tiles on one die, today</a:t>
                          </a:r>
                          <a:endParaRPr lang="en-US" dirty="0">
                            <a:effectLst/>
                          </a:endParaRPr>
                        </a:p>
                      </a:txBody>
                      <a:tcPr marL="57150" marR="57150" marT="9525" marB="9525" anchor="ctr">
                        <a:solidFill>
                          <a:srgbClr val="C00000">
                            <a:alpha val="20000"/>
                          </a:srgbClr>
                        </a:solidFill>
                      </a:tcPr>
                    </a:tc>
                    <a:tc>
                      <a:txBody>
                        <a:bodyPr/>
                        <a:lstStyle/>
                        <a:p>
                          <a:pPr algn="r" fontAlgn="ctr">
                            <a:buNone/>
                          </a:pPr>
                          <a:r>
                            <a:rPr lang="en-US" dirty="0">
                              <a:effectLst/>
                            </a:rPr>
                            <a:t> </a:t>
                          </a:r>
                          <a14:m>
                            <m:oMath xmlns:m="http://schemas.openxmlformats.org/officeDocument/2006/math">
                              <m:r>
                                <a:rPr lang="en-GB" b="0" i="1" smtClean="0">
                                  <a:effectLst/>
                                  <a:latin typeface="Cambria Math" panose="02040503050406030204" pitchFamily="18" charset="0"/>
                                </a:rPr>
                                <m:t>𝑛</m:t>
                              </m:r>
                            </m:oMath>
                          </a14:m>
                          <a:endParaRPr lang="en-US" dirty="0">
                            <a:effectLst/>
                          </a:endParaRPr>
                        </a:p>
                      </a:txBody>
                      <a:tcPr marL="57150" marR="57150" marT="9525" marB="9525" anchor="ctr">
                        <a:solidFill>
                          <a:srgbClr val="C00000">
                            <a:alpha val="20000"/>
                          </a:srgbClr>
                        </a:solidFill>
                      </a:tcPr>
                    </a:tc>
                    <a:extLst>
                      <a:ext uri="{0D108BD9-81ED-4DB2-BD59-A6C34878D82A}">
                        <a16:rowId xmlns:a16="http://schemas.microsoft.com/office/drawing/2014/main" val="3098385139"/>
                      </a:ext>
                    </a:extLst>
                  </a:tr>
                  <a:tr h="247650">
                    <a:tc>
                      <a:txBody>
                        <a:bodyPr/>
                        <a:lstStyle/>
                        <a:p>
                          <a:pPr rtl="0" fontAlgn="ctr">
                            <a:buNone/>
                          </a:pPr>
                          <a:r>
                            <a:rPr lang="en-US" sz="1150" u="none" strike="noStrike" dirty="0" err="1">
                              <a:effectLst/>
                            </a:rPr>
                            <a:t>Graphcore</a:t>
                          </a:r>
                          <a:r>
                            <a:rPr lang="en-US" sz="1150" u="none" strike="noStrike" dirty="0">
                              <a:effectLst/>
                            </a:rPr>
                            <a:t> IPU</a:t>
                          </a:r>
                          <a:endParaRPr lang="en-US" dirty="0">
                            <a:effectLst/>
                          </a:endParaRPr>
                        </a:p>
                      </a:txBody>
                      <a:tcPr marL="57150" marR="57150" marT="9525" marB="9525" anchor="ctr"/>
                    </a:tc>
                    <a:tc>
                      <a:txBody>
                        <a:bodyPr/>
                        <a:lstStyle/>
                        <a:p>
                          <a:pPr algn="r" rtl="0" fontAlgn="ctr">
                            <a:buNone/>
                          </a:pPr>
                          <a:r>
                            <a:rPr lang="en-US" sz="1150" u="none" strike="noStrike" dirty="0">
                              <a:effectLst/>
                            </a:rPr>
                            <a:t>1 472</a:t>
                          </a:r>
                          <a:endParaRPr lang="en-US" dirty="0">
                            <a:effectLst/>
                          </a:endParaRPr>
                        </a:p>
                      </a:txBody>
                      <a:tcPr marL="57150" marR="57150" marT="9525" marB="9525" anchor="ctr"/>
                    </a:tc>
                    <a:extLst>
                      <a:ext uri="{0D108BD9-81ED-4DB2-BD59-A6C34878D82A}">
                        <a16:rowId xmlns:a16="http://schemas.microsoft.com/office/drawing/2014/main" val="2966328455"/>
                      </a:ext>
                    </a:extLst>
                  </a:tr>
                  <a:tr h="247650">
                    <a:tc>
                      <a:txBody>
                        <a:bodyPr/>
                        <a:lstStyle/>
                        <a:p>
                          <a:pPr rtl="0" fontAlgn="ctr">
                            <a:buNone/>
                          </a:pPr>
                          <a:r>
                            <a:rPr lang="en-US" sz="1150" u="none" strike="noStrike" dirty="0" err="1">
                              <a:effectLst/>
                            </a:rPr>
                            <a:t>Tenstorrent</a:t>
                          </a:r>
                          <a:r>
                            <a:rPr lang="en-US" sz="1150" u="none" strike="noStrike" dirty="0">
                              <a:effectLst/>
                            </a:rPr>
                            <a:t> Blackhole</a:t>
                          </a:r>
                          <a:endParaRPr lang="en-US" dirty="0">
                            <a:effectLst/>
                          </a:endParaRPr>
                        </a:p>
                      </a:txBody>
                      <a:tcPr marL="57150" marR="57150" marT="9525" marB="9525" anchor="ctr"/>
                    </a:tc>
                    <a:tc>
                      <a:txBody>
                        <a:bodyPr/>
                        <a:lstStyle/>
                        <a:p>
                          <a:pPr algn="r" rtl="0" fontAlgn="ctr">
                            <a:buNone/>
                          </a:pPr>
                          <a:r>
                            <a:rPr lang="en-US" sz="1150" u="none" strike="noStrike" dirty="0">
                              <a:effectLst/>
                            </a:rPr>
                            <a:t>140</a:t>
                          </a:r>
                          <a:endParaRPr lang="en-US" dirty="0">
                            <a:effectLst/>
                          </a:endParaRPr>
                        </a:p>
                      </a:txBody>
                      <a:tcPr marL="57150" marR="57150" marT="9525" marB="9525" anchor="ctr"/>
                    </a:tc>
                    <a:extLst>
                      <a:ext uri="{0D108BD9-81ED-4DB2-BD59-A6C34878D82A}">
                        <a16:rowId xmlns:a16="http://schemas.microsoft.com/office/drawing/2014/main" val="2053478823"/>
                      </a:ext>
                    </a:extLst>
                  </a:tr>
                  <a:tr h="247650">
                    <a:tc>
                      <a:txBody>
                        <a:bodyPr/>
                        <a:lstStyle/>
                        <a:p>
                          <a:pPr rtl="0" fontAlgn="ctr">
                            <a:buNone/>
                          </a:pPr>
                          <a:r>
                            <a:rPr lang="en-US" sz="1150" u="none" strike="noStrike" dirty="0">
                              <a:effectLst/>
                            </a:rPr>
                            <a:t>Cerebras WSE-3</a:t>
                          </a:r>
                          <a:endParaRPr lang="en-US" dirty="0">
                            <a:effectLst/>
                          </a:endParaRPr>
                        </a:p>
                      </a:txBody>
                      <a:tcPr marL="57150" marR="57150" marT="9525" marB="9525" anchor="ctr"/>
                    </a:tc>
                    <a:tc>
                      <a:txBody>
                        <a:bodyPr/>
                        <a:lstStyle/>
                        <a:p>
                          <a:pPr algn="r" rtl="0" fontAlgn="ctr">
                            <a:buNone/>
                          </a:pPr>
                          <a:r>
                            <a:rPr lang="en-US" sz="1150" u="none" strike="noStrike" dirty="0">
                              <a:effectLst/>
                            </a:rPr>
                            <a:t>900 000</a:t>
                          </a:r>
                          <a:endParaRPr lang="en-US" dirty="0">
                            <a:effectLst/>
                          </a:endParaRPr>
                        </a:p>
                      </a:txBody>
                      <a:tcPr marL="57150" marR="57150" marT="9525" marB="9525" anchor="ctr"/>
                    </a:tc>
                    <a:extLst>
                      <a:ext uri="{0D108BD9-81ED-4DB2-BD59-A6C34878D82A}">
                        <a16:rowId xmlns:a16="http://schemas.microsoft.com/office/drawing/2014/main" val="1865519764"/>
                      </a:ext>
                    </a:extLst>
                  </a:tr>
                </a:tbl>
              </a:graphicData>
            </a:graphic>
          </p:graphicFrame>
        </mc:Choice>
        <mc:Fallback>
          <p:graphicFrame>
            <p:nvGraphicFramePr>
              <p:cNvPr id="13" name="Tabel 12">
                <a:extLst>
                  <a:ext uri="{FF2B5EF4-FFF2-40B4-BE49-F238E27FC236}">
                    <a16:creationId xmlns:a16="http://schemas.microsoft.com/office/drawing/2014/main" id="{C287D5CC-AE2E-D8B0-EAE3-B992D08013F4}"/>
                  </a:ext>
                </a:extLst>
              </p:cNvPr>
              <p:cNvGraphicFramePr>
                <a:graphicFrameLocks noGrp="1"/>
              </p:cNvGraphicFramePr>
              <p:nvPr>
                <p:extLst>
                  <p:ext uri="{D42A27DB-BD31-4B8C-83A1-F6EECF244321}">
                    <p14:modId xmlns:p14="http://schemas.microsoft.com/office/powerpoint/2010/main" val="2452717402"/>
                  </p:ext>
                </p:extLst>
              </p:nvPr>
            </p:nvGraphicFramePr>
            <p:xfrm>
              <a:off x="6368189" y="1260000"/>
              <a:ext cx="2164623" cy="990600"/>
            </p:xfrm>
            <a:graphic>
              <a:graphicData uri="http://schemas.openxmlformats.org/drawingml/2006/table">
                <a:tbl>
                  <a:tblPr>
                    <a:tableStyleId>{5C22544A-7EE6-4342-B048-85BDC9FD1C3A}</a:tableStyleId>
                  </a:tblPr>
                  <a:tblGrid>
                    <a:gridCol w="1468221">
                      <a:extLst>
                        <a:ext uri="{9D8B030D-6E8A-4147-A177-3AD203B41FA5}">
                          <a16:colId xmlns:a16="http://schemas.microsoft.com/office/drawing/2014/main" val="4100935493"/>
                        </a:ext>
                      </a:extLst>
                    </a:gridCol>
                    <a:gridCol w="696402">
                      <a:extLst>
                        <a:ext uri="{9D8B030D-6E8A-4147-A177-3AD203B41FA5}">
                          <a16:colId xmlns:a16="http://schemas.microsoft.com/office/drawing/2014/main" val="4189634844"/>
                        </a:ext>
                      </a:extLst>
                    </a:gridCol>
                  </a:tblGrid>
                  <a:tr h="247650">
                    <a:tc>
                      <a:txBody>
                        <a:bodyPr/>
                        <a:lstStyle/>
                        <a:p>
                          <a:pPr rtl="0" fontAlgn="ctr">
                            <a:buNone/>
                          </a:pPr>
                          <a:r>
                            <a:rPr lang="en-US" sz="1150" u="none" strike="noStrike" dirty="0">
                              <a:effectLst/>
                            </a:rPr>
                            <a:t>tiles on one die, today</a:t>
                          </a:r>
                          <a:endParaRPr lang="en-US" dirty="0">
                            <a:effectLst/>
                          </a:endParaRPr>
                        </a:p>
                      </a:txBody>
                      <a:tcPr marL="57150" marR="57150" marT="9525" marB="9525" anchor="ctr">
                        <a:solidFill>
                          <a:srgbClr val="C00000">
                            <a:alpha val="20000"/>
                          </a:srgbClr>
                        </a:solidFill>
                      </a:tcPr>
                    </a:tc>
                    <a:tc>
                      <a:txBody>
                        <a:bodyPr/>
                        <a:lstStyle/>
                        <a:p>
                          <a:endParaRPr lang="en-US"/>
                        </a:p>
                      </a:txBody>
                      <a:tcPr marL="57150" marR="57150" marT="9525" marB="9525" anchor="ctr">
                        <a:blipFill>
                          <a:blip r:embed="rId5"/>
                          <a:stretch>
                            <a:fillRect l="-210435" t="-4878" r="-1739" b="-319512"/>
                          </a:stretch>
                        </a:blipFill>
                      </a:tcPr>
                    </a:tc>
                    <a:extLst>
                      <a:ext uri="{0D108BD9-81ED-4DB2-BD59-A6C34878D82A}">
                        <a16:rowId xmlns:a16="http://schemas.microsoft.com/office/drawing/2014/main" val="3098385139"/>
                      </a:ext>
                    </a:extLst>
                  </a:tr>
                  <a:tr h="247650">
                    <a:tc>
                      <a:txBody>
                        <a:bodyPr/>
                        <a:lstStyle/>
                        <a:p>
                          <a:pPr rtl="0" fontAlgn="ctr">
                            <a:buNone/>
                          </a:pPr>
                          <a:r>
                            <a:rPr lang="en-US" sz="1150" u="none" strike="noStrike" dirty="0" err="1">
                              <a:effectLst/>
                            </a:rPr>
                            <a:t>Graphcore</a:t>
                          </a:r>
                          <a:r>
                            <a:rPr lang="en-US" sz="1150" u="none" strike="noStrike" dirty="0">
                              <a:effectLst/>
                            </a:rPr>
                            <a:t> IPU</a:t>
                          </a:r>
                          <a:endParaRPr lang="en-US" dirty="0">
                            <a:effectLst/>
                          </a:endParaRPr>
                        </a:p>
                      </a:txBody>
                      <a:tcPr marL="57150" marR="57150" marT="9525" marB="9525" anchor="ctr"/>
                    </a:tc>
                    <a:tc>
                      <a:txBody>
                        <a:bodyPr/>
                        <a:lstStyle/>
                        <a:p>
                          <a:pPr algn="r" rtl="0" fontAlgn="ctr">
                            <a:buNone/>
                          </a:pPr>
                          <a:r>
                            <a:rPr lang="en-US" sz="1150" u="none" strike="noStrike" dirty="0">
                              <a:effectLst/>
                            </a:rPr>
                            <a:t>1 472</a:t>
                          </a:r>
                          <a:endParaRPr lang="en-US" dirty="0">
                            <a:effectLst/>
                          </a:endParaRPr>
                        </a:p>
                      </a:txBody>
                      <a:tcPr marL="57150" marR="57150" marT="9525" marB="9525" anchor="ctr"/>
                    </a:tc>
                    <a:extLst>
                      <a:ext uri="{0D108BD9-81ED-4DB2-BD59-A6C34878D82A}">
                        <a16:rowId xmlns:a16="http://schemas.microsoft.com/office/drawing/2014/main" val="2966328455"/>
                      </a:ext>
                    </a:extLst>
                  </a:tr>
                  <a:tr h="247650">
                    <a:tc>
                      <a:txBody>
                        <a:bodyPr/>
                        <a:lstStyle/>
                        <a:p>
                          <a:pPr rtl="0" fontAlgn="ctr">
                            <a:buNone/>
                          </a:pPr>
                          <a:r>
                            <a:rPr lang="en-US" sz="1150" u="none" strike="noStrike" dirty="0" err="1">
                              <a:effectLst/>
                            </a:rPr>
                            <a:t>Tenstorrent</a:t>
                          </a:r>
                          <a:r>
                            <a:rPr lang="en-US" sz="1150" u="none" strike="noStrike" dirty="0">
                              <a:effectLst/>
                            </a:rPr>
                            <a:t> Blackhole</a:t>
                          </a:r>
                          <a:endParaRPr lang="en-US" dirty="0">
                            <a:effectLst/>
                          </a:endParaRPr>
                        </a:p>
                      </a:txBody>
                      <a:tcPr marL="57150" marR="57150" marT="9525" marB="9525" anchor="ctr"/>
                    </a:tc>
                    <a:tc>
                      <a:txBody>
                        <a:bodyPr/>
                        <a:lstStyle/>
                        <a:p>
                          <a:pPr algn="r" rtl="0" fontAlgn="ctr">
                            <a:buNone/>
                          </a:pPr>
                          <a:r>
                            <a:rPr lang="en-US" sz="1150" u="none" strike="noStrike" dirty="0">
                              <a:effectLst/>
                            </a:rPr>
                            <a:t>140</a:t>
                          </a:r>
                          <a:endParaRPr lang="en-US" dirty="0">
                            <a:effectLst/>
                          </a:endParaRPr>
                        </a:p>
                      </a:txBody>
                      <a:tcPr marL="57150" marR="57150" marT="9525" marB="9525" anchor="ctr"/>
                    </a:tc>
                    <a:extLst>
                      <a:ext uri="{0D108BD9-81ED-4DB2-BD59-A6C34878D82A}">
                        <a16:rowId xmlns:a16="http://schemas.microsoft.com/office/drawing/2014/main" val="2053478823"/>
                      </a:ext>
                    </a:extLst>
                  </a:tr>
                  <a:tr h="247650">
                    <a:tc>
                      <a:txBody>
                        <a:bodyPr/>
                        <a:lstStyle/>
                        <a:p>
                          <a:pPr rtl="0" fontAlgn="ctr">
                            <a:buNone/>
                          </a:pPr>
                          <a:r>
                            <a:rPr lang="en-US" sz="1150" u="none" strike="noStrike" dirty="0">
                              <a:effectLst/>
                            </a:rPr>
                            <a:t>Cerebras WSE-3</a:t>
                          </a:r>
                          <a:endParaRPr lang="en-US" dirty="0">
                            <a:effectLst/>
                          </a:endParaRPr>
                        </a:p>
                      </a:txBody>
                      <a:tcPr marL="57150" marR="57150" marT="9525" marB="9525" anchor="ctr"/>
                    </a:tc>
                    <a:tc>
                      <a:txBody>
                        <a:bodyPr/>
                        <a:lstStyle/>
                        <a:p>
                          <a:pPr algn="r" rtl="0" fontAlgn="ctr">
                            <a:buNone/>
                          </a:pPr>
                          <a:r>
                            <a:rPr lang="en-US" sz="1150" u="none" strike="noStrike" dirty="0">
                              <a:effectLst/>
                            </a:rPr>
                            <a:t>900 000</a:t>
                          </a:r>
                          <a:endParaRPr lang="en-US" dirty="0">
                            <a:effectLst/>
                          </a:endParaRPr>
                        </a:p>
                      </a:txBody>
                      <a:tcPr marL="57150" marR="57150" marT="9525" marB="9525" anchor="ctr"/>
                    </a:tc>
                    <a:extLst>
                      <a:ext uri="{0D108BD9-81ED-4DB2-BD59-A6C34878D82A}">
                        <a16:rowId xmlns:a16="http://schemas.microsoft.com/office/drawing/2014/main" val="1865519764"/>
                      </a:ext>
                    </a:extLst>
                  </a:tr>
                </a:tbl>
              </a:graphicData>
            </a:graphic>
          </p:graphicFrame>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600" dirty="0">
                <a:latin typeface="Calibri"/>
              </a:rPr>
              <a:t>Sparsity structure of A</a:t>
            </a:r>
            <a:endParaRPr lang="en-US" dirty="0"/>
          </a:p>
        </p:txBody>
      </p:sp>
      <p:pic>
        <p:nvPicPr>
          <p:cNvPr id="44" name="Tijdelijke aanduiding voor inhoud 43">
            <a:extLst>
              <a:ext uri="{FF2B5EF4-FFF2-40B4-BE49-F238E27FC236}">
                <a16:creationId xmlns:a16="http://schemas.microsoft.com/office/drawing/2014/main" id="{AF683F6A-F21D-C296-1BE6-96F653599A9E}"/>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11945" b="7784"/>
          <a:stretch>
            <a:fillRect/>
          </a:stretch>
        </p:blipFill>
        <p:spPr>
          <a:xfrm>
            <a:off x="3709850" y="1944109"/>
            <a:ext cx="2309989" cy="2279128"/>
          </a:xfrm>
          <a:prstGeom prst="rect">
            <a:avLst/>
          </a:prstGeom>
        </p:spPr>
      </p:pic>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7</a:t>
            </a:fld>
            <a:endParaRPr lang="en-US"/>
          </a:p>
        </p:txBody>
      </p:sp>
      <p:pic>
        <p:nvPicPr>
          <p:cNvPr id="15" name="Afbeelding 14">
            <a:extLst>
              <a:ext uri="{FF2B5EF4-FFF2-40B4-BE49-F238E27FC236}">
                <a16:creationId xmlns:a16="http://schemas.microsoft.com/office/drawing/2014/main" id="{4445D8E7-8984-D104-3750-65E74F9A8435}"/>
              </a:ext>
            </a:extLst>
          </p:cNvPr>
          <p:cNvPicPr>
            <a:picLocks noChangeAspect="1"/>
          </p:cNvPicPr>
          <p:nvPr/>
        </p:nvPicPr>
        <p:blipFill>
          <a:blip r:embed="rId5">
            <a:extLst>
              <a:ext uri="{28A0092B-C50C-407E-A947-70E740481C1C}">
                <a14:useLocalDpi xmlns:a14="http://schemas.microsoft.com/office/drawing/2010/main" val="0"/>
              </a:ext>
            </a:extLst>
          </a:blip>
          <a:srcRect l="1613" r="35245" b="3898"/>
          <a:stretch>
            <a:fillRect/>
          </a:stretch>
        </p:blipFill>
        <p:spPr>
          <a:xfrm rot="5400000">
            <a:off x="523538" y="1561313"/>
            <a:ext cx="2983070" cy="2805830"/>
          </a:xfrm>
          <a:prstGeom prst="rect">
            <a:avLst/>
          </a:prstGeom>
        </p:spPr>
      </p:pic>
      <p:sp>
        <p:nvSpPr>
          <p:cNvPr id="16" name="Rechthoek 15">
            <a:extLst>
              <a:ext uri="{FF2B5EF4-FFF2-40B4-BE49-F238E27FC236}">
                <a16:creationId xmlns:a16="http://schemas.microsoft.com/office/drawing/2014/main" id="{8A2B916B-8192-81E4-C3B2-2E1D3E16E599}"/>
              </a:ext>
            </a:extLst>
          </p:cNvPr>
          <p:cNvSpPr/>
          <p:nvPr/>
        </p:nvSpPr>
        <p:spPr>
          <a:xfrm>
            <a:off x="689648" y="153703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kstvak 30">
            <a:extLst>
              <a:ext uri="{FF2B5EF4-FFF2-40B4-BE49-F238E27FC236}">
                <a16:creationId xmlns:a16="http://schemas.microsoft.com/office/drawing/2014/main" id="{FB5C3AE9-C401-7BB5-5804-7860C7DB635C}"/>
              </a:ext>
            </a:extLst>
          </p:cNvPr>
          <p:cNvSpPr txBox="1"/>
          <p:nvPr/>
        </p:nvSpPr>
        <p:spPr>
          <a:xfrm>
            <a:off x="3784484" y="1177876"/>
            <a:ext cx="2587600" cy="584775"/>
          </a:xfrm>
          <a:prstGeom prst="rect">
            <a:avLst/>
          </a:prstGeom>
          <a:noFill/>
        </p:spPr>
        <p:txBody>
          <a:bodyPr wrap="square" rtlCol="0">
            <a:spAutoFit/>
          </a:bodyPr>
          <a:lstStyle/>
          <a:p>
            <a:r>
              <a:rPr lang="en-GB" sz="1600" dirty="0"/>
              <a:t>If the die is tiled as a chain, </a:t>
            </a:r>
            <a:br>
              <a:rPr lang="en-GB" sz="1600" dirty="0"/>
            </a:br>
            <a:r>
              <a:rPr lang="en-GB" sz="1600" dirty="0"/>
              <a:t>then A will be tri-diagonal.</a:t>
            </a:r>
            <a:endParaRPr lang="en-US" sz="1600" dirty="0"/>
          </a:p>
        </p:txBody>
      </p:sp>
      <p:sp>
        <p:nvSpPr>
          <p:cNvPr id="32" name="Tekstvak 31">
            <a:extLst>
              <a:ext uri="{FF2B5EF4-FFF2-40B4-BE49-F238E27FC236}">
                <a16:creationId xmlns:a16="http://schemas.microsoft.com/office/drawing/2014/main" id="{97661441-F790-94B7-C715-6517A482C96C}"/>
              </a:ext>
            </a:extLst>
          </p:cNvPr>
          <p:cNvSpPr txBox="1"/>
          <p:nvPr/>
        </p:nvSpPr>
        <p:spPr>
          <a:xfrm>
            <a:off x="6572199" y="1177876"/>
            <a:ext cx="2327102" cy="584775"/>
          </a:xfrm>
          <a:prstGeom prst="rect">
            <a:avLst/>
          </a:prstGeom>
          <a:noFill/>
        </p:spPr>
        <p:txBody>
          <a:bodyPr wrap="square" rtlCol="0">
            <a:spAutoFit/>
          </a:bodyPr>
          <a:lstStyle/>
          <a:p>
            <a:r>
              <a:rPr lang="en-GB" sz="1600" dirty="0"/>
              <a:t>If the die is tiled as a grid, </a:t>
            </a:r>
            <a:br>
              <a:rPr lang="en-GB" sz="1600" dirty="0"/>
            </a:br>
            <a:r>
              <a:rPr lang="en-GB" sz="1600" dirty="0"/>
              <a:t>then A will be denser.</a:t>
            </a:r>
            <a:endParaRPr lang="en-US" sz="1600" dirty="0"/>
          </a:p>
        </p:txBody>
      </p:sp>
      <p:sp>
        <p:nvSpPr>
          <p:cNvPr id="33" name="Rechthoek 32">
            <a:extLst>
              <a:ext uri="{FF2B5EF4-FFF2-40B4-BE49-F238E27FC236}">
                <a16:creationId xmlns:a16="http://schemas.microsoft.com/office/drawing/2014/main" id="{17E52980-7982-9EDF-A007-D310D6E7EB02}"/>
              </a:ext>
            </a:extLst>
          </p:cNvPr>
          <p:cNvSpPr/>
          <p:nvPr/>
        </p:nvSpPr>
        <p:spPr>
          <a:xfrm>
            <a:off x="1340602" y="153703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hthoek 33">
            <a:extLst>
              <a:ext uri="{FF2B5EF4-FFF2-40B4-BE49-F238E27FC236}">
                <a16:creationId xmlns:a16="http://schemas.microsoft.com/office/drawing/2014/main" id="{DECE462C-92E4-FD3F-5BDB-488FA2858E33}"/>
              </a:ext>
            </a:extLst>
          </p:cNvPr>
          <p:cNvSpPr/>
          <p:nvPr/>
        </p:nvSpPr>
        <p:spPr>
          <a:xfrm>
            <a:off x="1991556" y="153703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hthoek 34">
            <a:extLst>
              <a:ext uri="{FF2B5EF4-FFF2-40B4-BE49-F238E27FC236}">
                <a16:creationId xmlns:a16="http://schemas.microsoft.com/office/drawing/2014/main" id="{785C5BF1-08B6-7AFC-4B78-BFCED3C44B24}"/>
              </a:ext>
            </a:extLst>
          </p:cNvPr>
          <p:cNvSpPr/>
          <p:nvPr/>
        </p:nvSpPr>
        <p:spPr>
          <a:xfrm>
            <a:off x="2642510" y="153703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hthoek 35">
            <a:extLst>
              <a:ext uri="{FF2B5EF4-FFF2-40B4-BE49-F238E27FC236}">
                <a16:creationId xmlns:a16="http://schemas.microsoft.com/office/drawing/2014/main" id="{9EBCDE95-7DB0-043E-FDAB-726A5208D616}"/>
              </a:ext>
            </a:extLst>
          </p:cNvPr>
          <p:cNvSpPr/>
          <p:nvPr/>
        </p:nvSpPr>
        <p:spPr>
          <a:xfrm rot="5400000">
            <a:off x="1666079" y="677171"/>
            <a:ext cx="650954" cy="2603816"/>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hthoek 36">
            <a:extLst>
              <a:ext uri="{FF2B5EF4-FFF2-40B4-BE49-F238E27FC236}">
                <a16:creationId xmlns:a16="http://schemas.microsoft.com/office/drawing/2014/main" id="{B442EA44-2B00-33B5-A545-FDC8BA480DD9}"/>
              </a:ext>
            </a:extLst>
          </p:cNvPr>
          <p:cNvSpPr/>
          <p:nvPr/>
        </p:nvSpPr>
        <p:spPr>
          <a:xfrm rot="5400000">
            <a:off x="1666079" y="1328124"/>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hthoek 37">
            <a:extLst>
              <a:ext uri="{FF2B5EF4-FFF2-40B4-BE49-F238E27FC236}">
                <a16:creationId xmlns:a16="http://schemas.microsoft.com/office/drawing/2014/main" id="{51EC0BCE-394F-534D-B6F4-6255DB6D1BD1}"/>
              </a:ext>
            </a:extLst>
          </p:cNvPr>
          <p:cNvSpPr/>
          <p:nvPr/>
        </p:nvSpPr>
        <p:spPr>
          <a:xfrm rot="5400000">
            <a:off x="1666079" y="1979078"/>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hthoek 38">
            <a:extLst>
              <a:ext uri="{FF2B5EF4-FFF2-40B4-BE49-F238E27FC236}">
                <a16:creationId xmlns:a16="http://schemas.microsoft.com/office/drawing/2014/main" id="{D3B08553-9421-69A9-FE38-88AD971DC2A7}"/>
              </a:ext>
            </a:extLst>
          </p:cNvPr>
          <p:cNvSpPr/>
          <p:nvPr/>
        </p:nvSpPr>
        <p:spPr>
          <a:xfrm rot="5400000">
            <a:off x="1666079" y="2630032"/>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 name="Afbeelding 45">
            <a:extLst>
              <a:ext uri="{FF2B5EF4-FFF2-40B4-BE49-F238E27FC236}">
                <a16:creationId xmlns:a16="http://schemas.microsoft.com/office/drawing/2014/main" id="{1B406BB6-CDE0-2B81-B086-FD2906EDD52B}"/>
              </a:ext>
            </a:extLst>
          </p:cNvPr>
          <p:cNvPicPr>
            <a:picLocks noChangeAspect="1"/>
          </p:cNvPicPr>
          <p:nvPr/>
        </p:nvPicPr>
        <p:blipFill>
          <a:blip r:embed="rId6">
            <a:extLst>
              <a:ext uri="{28A0092B-C50C-407E-A947-70E740481C1C}">
                <a14:useLocalDpi xmlns:a14="http://schemas.microsoft.com/office/drawing/2010/main" val="0"/>
              </a:ext>
            </a:extLst>
          </a:blip>
          <a:srcRect l="12152" t="13487" r="35570" b="7356"/>
          <a:stretch>
            <a:fillRect/>
          </a:stretch>
        </p:blipFill>
        <p:spPr>
          <a:xfrm>
            <a:off x="6311701" y="1944109"/>
            <a:ext cx="2587600" cy="2469045"/>
          </a:xfrm>
          <a:prstGeom prst="rect">
            <a:avLst/>
          </a:prstGeom>
        </p:spPr>
      </p:pic>
      <p:pic>
        <p:nvPicPr>
          <p:cNvPr id="47" name="Graphic 46" descr="Wipwap met effen opvulling">
            <a:extLst>
              <a:ext uri="{FF2B5EF4-FFF2-40B4-BE49-F238E27FC236}">
                <a16:creationId xmlns:a16="http://schemas.microsoft.com/office/drawing/2014/main" id="{AED86D63-A02E-D21C-F4E6-A4A482A5B56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84901" y="87028"/>
            <a:ext cx="914400" cy="914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31" grpId="0"/>
      <p:bldP spid="32" grpId="0"/>
      <p:bldP spid="33" grpId="0" animBg="1"/>
      <p:bldP spid="34" grpId="0" animBg="1"/>
      <p:bldP spid="35" grpId="0" animBg="1"/>
      <p:bldP spid="36" grpId="0" animBg="1"/>
      <p:bldP spid="37" grpId="0" animBg="1"/>
      <p:bldP spid="38" grpId="0" animBg="1"/>
      <p:bldP spid="39" grpId="0" animBg="1"/>
    </p:bldLst>
  </p:timing>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8" y="475488"/>
            <a:ext cx="7918704" cy="548640"/>
          </a:xfrm>
        </p:spPr>
        <p:txBody>
          <a:bodyPr/>
          <a:lstStyle/>
          <a:p>
            <a:r>
              <a:rPr sz="2600" b="1" dirty="0">
                <a:solidFill>
                  <a:srgbClr val="FFFFFF"/>
                </a:solidFill>
                <a:latin typeface="Calibri"/>
              </a:rPr>
              <a:t>2</a:t>
            </a:r>
            <a:r>
              <a:rPr lang="en-GB" sz="2600" b="1" dirty="0">
                <a:solidFill>
                  <a:srgbClr val="FFFFFF"/>
                </a:solidFill>
                <a:latin typeface="Calibri"/>
              </a:rPr>
              <a:t>. </a:t>
            </a:r>
            <a:r>
              <a:rPr sz="2600" b="1" dirty="0">
                <a:solidFill>
                  <a:srgbClr val="FFFFFF"/>
                </a:solidFill>
                <a:latin typeface="Calibri"/>
              </a:rPr>
              <a:t>Classical numerical approach</a:t>
            </a:r>
            <a:r>
              <a:rPr lang="en-GB" sz="2600" b="1" dirty="0">
                <a:solidFill>
                  <a:srgbClr val="FFFFFF"/>
                </a:solidFill>
                <a:latin typeface="Calibri"/>
              </a:rPr>
              <a:t>es</a:t>
            </a:r>
            <a:endParaRPr sz="2600" b="1" dirty="0">
              <a:solidFill>
                <a:srgbClr val="FFFFFF"/>
              </a:solidFill>
              <a:latin typeface="Calibri"/>
            </a:endParaRPr>
          </a:p>
        </p:txBody>
      </p:sp>
      <p:sp>
        <p:nvSpPr>
          <p:cNvPr id="4" name="Tijdelijke aanduiding voor dianummer 3"/>
          <p:cNvSpPr>
            <a:spLocks noGrp="1"/>
          </p:cNvSpPr>
          <p:nvPr>
            <p:ph type="sldNum" sz="quarter" idx="11"/>
          </p:nvPr>
        </p:nvSpPr>
        <p:spPr/>
        <p:txBody>
          <a:bodyPr/>
          <a:lstStyle/>
          <a:p>
            <a:fld id="{B7CEC10D-CD46-426F-915E-6C78530279CB}" type="slidenum">
              <a:rPr lang="en-US" smtClean="0"/>
              <a:pPr/>
              <a:t>8</a:t>
            </a:fld>
            <a:endParaRPr lang="en-US"/>
          </a:p>
        </p:txBody>
      </p:sp>
      <p:sp>
        <p:nvSpPr>
          <p:cNvPr id="6" name="Oval 5"/>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A</a:t>
            </a:r>
            <a:endParaRPr sz="1400" b="1" dirty="0">
              <a:solidFill>
                <a:srgbClr val="101073"/>
              </a:solidFill>
              <a:latin typeface="Calibri"/>
            </a:endParaRPr>
          </a:p>
        </p:txBody>
      </p:sp>
      <p:sp>
        <p:nvSpPr>
          <p:cNvPr id="7" name="TextBox 6"/>
          <p:cNvSpPr txBox="1"/>
          <p:nvPr/>
        </p:nvSpPr>
        <p:spPr>
          <a:xfrm>
            <a:off x="1252080" y="1749472"/>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a:solidFill>
                  <a:srgbClr val="FFFFFF"/>
                </a:solidFill>
                <a:latin typeface="Calibri"/>
              </a:rPr>
              <a:t>Jacobi method</a:t>
            </a:r>
            <a:endParaRPr sz="1400" b="0" i="0" dirty="0">
              <a:solidFill>
                <a:srgbClr val="C9CDE8"/>
              </a:solidFill>
              <a:latin typeface="Calibri"/>
            </a:endParaRPr>
          </a:p>
        </p:txBody>
      </p:sp>
      <p:sp>
        <p:nvSpPr>
          <p:cNvPr id="8" name="Oval 7"/>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B</a:t>
            </a:r>
            <a:endParaRPr sz="1400" b="1" dirty="0">
              <a:solidFill>
                <a:srgbClr val="101073"/>
              </a:solidFill>
              <a:latin typeface="Calibri"/>
            </a:endParaRPr>
          </a:p>
        </p:txBody>
      </p:sp>
      <p:sp>
        <p:nvSpPr>
          <p:cNvPr id="9" name="TextBox 8"/>
          <p:cNvSpPr txBox="1"/>
          <p:nvPr/>
        </p:nvSpPr>
        <p:spPr>
          <a:xfrm>
            <a:off x="1252080" y="2462704"/>
            <a:ext cx="6949440" cy="246221"/>
          </a:xfrm>
          <a:prstGeom prst="rect">
            <a:avLst/>
          </a:prstGeom>
          <a:noFill/>
        </p:spPr>
        <p:txBody>
          <a:bodyPr wrap="square" lIns="0" tIns="0" rIns="0" bIns="0" anchor="ctr">
            <a:spAutoFit/>
          </a:bodyPr>
          <a:lstStyle/>
          <a:p>
            <a:pPr algn="l">
              <a:spcBef>
                <a:spcPts val="0"/>
              </a:spcBef>
              <a:spcAft>
                <a:spcPts val="600"/>
              </a:spcAft>
            </a:pPr>
            <a:r>
              <a:rPr sz="1600" b="1" i="0" dirty="0">
                <a:solidFill>
                  <a:srgbClr val="FFFFFF"/>
                </a:solidFill>
                <a:latin typeface="Calibri"/>
              </a:rPr>
              <a:t>Gauss–Seidel</a:t>
            </a:r>
            <a:r>
              <a:rPr lang="en-GB" sz="1600" b="1" i="0" dirty="0">
                <a:solidFill>
                  <a:srgbClr val="FFFFFF"/>
                </a:solidFill>
                <a:latin typeface="Calibri"/>
              </a:rPr>
              <a:t> method</a:t>
            </a:r>
            <a:endParaRPr sz="1400" b="0" i="0" dirty="0">
              <a:solidFill>
                <a:srgbClr val="C9CDE8"/>
              </a:solidFill>
              <a:latin typeface="Calibri"/>
            </a:endParaRPr>
          </a:p>
        </p:txBody>
      </p:sp>
      <p:sp>
        <p:nvSpPr>
          <p:cNvPr id="10" name="Oval 9"/>
          <p:cNvSpPr/>
          <p:nvPr/>
        </p:nvSpPr>
        <p:spPr>
          <a:xfrm>
            <a:off x="612000" y="3065875"/>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C</a:t>
            </a:r>
            <a:endParaRPr sz="1400" b="1" dirty="0">
              <a:solidFill>
                <a:srgbClr val="101073"/>
              </a:solidFill>
              <a:latin typeface="Calibri"/>
            </a:endParaRPr>
          </a:p>
        </p:txBody>
      </p:sp>
      <p:sp>
        <p:nvSpPr>
          <p:cNvPr id="11" name="TextBox 10"/>
          <p:cNvSpPr txBox="1"/>
          <p:nvPr/>
        </p:nvSpPr>
        <p:spPr>
          <a:xfrm>
            <a:off x="1252080" y="3175936"/>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a:solidFill>
                  <a:srgbClr val="FFFFFF"/>
                </a:solidFill>
                <a:latin typeface="Calibri"/>
              </a:rPr>
              <a:t>C</a:t>
            </a:r>
            <a:r>
              <a:rPr sz="1600" b="1" i="0" dirty="0" err="1">
                <a:solidFill>
                  <a:srgbClr val="FFFFFF"/>
                </a:solidFill>
                <a:latin typeface="Calibri"/>
              </a:rPr>
              <a:t>onjugate</a:t>
            </a:r>
            <a:r>
              <a:rPr sz="1600" b="1" i="0" dirty="0">
                <a:solidFill>
                  <a:srgbClr val="FFFFFF"/>
                </a:solidFill>
                <a:latin typeface="Calibri"/>
              </a:rPr>
              <a:t> gradient</a:t>
            </a:r>
            <a:r>
              <a:rPr lang="en-GB" sz="1600" b="1" i="0" dirty="0">
                <a:solidFill>
                  <a:srgbClr val="FFFFFF"/>
                </a:solidFill>
                <a:latin typeface="Calibri"/>
              </a:rPr>
              <a:t> method</a:t>
            </a:r>
            <a:endParaRPr sz="1400" b="0" i="0" dirty="0">
              <a:solidFill>
                <a:srgbClr val="C9CDE8"/>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dirty="0">
                <a:latin typeface="Calibri"/>
              </a:rPr>
              <a:t>Jacobi method</a:t>
            </a:r>
            <a:endParaRPr sz="2600" b="1" dirty="0">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AB34F4C4-04AA-83F7-FF9F-6752F26C3CC5}"/>
                  </a:ext>
                </a:extLst>
              </p:cNvPr>
              <p:cNvSpPr>
                <a:spLocks noGrp="1"/>
              </p:cNvSpPr>
              <p:nvPr>
                <p:ph idx="1"/>
              </p:nvPr>
            </p:nvSpPr>
            <p:spPr/>
            <p:txBody>
              <a:bodyPr/>
              <a:lstStyle/>
              <a:p>
                <a:r>
                  <a:rPr lang="en-GB" dirty="0"/>
                  <a:t>First, </a:t>
                </a:r>
                <a14:m>
                  <m:oMath xmlns:m="http://schemas.openxmlformats.org/officeDocument/2006/math">
                    <m:r>
                      <a:rPr lang="en-GB" b="0" i="1" smtClean="0">
                        <a:latin typeface="Cambria Math" panose="02040503050406030204" pitchFamily="18" charset="0"/>
                      </a:rPr>
                      <m:t>𝑨</m:t>
                    </m:r>
                  </m:oMath>
                </a14:m>
                <a:r>
                  <a:rPr lang="en-GB" dirty="0"/>
                  <a:t> is split into diagonal and strictly triangular terms: </a:t>
                </a:r>
                <a14:m>
                  <m:oMath xmlns:m="http://schemas.openxmlformats.org/officeDocument/2006/math">
                    <m:r>
                      <a:rPr lang="en-GB" b="0" i="1" smtClean="0">
                        <a:latin typeface="Cambria Math" panose="02040503050406030204" pitchFamily="18" charset="0"/>
                      </a:rPr>
                      <m:t>𝑨</m:t>
                    </m:r>
                    <m:r>
                      <a:rPr lang="en-GB" b="0" i="1" smtClean="0">
                        <a:latin typeface="Cambria Math" panose="02040503050406030204" pitchFamily="18" charset="0"/>
                      </a:rPr>
                      <m:t>=</m:t>
                    </m:r>
                    <m:r>
                      <a:rPr lang="en-GB" b="0" i="1" smtClean="0">
                        <a:latin typeface="Cambria Math" panose="02040503050406030204" pitchFamily="18" charset="0"/>
                      </a:rPr>
                      <m:t>𝑫</m:t>
                    </m:r>
                    <m:r>
                      <a:rPr lang="en-GB" b="0" i="1" smtClean="0">
                        <a:latin typeface="Cambria Math" panose="02040503050406030204" pitchFamily="18" charset="0"/>
                      </a:rPr>
                      <m:t>+</m:t>
                    </m:r>
                    <m:r>
                      <a:rPr lang="en-GB" b="0" i="1" smtClean="0">
                        <a:latin typeface="Cambria Math" panose="02040503050406030204" pitchFamily="18" charset="0"/>
                      </a:rPr>
                      <m:t>𝑳</m:t>
                    </m:r>
                    <m:r>
                      <a:rPr lang="en-GB" b="0" i="1" smtClean="0">
                        <a:latin typeface="Cambria Math" panose="02040503050406030204" pitchFamily="18" charset="0"/>
                      </a:rPr>
                      <m:t>+</m:t>
                    </m:r>
                    <m:r>
                      <a:rPr lang="en-GB" b="0" i="1" smtClean="0">
                        <a:latin typeface="Cambria Math" panose="02040503050406030204" pitchFamily="18" charset="0"/>
                      </a:rPr>
                      <m:t>𝑼</m:t>
                    </m:r>
                  </m:oMath>
                </a14:m>
                <a:r>
                  <a:rPr lang="en-GB" b="0" dirty="0"/>
                  <a:t>. Then:</a:t>
                </a:r>
              </a:p>
              <a:p>
                <a14:m>
                  <m:oMathPara xmlns:m="http://schemas.openxmlformats.org/officeDocument/2006/math">
                    <m:oMath>
                      <m:r>
                        <a:rPr lang="en-US" i="1">
                          <a:latin typeface="Cambria Math" panose="02040503050406030204" pitchFamily="18" charset="0"/>
                        </a:rPr>
                        <m:t>𝑨𝒙</m:t>
                      </m:r>
                      <m:r>
                        <m:rPr>
                          <m:aln/>
                        </m:rPr>
                        <a:rPr lang="en-US" i="1">
                          <a:latin typeface="Cambria Math" panose="02040503050406030204" pitchFamily="18" charset="0"/>
                        </a:rPr>
                        <m:t>=</m:t>
                      </m:r>
                      <m:r>
                        <a:rPr lang="en-US" i="1">
                          <a:latin typeface="Cambria Math" panose="02040503050406030204" pitchFamily="18" charset="0"/>
                        </a:rPr>
                        <m:t>𝒃</m:t>
                      </m:r>
                    </m:oMath>
                    <m:oMath>
                      <m:d>
                        <m:dPr>
                          <m:ctrlPr>
                            <a:rPr lang="en-US" i="1">
                              <a:latin typeface="Cambria Math" panose="02040503050406030204" pitchFamily="18" charset="0"/>
                            </a:rPr>
                          </m:ctrlPr>
                        </m:dPr>
                        <m:e>
                          <m:r>
                            <a:rPr lang="en-US" i="1">
                              <a:latin typeface="Cambria Math" panose="02040503050406030204" pitchFamily="18" charset="0"/>
                            </a:rPr>
                            <m:t>𝑫</m:t>
                          </m:r>
                          <m:r>
                            <a:rPr lang="en-US" i="1">
                              <a:latin typeface="Cambria Math" panose="02040503050406030204" pitchFamily="18" charset="0"/>
                            </a:rPr>
                            <m:t>+</m:t>
                          </m:r>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r>
                        <m:rPr>
                          <m:aln/>
                        </m:rPr>
                        <a:rPr lang="en-US" i="1">
                          <a:latin typeface="Cambria Math" panose="02040503050406030204" pitchFamily="18" charset="0"/>
                        </a:rPr>
                        <m:t>=</m:t>
                      </m:r>
                      <m:r>
                        <a:rPr lang="en-US" i="1">
                          <a:latin typeface="Cambria Math" panose="02040503050406030204" pitchFamily="18" charset="0"/>
                        </a:rPr>
                        <m:t>𝒃</m:t>
                      </m:r>
                    </m:oMath>
                    <m:oMath>
                      <m:r>
                        <a:rPr lang="en-US" i="1">
                          <a:latin typeface="Cambria Math" panose="02040503050406030204" pitchFamily="18" charset="0"/>
                        </a:rPr>
                        <m:t>𝑫𝒙</m:t>
                      </m:r>
                      <m:r>
                        <m:rPr>
                          <m:aln/>
                        </m:rPr>
                        <a:rPr lang="en-US" i="1">
                          <a:latin typeface="Cambria Math" panose="02040503050406030204" pitchFamily="18" charset="0"/>
                        </a:rPr>
                        <m:t>=</m:t>
                      </m:r>
                      <m:r>
                        <a:rPr lang="en-US" i="1">
                          <a:latin typeface="Cambria Math" panose="02040503050406030204" pitchFamily="18" charset="0"/>
                        </a:rPr>
                        <m:t>𝒃</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oMath>
                    <m:oMath>
                      <m:r>
                        <a:rPr lang="en-US" i="1">
                          <a:latin typeface="Cambria Math" panose="02040503050406030204" pitchFamily="18" charset="0"/>
                        </a:rPr>
                        <m:t>𝒙</m:t>
                      </m:r>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𝑫</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𝒃</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e>
                      </m:d>
                    </m:oMath>
                  </m:oMathPara>
                </a14:m>
                <a:endParaRPr lang="en-US" dirty="0"/>
              </a:p>
              <a:p>
                <a:r>
                  <a:rPr lang="en-US" dirty="0"/>
                  <a:t>This can be discretized to form an iterative update:</a:t>
                </a:r>
              </a:p>
              <a:p>
                <a14:m>
                  <m:oMathPara xmlns:m="http://schemas.openxmlformats.org/officeDocument/2006/math">
                    <m:o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𝑫</m:t>
                          </m:r>
                        </m:e>
                        <m:sup>
                          <m:r>
                            <a:rPr lang="en-GB" b="0" i="1" smtClean="0">
                              <a:latin typeface="Cambria Math" panose="02040503050406030204" pitchFamily="18" charset="0"/>
                            </a:rPr>
                            <m:t>−1</m:t>
                          </m:r>
                        </m:sup>
                      </m:sSup>
                      <m:r>
                        <a:rPr lang="en-GB" b="0" i="1" smtClean="0">
                          <a:latin typeface="Cambria Math" panose="02040503050406030204" pitchFamily="18" charset="0"/>
                        </a:rPr>
                        <m:t>(</m:t>
                      </m:r>
                      <m:r>
                        <a:rPr lang="en-GB" b="0" i="1" smtClean="0">
                          <a:latin typeface="Cambria Math" panose="02040503050406030204" pitchFamily="18" charset="0"/>
                        </a:rPr>
                        <m:t>𝒃</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𝑳</m:t>
                          </m:r>
                          <m:r>
                            <a:rPr lang="en-GB" b="0" i="1" smtClean="0">
                              <a:latin typeface="Cambria Math" panose="02040503050406030204" pitchFamily="18" charset="0"/>
                            </a:rPr>
                            <m:t>+</m:t>
                          </m:r>
                          <m:r>
                            <a:rPr lang="en-GB" b="0" i="1" smtClean="0">
                              <a:latin typeface="Cambria Math" panose="02040503050406030204" pitchFamily="18" charset="0"/>
                            </a:rPr>
                            <m:t>𝑼</m:t>
                          </m:r>
                        </m:e>
                      </m:d>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m:t>
                          </m:r>
                        </m:sup>
                      </m:sSup>
                      <m:r>
                        <a:rPr lang="en-GB" b="0" i="1" smtClean="0">
                          <a:latin typeface="Cambria Math" panose="02040503050406030204" pitchFamily="18" charset="0"/>
                        </a:rPr>
                        <m:t>)</m:t>
                      </m:r>
                    </m:oMath>
                  </m:oMathPara>
                </a14:m>
                <a:endParaRPr lang="en-US" dirty="0"/>
              </a:p>
              <a:p>
                <a:endParaRPr lang="en-US" dirty="0"/>
              </a:p>
              <a:p>
                <a:r>
                  <a:rPr lang="en-US" dirty="0"/>
                  <a:t>In standard Jacobi iteration, you would update per equation, keeping all other equations fixed;</a:t>
                </a:r>
              </a:p>
              <a:p>
                <a14:m>
                  <m:oMathPara xmlns:m="http://schemas.openxmlformats.org/officeDocument/2006/math">
                    <m:o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𝑖</m:t>
                          </m:r>
                        </m:sub>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bSup>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𝑖𝑖</m:t>
                              </m:r>
                            </m:sub>
                          </m:sSub>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𝑗</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𝑖</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𝑖𝑗</m:t>
                                  </m:r>
                                </m:sub>
                              </m:sSub>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𝑗</m:t>
                                  </m:r>
                                </m:sub>
                                <m:sup>
                                  <m:d>
                                    <m:dPr>
                                      <m:ctrlPr>
                                        <a:rPr lang="en-GB" b="0" i="1" smtClean="0">
                                          <a:latin typeface="Cambria Math" panose="02040503050406030204" pitchFamily="18" charset="0"/>
                                        </a:rPr>
                                      </m:ctrlPr>
                                    </m:dPr>
                                    <m:e>
                                      <m:r>
                                        <a:rPr lang="en-GB" b="0" i="1" smtClean="0">
                                          <a:latin typeface="Cambria Math" panose="02040503050406030204" pitchFamily="18" charset="0"/>
                                        </a:rPr>
                                        <m:t>𝑡</m:t>
                                      </m:r>
                                    </m:e>
                                  </m:d>
                                </m:sup>
                              </m:sSubSup>
                            </m:e>
                          </m:nary>
                        </m:e>
                      </m:d>
                    </m:oMath>
                  </m:oMathPara>
                </a14:m>
                <a:endParaRPr lang="en-US" dirty="0"/>
              </a:p>
            </p:txBody>
          </p:sp>
        </mc:Choice>
        <mc:Fallback xmlns="">
          <p:sp>
            <p:nvSpPr>
              <p:cNvPr id="3" name="Tijdelijke aanduiding voor inhoud 2">
                <a:extLst>
                  <a:ext uri="{FF2B5EF4-FFF2-40B4-BE49-F238E27FC236}">
                    <a16:creationId xmlns:a16="http://schemas.microsoft.com/office/drawing/2014/main" id="{AB34F4C4-04AA-83F7-FF9F-6752F26C3CC5}"/>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CC87C-EB56-66FF-370A-9CF0C3AA2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BF6158-C3C3-6241-32F3-C591B515584F}"/>
              </a:ext>
            </a:extLst>
          </p:cNvPr>
          <p:cNvSpPr>
            <a:spLocks noGrp="1"/>
          </p:cNvSpPr>
          <p:nvPr>
            <p:ph type="title"/>
          </p:nvPr>
        </p:nvSpPr>
        <p:spPr/>
        <p:txBody>
          <a:bodyPr/>
          <a:lstStyle/>
          <a:p>
            <a:r>
              <a:rPr lang="en-GB" sz="2600" b="1" dirty="0">
                <a:latin typeface="Calibri"/>
              </a:rPr>
              <a:t>Jacobi method</a:t>
            </a:r>
            <a:endParaRPr sz="2600" b="1" dirty="0">
              <a:latin typeface="Calibri"/>
            </a:endParaRPr>
          </a:p>
        </p:txBody>
      </p:sp>
      <p:pic>
        <p:nvPicPr>
          <p:cNvPr id="4" name="jacobi-sweep">
            <a:hlinkClick r:id="" action="ppaction://media"/>
            <a:extLst>
              <a:ext uri="{FF2B5EF4-FFF2-40B4-BE49-F238E27FC236}">
                <a16:creationId xmlns:a16="http://schemas.microsoft.com/office/drawing/2014/main" id="{C901A669-050F-0656-92FE-89F9DEBB33A9}"/>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rcRect l="3377" r="7575" b="9223"/>
          <a:stretch>
            <a:fillRect/>
          </a:stretch>
        </p:blipFill>
        <p:spPr>
          <a:xfrm>
            <a:off x="262890" y="1454058"/>
            <a:ext cx="8618220" cy="2804160"/>
          </a:xfrm>
        </p:spPr>
      </p:pic>
      <p:sp>
        <p:nvSpPr>
          <p:cNvPr id="6" name="Tijdelijke aanduiding voor dianummer 5">
            <a:extLst>
              <a:ext uri="{FF2B5EF4-FFF2-40B4-BE49-F238E27FC236}">
                <a16:creationId xmlns:a16="http://schemas.microsoft.com/office/drawing/2014/main" id="{9FCB16B3-0018-7847-52BD-50969C47E98C}"/>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10</a:t>
            </a:fld>
            <a:endParaRPr lang="en-US"/>
          </a:p>
        </p:txBody>
      </p:sp>
    </p:spTree>
    <p:extLst>
      <p:ext uri="{BB962C8B-B14F-4D97-AF65-F5344CB8AC3E}">
        <p14:creationId xmlns:p14="http://schemas.microsoft.com/office/powerpoint/2010/main" val="4065210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DE8F9-6F68-3EEB-0943-528C2F565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48FBA4-B6AC-AFA4-7AE5-EC7FBC8473B7}"/>
              </a:ext>
            </a:extLst>
          </p:cNvPr>
          <p:cNvSpPr>
            <a:spLocks noGrp="1"/>
          </p:cNvSpPr>
          <p:nvPr>
            <p:ph type="title"/>
          </p:nvPr>
        </p:nvSpPr>
        <p:spPr/>
        <p:txBody>
          <a:bodyPr/>
          <a:lstStyle/>
          <a:p>
            <a:r>
              <a:rPr lang="en-GB" sz="2600" b="1" dirty="0">
                <a:latin typeface="Calibri"/>
              </a:rPr>
              <a:t>Gauss-Seidel method</a:t>
            </a:r>
            <a:endParaRPr sz="2600" b="1" dirty="0">
              <a:latin typeface="Calibri"/>
            </a:endParaRPr>
          </a:p>
        </p:txBody>
      </p:sp>
      <mc:AlternateContent xmlns:mc="http://schemas.openxmlformats.org/markup-compatibility/2006">
        <mc:Choice xmlns:a14="http://schemas.microsoft.com/office/drawing/2010/main" Requires="a14">
          <p:sp>
            <p:nvSpPr>
              <p:cNvPr id="3" name="Tijdelijke aanduiding voor inhoud 2">
                <a:extLst>
                  <a:ext uri="{FF2B5EF4-FFF2-40B4-BE49-F238E27FC236}">
                    <a16:creationId xmlns:a16="http://schemas.microsoft.com/office/drawing/2014/main" id="{7A34600D-FF2F-84CA-42A2-88972CA1D819}"/>
                  </a:ext>
                </a:extLst>
              </p:cNvPr>
              <p:cNvSpPr>
                <a:spLocks noGrp="1"/>
              </p:cNvSpPr>
              <p:nvPr>
                <p:ph idx="1"/>
              </p:nvPr>
            </p:nvSpPr>
            <p:spPr/>
            <p:txBody>
              <a:bodyPr/>
              <a:lstStyle/>
              <a:p>
                <a:r>
                  <a:rPr lang="en-GB" dirty="0"/>
                  <a:t>Gauss-Seidel is essentially the same but now you use the already computed values.</a:t>
                </a:r>
              </a:p>
              <a:p>
                <a14:m>
                  <m:oMathPara xmlns:m="http://schemas.openxmlformats.org/officeDocument/2006/math">
                    <m:o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0" smtClean="0">
                              <a:latin typeface="Cambria Math" panose="02040503050406030204" pitchFamily="18" charset="0"/>
                            </a:rPr>
                          </m:ctrlPr>
                        </m:sSupPr>
                        <m:e>
                          <m:d>
                            <m:dPr>
                              <m:ctrlPr>
                                <a:rPr lang="en-GB" b="0" i="0" smtClean="0">
                                  <a:latin typeface="Cambria Math" panose="02040503050406030204" pitchFamily="18" charset="0"/>
                                </a:rPr>
                              </m:ctrlPr>
                            </m:dPr>
                            <m:e>
                              <m:r>
                                <m:rPr>
                                  <m:sty m:val="p"/>
                                </m:rPr>
                                <a:rPr lang="en-GB" b="0" i="0" smtClean="0">
                                  <a:latin typeface="Cambria Math" panose="02040503050406030204" pitchFamily="18" charset="0"/>
                                </a:rPr>
                                <m:t>𝑫</m:t>
                              </m:r>
                              <m:r>
                                <a:rPr lang="en-GB" b="0" i="0" smtClean="0">
                                  <a:latin typeface="Cambria Math" panose="02040503050406030204" pitchFamily="18" charset="0"/>
                                </a:rPr>
                                <m:t>+</m:t>
                              </m:r>
                              <m:r>
                                <m:rPr>
                                  <m:sty m:val="p"/>
                                </m:rPr>
                                <a:rPr lang="en-GB" b="0" i="0" smtClean="0">
                                  <a:latin typeface="Cambria Math" panose="02040503050406030204" pitchFamily="18" charset="0"/>
                                </a:rPr>
                                <m:t>𝑳</m:t>
                              </m:r>
                            </m:e>
                          </m:d>
                        </m:e>
                        <m:sup>
                          <m:r>
                            <a:rPr lang="en-GB" b="0" i="0" smtClean="0">
                              <a:latin typeface="Cambria Math" panose="02040503050406030204" pitchFamily="18" charset="0"/>
                            </a:rPr>
                            <m:t>−1</m:t>
                          </m:r>
                        </m:sup>
                      </m:sSup>
                      <m:r>
                        <a:rPr lang="en-GB" b="0" i="0" smtClean="0">
                          <a:latin typeface="Cambria Math" panose="02040503050406030204" pitchFamily="18" charset="0"/>
                        </a:rPr>
                        <m:t>(</m:t>
                      </m:r>
                      <m:r>
                        <m:rPr>
                          <m:sty m:val="p"/>
                        </m:rPr>
                        <a:rPr lang="en-GB" b="0" i="0" smtClean="0">
                          <a:latin typeface="Cambria Math" panose="02040503050406030204" pitchFamily="18" charset="0"/>
                        </a:rPr>
                        <m:t>𝒃</m:t>
                      </m:r>
                      <m:r>
                        <a:rPr lang="en-GB" b="0" i="0" smtClean="0">
                          <a:latin typeface="Cambria Math" panose="02040503050406030204" pitchFamily="18" charset="0"/>
                        </a:rPr>
                        <m:t>−</m:t>
                      </m:r>
                      <m:sSup>
                        <m:sSupPr>
                          <m:ctrlPr>
                            <a:rPr lang="en-GB" b="0" i="0" smtClean="0">
                              <a:latin typeface="Cambria Math" panose="02040503050406030204" pitchFamily="18" charset="0"/>
                            </a:rPr>
                          </m:ctrlPr>
                        </m:sSupPr>
                        <m:e>
                          <m:r>
                            <m:rPr>
                              <m:sty m:val="p"/>
                            </m:rPr>
                            <a:rPr lang="en-GB" b="0" i="0" smtClean="0">
                              <a:latin typeface="Cambria Math" panose="02040503050406030204" pitchFamily="18" charset="0"/>
                            </a:rPr>
                            <m:t>𝑼𝒙</m:t>
                          </m:r>
                        </m:e>
                        <m:sup>
                          <m:r>
                            <a:rPr lang="en-GB" b="0" i="0" smtClean="0">
                              <a:latin typeface="Cambria Math" panose="02040503050406030204" pitchFamily="18" charset="0"/>
                            </a:rPr>
                            <m:t>(</m:t>
                          </m:r>
                          <m:r>
                            <m:rPr>
                              <m:sty m:val="p"/>
                            </m:rPr>
                            <a:rPr lang="en-GB" b="0" i="0" smtClean="0">
                              <a:latin typeface="Cambria Math" panose="02040503050406030204" pitchFamily="18" charset="0"/>
                            </a:rPr>
                            <m:t>t</m:t>
                          </m:r>
                          <m:r>
                            <a:rPr lang="en-GB" b="0" i="0" smtClean="0">
                              <a:latin typeface="Cambria Math" panose="02040503050406030204" pitchFamily="18" charset="0"/>
                            </a:rPr>
                            <m:t>)</m:t>
                          </m:r>
                        </m:sup>
                      </m:sSup>
                      <m:r>
                        <a:rPr lang="en-GB" b="0" i="0" smtClean="0">
                          <a:latin typeface="Cambria Math" panose="02040503050406030204" pitchFamily="18" charset="0"/>
                        </a:rPr>
                        <m:t>)</m:t>
                      </m:r>
                    </m:oMath>
                  </m:oMathPara>
                </a14:m>
                <a:endParaRPr lang="en-US" dirty="0"/>
              </a:p>
            </p:txBody>
          </p:sp>
        </mc:Choice>
        <mc:Fallback>
          <p:sp>
            <p:nvSpPr>
              <p:cNvPr id="3" name="Tijdelijke aanduiding voor inhoud 2">
                <a:extLst>
                  <a:ext uri="{FF2B5EF4-FFF2-40B4-BE49-F238E27FC236}">
                    <a16:creationId xmlns:a16="http://schemas.microsoft.com/office/drawing/2014/main" id="{7A34600D-FF2F-84CA-42A2-88972CA1D819}"/>
                  </a:ext>
                </a:extLst>
              </p:cNvPr>
              <p:cNvSpPr>
                <a:spLocks noGrp="1" noRot="1" noChangeAspect="1" noMove="1" noResize="1" noEditPoints="1" noAdjustHandles="1" noChangeArrowheads="1" noChangeShapeType="1" noTextEdit="1"/>
              </p:cNvSpPr>
              <p:nvPr>
                <p:ph idx="1"/>
              </p:nvPr>
            </p:nvSpPr>
            <p:spPr>
              <a:blipFill>
                <a:blip r:embed="rId5"/>
                <a:stretch>
                  <a:fillRect l="-1538" t="-2026"/>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BB944586-20D7-49A8-F822-419053391186}"/>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11</a:t>
            </a:fld>
            <a:endParaRPr lang="en-US"/>
          </a:p>
        </p:txBody>
      </p:sp>
      <p:pic>
        <p:nvPicPr>
          <p:cNvPr id="4" name="Graphic 3" descr="Wipwap met effen opvulling">
            <a:extLst>
              <a:ext uri="{FF2B5EF4-FFF2-40B4-BE49-F238E27FC236}">
                <a16:creationId xmlns:a16="http://schemas.microsoft.com/office/drawing/2014/main" id="{C99955C5-ADD6-BCC2-E13E-F461B8F30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92836" y="0"/>
            <a:ext cx="914400" cy="914400"/>
          </a:xfrm>
          <a:prstGeom prst="rect">
            <a:avLst/>
          </a:prstGeom>
        </p:spPr>
      </p:pic>
      <p:pic>
        <p:nvPicPr>
          <p:cNvPr id="22" name="gauss-seidel-sweep">
            <a:hlinkClick r:id="" action="ppaction://media"/>
            <a:extLst>
              <a:ext uri="{FF2B5EF4-FFF2-40B4-BE49-F238E27FC236}">
                <a16:creationId xmlns:a16="http://schemas.microsoft.com/office/drawing/2014/main" id="{25F900F9-A7CD-2A36-FD9A-7A755BB8A291}"/>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2694" r="2627" b="8341"/>
          <a:stretch>
            <a:fillRect/>
          </a:stretch>
        </p:blipFill>
        <p:spPr>
          <a:xfrm>
            <a:off x="373380" y="1933485"/>
            <a:ext cx="8533856" cy="2636928"/>
          </a:xfrm>
          <a:prstGeom prst="rect">
            <a:avLst/>
          </a:prstGeom>
        </p:spPr>
      </p:pic>
    </p:spTree>
    <p:extLst>
      <p:ext uri="{BB962C8B-B14F-4D97-AF65-F5344CB8AC3E}">
        <p14:creationId xmlns:p14="http://schemas.microsoft.com/office/powerpoint/2010/main" val="69688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44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11" restart="whenNotActive" fill="hold" evtFilter="cancelBubble" nodeType="interactiveSeq">
                <p:stCondLst>
                  <p:cond evt="onClick" delay="0">
                    <p:tgtEl>
                      <p:spTgt spid="22"/>
                    </p:tgtEl>
                  </p:cond>
                </p:stCondLst>
                <p:endSync evt="end" delay="0">
                  <p:rtn val="all"/>
                </p:endSync>
                <p:childTnLst>
                  <p:par>
                    <p:cTn id="12" fill="hold">
                      <p:stCondLst>
                        <p:cond delay="0"/>
                      </p:stCondLst>
                      <p:childTnLst>
                        <p:par>
                          <p:cTn id="13" fill="hold">
                            <p:stCondLst>
                              <p:cond delay="0"/>
                            </p:stCondLst>
                            <p:childTnLst>
                              <p:par>
                                <p:cTn id="14" presetID="2" presetClass="mediacall" presetSubtype="0" fill="hold" nodeType="clickEffect">
                                  <p:stCondLst>
                                    <p:cond delay="0"/>
                                  </p:stCondLst>
                                  <p:childTnLst>
                                    <p:cmd type="call" cmd="togglePause">
                                      <p:cBhvr>
                                        <p:cTn id="15" dur="1" fill="hold"/>
                                        <p:tgtEl>
                                          <p:spTgt spid="22"/>
                                        </p:tgtEl>
                                      </p:cBhvr>
                                    </p:cmd>
                                  </p:childTnLst>
                                </p:cTn>
                              </p:par>
                            </p:childTnLst>
                          </p:cTn>
                        </p:par>
                      </p:childTnLst>
                    </p:cTn>
                  </p:par>
                </p:childTnLst>
              </p:cTn>
              <p:nextCondLst>
                <p:cond evt="onClick" delay="0">
                  <p:tgtEl>
                    <p:spTgt spid="22"/>
                  </p:tgtEl>
                </p:cond>
              </p:nextCondLst>
            </p:seq>
            <p:video>
              <p:cMediaNode vol="80000">
                <p:cTn id="16" fill="hold" display="0">
                  <p:stCondLst>
                    <p:cond delay="indefinite"/>
                  </p:stCondLst>
                </p:cTn>
                <p:tgtEl>
                  <p:spTgt spid="22"/>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dirty="0">
                <a:latin typeface="Calibri"/>
              </a:rPr>
              <a:t>Conjugate gradient method</a:t>
            </a:r>
            <a:endParaRPr sz="2600" b="1" dirty="0">
              <a:latin typeface="Calibri"/>
            </a:endParaRPr>
          </a:p>
        </p:txBody>
      </p:sp>
      <mc:AlternateContent xmlns:mc="http://schemas.openxmlformats.org/markup-compatibility/2006">
        <mc:Choice xmlns:a14="http://schemas.microsoft.com/office/drawing/2010/main" Requires="a14">
          <p:sp>
            <p:nvSpPr>
              <p:cNvPr id="3" name="Tijdelijke aanduiding voor inhoud 2">
                <a:extLst>
                  <a:ext uri="{FF2B5EF4-FFF2-40B4-BE49-F238E27FC236}">
                    <a16:creationId xmlns:a16="http://schemas.microsoft.com/office/drawing/2014/main" id="{2E202ECF-003B-64D8-7712-B7D4E0EB8AFC}"/>
                  </a:ext>
                </a:extLst>
              </p:cNvPr>
              <p:cNvSpPr>
                <a:spLocks noGrp="1"/>
              </p:cNvSpPr>
              <p:nvPr>
                <p:ph idx="1"/>
              </p:nvPr>
            </p:nvSpPr>
            <p:spPr/>
            <p:txBody>
              <a:bodyPr/>
              <a:lstStyle/>
              <a:p>
                <a:r>
                  <a:rPr lang="en-GB" dirty="0"/>
                  <a:t>Consider </a:t>
                </a:r>
                <a14:m>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𝑇</m:t>
                        </m:r>
                      </m:sup>
                    </m:sSup>
                    <m:r>
                      <a:rPr lang="en-GB" b="0" i="1" smtClean="0">
                        <a:latin typeface="Cambria Math" panose="02040503050406030204" pitchFamily="18" charset="0"/>
                      </a:rPr>
                      <m:t>𝑨𝒙</m:t>
                    </m:r>
                    <m:r>
                      <a:rPr lang="en-GB" b="0" i="1" smtClean="0">
                        <a:latin typeface="Cambria Math" panose="02040503050406030204" pitchFamily="18" charset="0"/>
                      </a:rPr>
                      <m:t>−2</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𝒃</m:t>
                        </m:r>
                      </m:e>
                      <m:sup>
                        <m:r>
                          <a:rPr lang="en-GB" b="0" i="1" smtClean="0">
                            <a:latin typeface="Cambria Math" panose="02040503050406030204" pitchFamily="18" charset="0"/>
                          </a:rPr>
                          <m:t>𝑇</m:t>
                        </m:r>
                      </m:sup>
                    </m:sSup>
                    <m:r>
                      <a:rPr lang="en-GB" b="0" i="1" smtClean="0">
                        <a:latin typeface="Cambria Math" panose="02040503050406030204" pitchFamily="18" charset="0"/>
                      </a:rPr>
                      <m:t>𝒙</m:t>
                    </m:r>
                  </m:oMath>
                </a14:m>
                <a:r>
                  <a:rPr lang="en-US" dirty="0"/>
                  <a:t>, which will be minimal when its derivative, </a:t>
                </a:r>
                <a14:m>
                  <m:oMath xmlns:m="http://schemas.openxmlformats.org/officeDocument/2006/math">
                    <m:r>
                      <a:rPr lang="en-GB" b="0" i="0" smtClean="0">
                        <a:latin typeface="Cambria Math" panose="02040503050406030204" pitchFamily="18" charset="0"/>
                      </a:rPr>
                      <m:t>2</m:t>
                    </m:r>
                    <m:r>
                      <a:rPr lang="en-GB" b="0" i="1" smtClean="0">
                        <a:latin typeface="Cambria Math" panose="02040503050406030204" pitchFamily="18" charset="0"/>
                      </a:rPr>
                      <m:t>𝑨𝒙</m:t>
                    </m:r>
                    <m:r>
                      <a:rPr lang="en-GB" b="0" i="1" smtClean="0">
                        <a:latin typeface="Cambria Math" panose="02040503050406030204" pitchFamily="18" charset="0"/>
                      </a:rPr>
                      <m:t>−2</m:t>
                    </m:r>
                    <m:r>
                      <a:rPr lang="en-GB" b="0" i="1" smtClean="0">
                        <a:latin typeface="Cambria Math" panose="02040503050406030204" pitchFamily="18" charset="0"/>
                      </a:rPr>
                      <m:t>𝒃</m:t>
                    </m:r>
                  </m:oMath>
                </a14:m>
                <a:r>
                  <a:rPr lang="en-US" dirty="0"/>
                  <a:t>, is 0.</a:t>
                </a:r>
              </a:p>
              <a:p>
                <a:endParaRPr lang="en-US" dirty="0"/>
              </a:p>
              <a:p>
                <a:r>
                  <a:rPr lang="en-US" dirty="0"/>
                  <a:t>The simplest minimization method is greedy line search:</a:t>
                </a:r>
              </a:p>
              <a:p>
                <a:pPr marL="342900" indent="-342900">
                  <a:buFont typeface="Arial" panose="020B0604020202020204" pitchFamily="34" charset="0"/>
                  <a:buChar char="•"/>
                </a:pPr>
                <a:r>
                  <a:rPr lang="en-US" dirty="0"/>
                  <a:t>Start with an initial point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oMath>
                </a14:m>
                <a:r>
                  <a:rPr lang="en-US" dirty="0"/>
                  <a:t> and initial residual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(0)</m:t>
                        </m:r>
                      </m:sup>
                    </m:sSup>
                    <m:r>
                      <a:rPr lang="en-GB" b="0" i="1" smtClean="0">
                        <a:latin typeface="Cambria Math" panose="02040503050406030204" pitchFamily="18" charset="0"/>
                      </a:rPr>
                      <m:t>=</m:t>
                    </m:r>
                    <m:r>
                      <a:rPr lang="en-GB" b="0" i="1" smtClean="0">
                        <a:latin typeface="Cambria Math" panose="02040503050406030204" pitchFamily="18" charset="0"/>
                      </a:rPr>
                      <m:t>𝒃</m:t>
                    </m:r>
                    <m:r>
                      <a:rPr lang="en-GB" b="0" i="1" smtClean="0">
                        <a:latin typeface="Cambria Math" panose="02040503050406030204" pitchFamily="18" charset="0"/>
                      </a:rPr>
                      <m:t>−</m:t>
                    </m:r>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d>
                          <m:dPr>
                            <m:ctrlPr>
                              <a:rPr lang="en-GB" b="0" i="1" smtClean="0">
                                <a:latin typeface="Cambria Math" panose="02040503050406030204" pitchFamily="18" charset="0"/>
                              </a:rPr>
                            </m:ctrlPr>
                          </m:dPr>
                          <m:e>
                            <m:r>
                              <a:rPr lang="en-GB" b="0" i="1" smtClean="0">
                                <a:latin typeface="Cambria Math" panose="02040503050406030204" pitchFamily="18" charset="0"/>
                              </a:rPr>
                              <m:t>0</m:t>
                            </m:r>
                          </m:e>
                        </m:d>
                      </m:sup>
                    </m:sSup>
                  </m:oMath>
                </a14:m>
                <a:r>
                  <a:rPr lang="en-US" dirty="0"/>
                  <a:t>.</a:t>
                </a:r>
              </a:p>
              <a:p>
                <a:pPr marL="342900" indent="-342900">
                  <a:buFont typeface="Arial" panose="020B0604020202020204" pitchFamily="34" charset="0"/>
                  <a:buChar char="•"/>
                </a:pPr>
                <a:r>
                  <a:rPr lang="en-US" dirty="0"/>
                  <a:t>Pick a direction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r>
                  <a:rPr lang="en-US" dirty="0"/>
                  <a:t> and compute step size: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0</m:t>
                            </m:r>
                          </m:sub>
                          <m:sup>
                            <m:r>
                              <a:rPr lang="en-GB" b="0" i="1" smtClean="0">
                                <a:latin typeface="Cambria Math" panose="02040503050406030204" pitchFamily="18" charset="0"/>
                              </a:rPr>
                              <m:t>𝑇</m:t>
                            </m:r>
                          </m:sup>
                        </m:sSubSup>
                        <m:d>
                          <m:dPr>
                            <m:ctrlPr>
                              <a:rPr lang="en-GB" b="0" i="1" smtClean="0">
                                <a:latin typeface="Cambria Math" panose="02040503050406030204" pitchFamily="18" charset="0"/>
                              </a:rPr>
                            </m:ctrlPr>
                          </m:dPr>
                          <m:e>
                            <m:r>
                              <a:rPr lang="en-GB" b="0" i="1" smtClean="0">
                                <a:latin typeface="Cambria Math" panose="02040503050406030204" pitchFamily="18" charset="0"/>
                              </a:rPr>
                              <m:t>𝒃</m:t>
                            </m:r>
                            <m:r>
                              <a:rPr lang="en-GB" b="0" i="1" smtClean="0">
                                <a:latin typeface="Cambria Math" panose="02040503050406030204" pitchFamily="18" charset="0"/>
                              </a:rPr>
                              <m:t>−</m:t>
                            </m:r>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e>
                        </m:d>
                      </m:num>
                      <m:den>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0</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den>
                    </m:f>
                  </m:oMath>
                </a14:m>
                <a:endParaRPr lang="en-GB" b="0" dirty="0"/>
              </a:p>
              <a:p>
                <a:pPr marL="342900" indent="-342900">
                  <a:buFont typeface="Arial" panose="020B0604020202020204" pitchFamily="34" charset="0"/>
                  <a:buChar char="•"/>
                </a:pPr>
                <a:r>
                  <a:rPr lang="en-US" dirty="0"/>
                  <a:t>Update point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endParaRPr lang="en-GB" b="0" dirty="0"/>
              </a:p>
              <a:p>
                <a:pPr marL="342900" indent="-342900">
                  <a:buFont typeface="Arial" panose="020B0604020202020204" pitchFamily="34" charset="0"/>
                  <a:buChar char="•"/>
                </a:pPr>
                <a:r>
                  <a:rPr lang="en-US" dirty="0"/>
                  <a:t>Update residual: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(0)</m:t>
                        </m:r>
                      </m:sup>
                    </m:s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r>
                      <a:rPr lang="en-GB" b="0" i="1" smtClean="0">
                        <a:latin typeface="Cambria Math" panose="02040503050406030204" pitchFamily="18" charset="0"/>
                      </a:rPr>
                      <m:t>𝑨</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endParaRPr lang="en-US" dirty="0"/>
              </a:p>
              <a:p>
                <a:pPr marL="342900" indent="-342900">
                  <a:buFont typeface="Arial" panose="020B0604020202020204" pitchFamily="34" charset="0"/>
                  <a:buChar char="•"/>
                </a:pPr>
                <a:r>
                  <a:rPr lang="en-US" dirty="0"/>
                  <a:t>Repeat until convergence.</a:t>
                </a:r>
              </a:p>
              <a:p>
                <a:endParaRPr lang="en-US" dirty="0"/>
              </a:p>
              <a:p>
                <a:endParaRPr lang="en-US" dirty="0"/>
              </a:p>
            </p:txBody>
          </p:sp>
        </mc:Choice>
        <mc:Fallback>
          <p:sp>
            <p:nvSpPr>
              <p:cNvPr id="3" name="Tijdelijke aanduiding voor inhoud 2">
                <a:extLst>
                  <a:ext uri="{FF2B5EF4-FFF2-40B4-BE49-F238E27FC236}">
                    <a16:creationId xmlns:a16="http://schemas.microsoft.com/office/drawing/2014/main" id="{2E202ECF-003B-64D8-7712-B7D4E0EB8AFC}"/>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BD927-3295-1DC6-B874-E12016E6C6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7DAD04-B6E6-4FEA-3842-1DB3166B6CBF}"/>
              </a:ext>
            </a:extLst>
          </p:cNvPr>
          <p:cNvSpPr>
            <a:spLocks noGrp="1"/>
          </p:cNvSpPr>
          <p:nvPr>
            <p:ph type="title"/>
          </p:nvPr>
        </p:nvSpPr>
        <p:spPr/>
        <p:txBody>
          <a:bodyPr/>
          <a:lstStyle/>
          <a:p>
            <a:r>
              <a:rPr lang="en-GB" sz="2600" b="1" dirty="0">
                <a:latin typeface="Calibri"/>
              </a:rPr>
              <a:t>Conjugate gradient method</a:t>
            </a:r>
            <a:endParaRPr sz="2600" b="1" dirty="0">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9BFFE1CA-38DF-4812-FC26-1869C563F52B}"/>
                  </a:ext>
                </a:extLst>
              </p:cNvPr>
              <p:cNvSpPr>
                <a:spLocks noGrp="1"/>
              </p:cNvSpPr>
              <p:nvPr>
                <p:ph idx="1"/>
              </p:nvPr>
            </p:nvSpPr>
            <p:spPr/>
            <p:txBody>
              <a:bodyPr/>
              <a:lstStyle/>
              <a:p>
                <a:r>
                  <a:rPr lang="en-GB" dirty="0"/>
                  <a:t>The directions are chosen to be conjugate with respect to </a:t>
                </a:r>
                <a14:m>
                  <m:oMath xmlns:m="http://schemas.openxmlformats.org/officeDocument/2006/math">
                    <m:r>
                      <a:rPr lang="en-GB" b="0" i="1" smtClean="0">
                        <a:latin typeface="Cambria Math" panose="02040503050406030204" pitchFamily="18" charset="0"/>
                      </a:rPr>
                      <m:t>𝑨</m:t>
                    </m:r>
                  </m:oMath>
                </a14:m>
                <a:r>
                  <a:rPr lang="en-US" dirty="0"/>
                  <a:t>.</a:t>
                </a:r>
              </a:p>
              <a:p>
                <a:endParaRPr lang="en-US" dirty="0"/>
              </a:p>
              <a:p>
                <a:endParaRPr lang="en-US" dirty="0"/>
              </a:p>
            </p:txBody>
          </p:sp>
        </mc:Choice>
        <mc:Fallback xmlns="">
          <p:sp>
            <p:nvSpPr>
              <p:cNvPr id="3" name="Tijdelijke aanduiding voor inhoud 2">
                <a:extLst>
                  <a:ext uri="{FF2B5EF4-FFF2-40B4-BE49-F238E27FC236}">
                    <a16:creationId xmlns:a16="http://schemas.microsoft.com/office/drawing/2014/main" id="{9BFFE1CA-38DF-4812-FC26-1869C563F52B}"/>
                  </a:ext>
                </a:extLst>
              </p:cNvPr>
              <p:cNvSpPr>
                <a:spLocks noGrp="1" noRot="1" noChangeAspect="1" noMove="1" noResize="1" noEditPoints="1" noAdjustHandles="1" noChangeArrowheads="1" noChangeShapeType="1" noTextEdit="1"/>
              </p:cNvSpPr>
              <p:nvPr>
                <p:ph idx="1"/>
              </p:nvPr>
            </p:nvSpPr>
            <p:spPr>
              <a:blipFill>
                <a:blip r:embed="rId5"/>
                <a:stretch>
                  <a:fillRect l="-1538" t="-2026"/>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973F8054-8591-482F-C065-850D5D30AB98}"/>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13</a:t>
            </a:fld>
            <a:endParaRPr lang="en-US"/>
          </a:p>
        </p:txBody>
      </p:sp>
      <p:pic>
        <p:nvPicPr>
          <p:cNvPr id="5" name="conjugate-gradients">
            <a:hlinkClick r:id="" action="ppaction://media"/>
            <a:extLst>
              <a:ext uri="{FF2B5EF4-FFF2-40B4-BE49-F238E27FC236}">
                <a16:creationId xmlns:a16="http://schemas.microsoft.com/office/drawing/2014/main" id="{A07E0FE2-1D39-55C3-331C-97D5065C47C5}"/>
              </a:ext>
            </a:extLst>
          </p:cNvPr>
          <p:cNvPicPr>
            <a:picLocks noChangeAspect="1"/>
          </p:cNvPicPr>
          <p:nvPr>
            <a:videoFile r:link="rId2"/>
            <p:extLst>
              <p:ext uri="{DAA4B4D4-6D71-4841-9C94-3DE7FCFB9230}">
                <p14:media xmlns:p14="http://schemas.microsoft.com/office/powerpoint/2010/main" r:embed="rId1"/>
              </p:ext>
            </p:extLst>
          </p:nvPr>
        </p:nvPicPr>
        <p:blipFill>
          <a:blip r:embed="rId6"/>
          <a:srcRect t="15063" b="10720"/>
          <a:stretch>
            <a:fillRect/>
          </a:stretch>
        </p:blipFill>
        <p:spPr>
          <a:xfrm>
            <a:off x="610100" y="1727905"/>
            <a:ext cx="7826571" cy="2842508"/>
          </a:xfrm>
          <a:prstGeom prst="rect">
            <a:avLst/>
          </a:prstGeom>
        </p:spPr>
      </p:pic>
    </p:spTree>
    <p:extLst>
      <p:ext uri="{BB962C8B-B14F-4D97-AF65-F5344CB8AC3E}">
        <p14:creationId xmlns:p14="http://schemas.microsoft.com/office/powerpoint/2010/main" val="285479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5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dirty="0">
                <a:latin typeface="Calibri"/>
              </a:rPr>
              <a:t>Experiment</a:t>
            </a:r>
            <a:endParaRPr sz="2600" b="1" dirty="0">
              <a:latin typeface="Calibri"/>
            </a:endParaRPr>
          </a:p>
        </p:txBody>
      </p:sp>
      <mc:AlternateContent xmlns:mc="http://schemas.openxmlformats.org/markup-compatibility/2006">
        <mc:Choice xmlns:a14="http://schemas.microsoft.com/office/drawing/2010/main" Requires="a14">
          <p:sp>
            <p:nvSpPr>
              <p:cNvPr id="11" name="Tijdelijke aanduiding voor inhoud 10">
                <a:extLst>
                  <a:ext uri="{FF2B5EF4-FFF2-40B4-BE49-F238E27FC236}">
                    <a16:creationId xmlns:a16="http://schemas.microsoft.com/office/drawing/2014/main" id="{208AC068-79AC-8246-CE28-EF9AF4B46612}"/>
                  </a:ext>
                </a:extLst>
              </p:cNvPr>
              <p:cNvSpPr>
                <a:spLocks noGrp="1"/>
              </p:cNvSpPr>
              <p:nvPr>
                <p:ph idx="1"/>
              </p:nvPr>
            </p:nvSpPr>
            <p:spPr>
              <a:xfrm>
                <a:off x="610100" y="1260000"/>
                <a:ext cx="3245620" cy="3310413"/>
              </a:xfrm>
            </p:spPr>
            <p:txBody>
              <a:bodyPr/>
              <a:lstStyle/>
              <a:p>
                <a:pPr marL="285750" indent="-285750">
                  <a:buFont typeface="Arial" panose="020B0604020202020204" pitchFamily="34" charset="0"/>
                  <a:buChar char="•"/>
                </a:pPr>
                <a:r>
                  <a:rPr lang="en-GB" dirty="0"/>
                  <a:t>24 x 24 grid tiling</a:t>
                </a:r>
              </a:p>
              <a:p>
                <a:pPr marL="285750" indent="-285750">
                  <a:buFont typeface="Arial" panose="020B0604020202020204" pitchFamily="34" charset="0"/>
                  <a:buChar char="•"/>
                </a:pP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=576</m:t>
                    </m:r>
                  </m:oMath>
                </a14:m>
                <a:endParaRPr lang="en-US" dirty="0"/>
              </a:p>
              <a:p>
                <a:pPr marL="285750" indent="-285750">
                  <a:buFont typeface="Arial" panose="020B0604020202020204" pitchFamily="34" charset="0"/>
                  <a:buChar char="•"/>
                </a:pPr>
                <a14:m>
                  <m:oMath xmlns:m="http://schemas.openxmlformats.org/officeDocument/2006/math">
                    <m:r>
                      <a:rPr lang="en-GB" b="0" i="1" smtClean="0">
                        <a:latin typeface="Cambria Math" panose="02040503050406030204" pitchFamily="18" charset="0"/>
                      </a:rPr>
                      <m:t>𝑐</m:t>
                    </m:r>
                    <m:r>
                      <a:rPr lang="en-GB" b="0" i="1" smtClean="0">
                        <a:latin typeface="Cambria Math" panose="02040503050406030204" pitchFamily="18" charset="0"/>
                      </a:rPr>
                      <m:t>=0.4</m:t>
                    </m:r>
                  </m:oMath>
                </a14:m>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CG requires fewer iterations.</a:t>
                </a:r>
              </a:p>
              <a:p>
                <a:endParaRPr lang="en-US" dirty="0"/>
              </a:p>
            </p:txBody>
          </p:sp>
        </mc:Choice>
        <mc:Fallback>
          <p:sp>
            <p:nvSpPr>
              <p:cNvPr id="11" name="Tijdelijke aanduiding voor inhoud 10">
                <a:extLst>
                  <a:ext uri="{FF2B5EF4-FFF2-40B4-BE49-F238E27FC236}">
                    <a16:creationId xmlns:a16="http://schemas.microsoft.com/office/drawing/2014/main" id="{208AC068-79AC-8246-CE28-EF9AF4B46612}"/>
                  </a:ext>
                </a:extLst>
              </p:cNvPr>
              <p:cNvSpPr>
                <a:spLocks noGrp="1" noRot="1" noChangeAspect="1" noMove="1" noResize="1" noEditPoints="1" noAdjustHandles="1" noChangeArrowheads="1" noChangeShapeType="1" noTextEdit="1"/>
              </p:cNvSpPr>
              <p:nvPr>
                <p:ph idx="1"/>
              </p:nvPr>
            </p:nvSpPr>
            <p:spPr>
              <a:xfrm>
                <a:off x="610100" y="1260000"/>
                <a:ext cx="3245620" cy="3310413"/>
              </a:xfrm>
              <a:blipFill>
                <a:blip r:embed="rId3"/>
                <a:stretch>
                  <a:fillRect l="-3565"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14</a:t>
            </a:fld>
            <a:endParaRPr lang="en-US"/>
          </a:p>
        </p:txBody>
      </p:sp>
      <p:pic>
        <p:nvPicPr>
          <p:cNvPr id="9" name="Picture 8" descr="image.png"/>
          <p:cNvPicPr>
            <a:picLocks noChangeAspect="1"/>
          </p:cNvPicPr>
          <p:nvPr/>
        </p:nvPicPr>
        <p:blipFill>
          <a:blip r:embed="rId4"/>
          <a:srcRect t="7110"/>
          <a:stretch>
            <a:fillRect/>
          </a:stretch>
        </p:blipFill>
        <p:spPr>
          <a:xfrm>
            <a:off x="3515641" y="1152510"/>
            <a:ext cx="5298299" cy="3326463"/>
          </a:xfrm>
          <a:prstGeom prst="rect">
            <a:avLst/>
          </a:prstGeom>
        </p:spPr>
      </p:pic>
      <p:pic>
        <p:nvPicPr>
          <p:cNvPr id="10" name="Graphic 9" descr="Wipwap met effen opvulling">
            <a:extLst>
              <a:ext uri="{FF2B5EF4-FFF2-40B4-BE49-F238E27FC236}">
                <a16:creationId xmlns:a16="http://schemas.microsoft.com/office/drawing/2014/main" id="{F35F9AA0-83D4-CAE2-52EE-6366A1C2BC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74800" y="87028"/>
            <a:ext cx="914400" cy="914400"/>
          </a:xfrm>
          <a:prstGeom prst="rect">
            <a:avLst/>
          </a:prstGeom>
        </p:spPr>
      </p:pic>
      <p:graphicFrame>
        <p:nvGraphicFramePr>
          <p:cNvPr id="12" name="Table 11"/>
          <p:cNvGraphicFramePr>
            <a:graphicFrameLocks noGrp="1"/>
          </p:cNvGraphicFramePr>
          <p:nvPr/>
        </p:nvGraphicFramePr>
        <p:xfrm>
          <a:off x="612648" y="3127248"/>
          <a:ext cx="2788920" cy="950976"/>
        </p:xfrm>
        <a:graphic>
          <a:graphicData uri="http://schemas.openxmlformats.org/drawingml/2006/table">
            <a:tbl>
              <a:tblPr>
                <a:tableStyleId>{2D5ABB26-0587-4C30-8999-92F81FD0307C}</a:tableStyleId>
              </a:tblPr>
              <a:tblGrid>
                <a:gridCol w="1051560"/>
                <a:gridCol w="1737360"/>
              </a:tblGrid>
              <a:tr h="237744">
                <a:tc>
                  <a:txBody>
                    <a:bodyPr wrap="none"/>
                    <a:lstStyle/>
                    <a:p>
                      <a:pPr algn="l"/>
                      <a:r>
                        <a:rPr sz="1050" b="1">
                          <a:solidFill>
                            <a:srgbClr val="101073"/>
                          </a:solidFill>
                          <a:latin typeface="Calibri"/>
                        </a:rPr>
                        <a:t>cost per iteration</a:t>
                      </a:r>
                    </a:p>
                  </a:txBody>
                  <a:tcPr marL="54864" marR="36576" marT="9144" marB="9144" anchor="ctr">
                    <a:solidFill>
                      <a:srgbClr val="F1F2F7"/>
                    </a:solidFill>
                  </a:tcPr>
                </a:tc>
                <a:tc>
                  <a:txBody>
                    <a:bodyPr wrap="none"/>
                    <a:lstStyle/>
                    <a:p>
                      <a:pPr algn="l"/>
                      <a:r>
                        <a:rPr sz="1050" b="0">
                          <a:solidFill>
                            <a:srgbClr val="2B2B2B"/>
                          </a:solidFill>
                          <a:latin typeface="Calibri"/>
                        </a:rPr>
                        <a:t/>
                      </a:r>
                    </a:p>
                  </a:txBody>
                  <a:tcPr marL="54864" marR="36576" marT="9144" marB="9144" anchor="ctr">
                    <a:solidFill>
                      <a:srgbClr val="F1F2F7"/>
                    </a:solidFill>
                  </a:tcPr>
                </a:tc>
              </a:tr>
              <a:tr h="237744">
                <a:tc>
                  <a:txBody>
                    <a:bodyPr wrap="none"/>
                    <a:lstStyle/>
                    <a:p>
                      <a:pPr algn="l"/>
                      <a:r>
                        <a:rPr sz="1050" b="1">
                          <a:solidFill>
                            <a:srgbClr val="101073"/>
                          </a:solidFill>
                          <a:latin typeface="Calibri"/>
                        </a:rPr>
                        <a:t>Jacobi</a:t>
                      </a:r>
                    </a:p>
                  </a:txBody>
                  <a:tcPr marL="54864" marR="36576" marT="9144" marB="9144" anchor="ctr">
                    <a:noFill/>
                  </a:tcPr>
                </a:tc>
                <a:tc>
                  <a:txBody>
                    <a:bodyPr wrap="none"/>
                    <a:lstStyle/>
                    <a:p>
                      <a:pPr algn="l"/>
                      <a:r>
                        <a:rPr sz="1050" b="0">
                          <a:solidFill>
                            <a:srgbClr val="2B2B2B"/>
                          </a:solidFill>
                          <a:latin typeface="Calibri"/>
                        </a:rPr>
                        <a:t>1 matvec</a:t>
                      </a:r>
                      <a:r>
                        <a:rPr sz="1050" b="0">
                          <a:solidFill>
                            <a:srgbClr val="6E6E76"/>
                          </a:solidFill>
                          <a:latin typeface="Calibri"/>
                        </a:rPr>
                        <a:t>  ·  neighbours only</a:t>
                      </a:r>
                    </a:p>
                  </a:txBody>
                  <a:tcPr marL="54864" marR="36576" marT="9144" marB="9144" anchor="ctr">
                    <a:noFill/>
                  </a:tcPr>
                </a:tc>
              </a:tr>
              <a:tr h="237744">
                <a:tc>
                  <a:txBody>
                    <a:bodyPr wrap="none"/>
                    <a:lstStyle/>
                    <a:p>
                      <a:pPr algn="l"/>
                      <a:r>
                        <a:rPr sz="1050" b="1">
                          <a:solidFill>
                            <a:srgbClr val="101073"/>
                          </a:solidFill>
                          <a:latin typeface="Calibri"/>
                        </a:rPr>
                        <a:t>Gauss–Seidel</a:t>
                      </a:r>
                    </a:p>
                  </a:txBody>
                  <a:tcPr marL="54864" marR="36576" marT="9144" marB="9144" anchor="ctr">
                    <a:noFill/>
                  </a:tcPr>
                </a:tc>
                <a:tc>
                  <a:txBody>
                    <a:bodyPr wrap="none"/>
                    <a:lstStyle/>
                    <a:p>
                      <a:pPr algn="l"/>
                      <a:r>
                        <a:rPr sz="1050" b="0">
                          <a:solidFill>
                            <a:srgbClr val="2B2B2B"/>
                          </a:solidFill>
                          <a:latin typeface="Calibri"/>
                        </a:rPr>
                        <a:t>1 sweep</a:t>
                      </a:r>
                      <a:r>
                        <a:rPr sz="1050" b="0">
                          <a:solidFill>
                            <a:srgbClr val="6E6E76"/>
                          </a:solidFill>
                          <a:latin typeface="Calibri"/>
                        </a:rPr>
                        <a:t>  ·  neighbours only</a:t>
                      </a:r>
                    </a:p>
                  </a:txBody>
                  <a:tcPr marL="54864" marR="36576" marT="9144" marB="9144" anchor="ctr">
                    <a:noFill/>
                  </a:tcPr>
                </a:tc>
              </a:tr>
              <a:tr h="237744">
                <a:tc>
                  <a:txBody>
                    <a:bodyPr wrap="none"/>
                    <a:lstStyle/>
                    <a:p>
                      <a:pPr algn="l"/>
                      <a:r>
                        <a:rPr sz="1050" b="1">
                          <a:solidFill>
                            <a:srgbClr val="101073"/>
                          </a:solidFill>
                          <a:latin typeface="Calibri"/>
                        </a:rPr>
                        <a:t>CG</a:t>
                      </a:r>
                    </a:p>
                  </a:txBody>
                  <a:tcPr marL="54864" marR="36576" marT="9144" marB="9144" anchor="ctr">
                    <a:noFill/>
                  </a:tcPr>
                </a:tc>
                <a:tc>
                  <a:txBody>
                    <a:bodyPr wrap="none"/>
                    <a:lstStyle/>
                    <a:p>
                      <a:pPr algn="l"/>
                      <a:r>
                        <a:rPr sz="1050" b="0">
                          <a:solidFill>
                            <a:srgbClr val="2B2B2B"/>
                          </a:solidFill>
                          <a:latin typeface="Calibri"/>
                        </a:rPr>
                        <a:t>1 matvec</a:t>
                      </a:r>
                      <a:r>
                        <a:rPr sz="1050" b="0">
                          <a:solidFill>
                            <a:srgbClr val="6E6E76"/>
                          </a:solidFill>
                          <a:latin typeface="Calibri"/>
                        </a:rPr>
                        <a:t>  ·  </a:t>
                      </a:r>
                      <a:r>
                        <a:rPr sz="1050" b="1">
                          <a:solidFill>
                            <a:srgbClr val="C81919"/>
                          </a:solidFill>
                          <a:latin typeface="Calibri"/>
                        </a:rPr>
                        <a:t>+ 2 all-reduces</a:t>
                      </a:r>
                    </a:p>
                  </a:txBody>
                  <a:tcPr marL="54864" marR="36576" marT="9144" marB="9144" anchor="ctr">
                    <a:noFill/>
                  </a:tcPr>
                </a:tc>
              </a:tr>
            </a:tbl>
          </a:graphicData>
        </a:graphic>
      </p:graphicFrame>
      <p:sp>
        <p:nvSpPr>
          <p:cNvPr id="13" name="TextBox 12"/>
          <p:cNvSpPr txBox="1"/>
          <p:nvPr/>
        </p:nvSpPr>
        <p:spPr>
          <a:xfrm>
            <a:off x="612648" y="4206240"/>
            <a:ext cx="2880360" cy="548640"/>
          </a:xfrm>
          <a:prstGeom prst="rect">
            <a:avLst/>
          </a:prstGeom>
          <a:noFill/>
        </p:spPr>
        <p:txBody>
          <a:bodyPr wrap="square" lIns="0" rIns="0" tIns="0" bIns="0">
            <a:spAutoFit/>
          </a:bodyPr>
          <a:lstStyle/>
          <a:p>
            <a:r>
              <a:rPr sz="1000" b="1">
                <a:solidFill>
                  <a:srgbClr val="2B2B2B"/>
                </a:solidFill>
                <a:latin typeface="Calibri"/>
              </a:rPr>
              <a:t>Same O(nnz) arithmetic. </a:t>
            </a:r>
            <a:r>
              <a:rPr sz="1000" b="0">
                <a:solidFill>
                  <a:srgbClr val="6E6E76"/>
                </a:solidFill>
                <a:latin typeface="Calibri"/>
              </a:rPr>
              <a:t>Only CG needs a global barrier — twice a step.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D7113-C19B-9B1C-FE3F-97E099816A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718309-16BB-DBB0-7FEC-4C315985C3B5}"/>
              </a:ext>
            </a:extLst>
          </p:cNvPr>
          <p:cNvSpPr>
            <a:spLocks noGrp="1"/>
          </p:cNvSpPr>
          <p:nvPr>
            <p:ph type="title"/>
          </p:nvPr>
        </p:nvSpPr>
        <p:spPr>
          <a:xfrm>
            <a:off x="612648" y="475488"/>
            <a:ext cx="7918704" cy="548640"/>
          </a:xfrm>
        </p:spPr>
        <p:txBody>
          <a:bodyPr/>
          <a:lstStyle/>
          <a:p>
            <a:r>
              <a:rPr lang="en-GB" sz="2600" b="1" dirty="0">
                <a:solidFill>
                  <a:srgbClr val="FFFFFF"/>
                </a:solidFill>
                <a:latin typeface="Calibri"/>
              </a:rPr>
              <a:t>3. Probabilistic</a:t>
            </a:r>
            <a:r>
              <a:rPr sz="2600" b="1" dirty="0">
                <a:solidFill>
                  <a:srgbClr val="FFFFFF"/>
                </a:solidFill>
                <a:latin typeface="Calibri"/>
              </a:rPr>
              <a:t> numerical approach</a:t>
            </a:r>
          </a:p>
        </p:txBody>
      </p:sp>
      <p:sp>
        <p:nvSpPr>
          <p:cNvPr id="4" name="Tijdelijke aanduiding voor dianummer 3">
            <a:extLst>
              <a:ext uri="{FF2B5EF4-FFF2-40B4-BE49-F238E27FC236}">
                <a16:creationId xmlns:a16="http://schemas.microsoft.com/office/drawing/2014/main" id="{56341FD4-B167-92D3-48D5-126857838A0E}"/>
              </a:ext>
            </a:extLst>
          </p:cNvPr>
          <p:cNvSpPr>
            <a:spLocks noGrp="1"/>
          </p:cNvSpPr>
          <p:nvPr>
            <p:ph type="sldNum" sz="quarter" idx="11"/>
          </p:nvPr>
        </p:nvSpPr>
        <p:spPr/>
        <p:txBody>
          <a:bodyPr/>
          <a:lstStyle/>
          <a:p>
            <a:fld id="{B7CEC10D-CD46-426F-915E-6C78530279CB}" type="slidenum">
              <a:rPr lang="en-US" smtClean="0"/>
              <a:pPr/>
              <a:t>15</a:t>
            </a:fld>
            <a:endParaRPr lang="en-US"/>
          </a:p>
        </p:txBody>
      </p:sp>
      <p:sp>
        <p:nvSpPr>
          <p:cNvPr id="6" name="Oval 5">
            <a:extLst>
              <a:ext uri="{FF2B5EF4-FFF2-40B4-BE49-F238E27FC236}">
                <a16:creationId xmlns:a16="http://schemas.microsoft.com/office/drawing/2014/main" id="{B84B2F09-C35E-2F7B-20F8-0C100EBD4368}"/>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A</a:t>
            </a:r>
            <a:endParaRPr sz="1400" b="1" dirty="0">
              <a:solidFill>
                <a:srgbClr val="101073"/>
              </a:solidFill>
              <a:latin typeface="Calibri"/>
            </a:endParaRPr>
          </a:p>
        </p:txBody>
      </p:sp>
      <p:sp>
        <p:nvSpPr>
          <p:cNvPr id="7" name="TextBox 6">
            <a:extLst>
              <a:ext uri="{FF2B5EF4-FFF2-40B4-BE49-F238E27FC236}">
                <a16:creationId xmlns:a16="http://schemas.microsoft.com/office/drawing/2014/main" id="{9C6FFDAC-E19F-6597-92AD-A552DF8ACDD1}"/>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err="1">
                <a:solidFill>
                  <a:srgbClr val="FFFFFF"/>
                </a:solidFill>
                <a:latin typeface="Calibri"/>
              </a:rPr>
              <a:t>BayesCG</a:t>
            </a:r>
            <a:endParaRPr sz="1400" b="0" i="0" dirty="0">
              <a:solidFill>
                <a:srgbClr val="C9CDE8"/>
              </a:solidFill>
              <a:latin typeface="Calibri"/>
            </a:endParaRPr>
          </a:p>
        </p:txBody>
      </p:sp>
      <p:sp>
        <p:nvSpPr>
          <p:cNvPr id="8" name="Oval 7">
            <a:extLst>
              <a:ext uri="{FF2B5EF4-FFF2-40B4-BE49-F238E27FC236}">
                <a16:creationId xmlns:a16="http://schemas.microsoft.com/office/drawing/2014/main" id="{E705BDBE-573D-6F1B-E988-83F8279E61DF}"/>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B</a:t>
            </a:r>
            <a:endParaRPr sz="1400" b="1" dirty="0">
              <a:solidFill>
                <a:srgbClr val="101073"/>
              </a:solidFill>
              <a:latin typeface="Calibri"/>
            </a:endParaRPr>
          </a:p>
        </p:txBody>
      </p:sp>
      <p:sp>
        <p:nvSpPr>
          <p:cNvPr id="9" name="TextBox 8">
            <a:extLst>
              <a:ext uri="{FF2B5EF4-FFF2-40B4-BE49-F238E27FC236}">
                <a16:creationId xmlns:a16="http://schemas.microsoft.com/office/drawing/2014/main" id="{30586C04-57E8-D0AC-28AF-14E81F476836}"/>
              </a:ext>
            </a:extLst>
          </p:cNvPr>
          <p:cNvSpPr txBox="1"/>
          <p:nvPr/>
        </p:nvSpPr>
        <p:spPr>
          <a:xfrm>
            <a:off x="1252080" y="2421556"/>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dirty="0">
                <a:solidFill>
                  <a:srgbClr val="FFFFFF"/>
                </a:solidFill>
                <a:latin typeface="Calibri"/>
              </a:rPr>
              <a:t>Uncertainty</a:t>
            </a:r>
            <a:endParaRPr sz="1400" b="0" i="0" dirty="0">
              <a:solidFill>
                <a:srgbClr val="C9CDE8"/>
              </a:solidFill>
              <a:latin typeface="Calibri"/>
            </a:endParaRPr>
          </a:p>
        </p:txBody>
      </p:sp>
    </p:spTree>
    <p:extLst>
      <p:ext uri="{BB962C8B-B14F-4D97-AF65-F5344CB8AC3E}">
        <p14:creationId xmlns:p14="http://schemas.microsoft.com/office/powerpoint/2010/main" val="4050334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dirty="0" err="1">
                <a:latin typeface="Calibri"/>
              </a:rPr>
              <a:t>BayesCG</a:t>
            </a:r>
            <a:endParaRPr sz="2600" b="1" dirty="0">
              <a:latin typeface="Calibri"/>
            </a:endParaRPr>
          </a:p>
        </p:txBody>
      </p:sp>
      <mc:AlternateContent xmlns:mc="http://schemas.openxmlformats.org/markup-compatibility/2006">
        <mc:Choice xmlns:a14="http://schemas.microsoft.com/office/drawing/2010/main" Requires="a14">
          <p:sp>
            <p:nvSpPr>
              <p:cNvPr id="4" name="Tijdelijke aanduiding voor inhoud 3">
                <a:extLst>
                  <a:ext uri="{FF2B5EF4-FFF2-40B4-BE49-F238E27FC236}">
                    <a16:creationId xmlns:a16="http://schemas.microsoft.com/office/drawing/2014/main" id="{6ECA2006-38E2-1759-671E-B0AA9EDE19E6}"/>
                  </a:ext>
                </a:extLst>
              </p:cNvPr>
              <p:cNvSpPr>
                <a:spLocks noGrp="1"/>
              </p:cNvSpPr>
              <p:nvPr>
                <p:ph idx="1"/>
              </p:nvPr>
            </p:nvSpPr>
            <p:spPr/>
            <p:txBody>
              <a:bodyPr/>
              <a:lstStyle/>
              <a:p>
                <a:r>
                  <a:rPr lang="en-GB" dirty="0"/>
                  <a:t>Put a prior distribution on the unknown: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𝒩</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𝒙</m:t>
                        </m:r>
                        <m:r>
                          <a:rPr lang="en-GB" b="0" i="1" smtClean="0">
                            <a:latin typeface="Cambria Math" panose="02040503050406030204" pitchFamily="18" charset="0"/>
                            <a:ea typeface="Cambria Math" panose="02040503050406030204" pitchFamily="18" charset="0"/>
                          </a:rPr>
                          <m:t> </m:t>
                        </m:r>
                      </m:e>
                      <m:e>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𝒙</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e>
                            </m:d>
                          </m:sup>
                        </m:sSup>
                        <m:r>
                          <a:rPr lang="en-GB" b="0" i="1" smtClean="0">
                            <a:latin typeface="Cambria Math" panose="02040503050406030204" pitchFamily="18" charset="0"/>
                            <a:ea typeface="Cambria Math" panose="02040503050406030204" pitchFamily="18" charset="0"/>
                          </a:rPr>
                          <m:t>,</m:t>
                        </m:r>
                        <m:sSup>
                          <m:sSupPr>
                            <m:ctrlPr>
                              <a:rPr lang="en-GB" b="0" i="0" smtClean="0">
                                <a:latin typeface="Cambria Math" panose="02040503050406030204" pitchFamily="18" charset="0"/>
                                <a:ea typeface="Cambria Math" panose="02040503050406030204" pitchFamily="18" charset="0"/>
                              </a:rPr>
                            </m:ctrlPr>
                          </m:sSupPr>
                          <m:e>
                            <m:r>
                              <m:rPr>
                                <m:sty m:val="p"/>
                              </m:rPr>
                              <a:rPr lang="en-GB" b="0" i="0" smtClean="0">
                                <a:latin typeface="Cambria Math" panose="02040503050406030204" pitchFamily="18" charset="0"/>
                                <a:ea typeface="Cambria Math" panose="02040503050406030204" pitchFamily="18" charset="0"/>
                              </a:rPr>
                              <m:t>𝜮</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e>
                            </m:d>
                          </m:sup>
                        </m:sSup>
                      </m:e>
                    </m:d>
                  </m:oMath>
                </a14:m>
                <a:r>
                  <a:rPr lang="en-US" dirty="0"/>
                  <a:t>.</a:t>
                </a:r>
              </a:p>
              <a:p>
                <a:r>
                  <a:rPr lang="en-US" dirty="0"/>
                  <a:t>Now pick </a:t>
                </a:r>
                <a14:m>
                  <m:oMath xmlns:m="http://schemas.openxmlformats.org/officeDocument/2006/math">
                    <m:r>
                      <a:rPr lang="en-GB" b="0" i="1" smtClean="0">
                        <a:latin typeface="Cambria Math" panose="02040503050406030204" pitchFamily="18" charset="0"/>
                      </a:rPr>
                      <m:t>𝑚</m:t>
                    </m:r>
                  </m:oMath>
                </a14:m>
                <a:r>
                  <a:rPr lang="en-US" dirty="0"/>
                  <a:t> search directions </a:t>
                </a:r>
                <a14:m>
                  <m:oMath xmlns:m="http://schemas.openxmlformats.org/officeDocument/2006/math">
                    <m:r>
                      <a:rPr lang="en-GB" b="0" i="1" smtClean="0">
                        <a:latin typeface="Cambria Math" panose="02040503050406030204" pitchFamily="18" charset="0"/>
                      </a:rPr>
                      <m:t>𝑺</m:t>
                    </m:r>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1</m:t>
                            </m:r>
                          </m:sub>
                        </m:sSub>
                        <m:r>
                          <a:rPr lang="en-GB" b="0" i="1" smtClean="0">
                            <a:latin typeface="Cambria Math" panose="02040503050406030204" pitchFamily="18" charset="0"/>
                          </a:rPr>
                          <m:t> </m:t>
                        </m:r>
                        <m:r>
                          <a:rPr lang="en-US"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𝑚</m:t>
                            </m:r>
                          </m:sub>
                        </m:sSub>
                      </m:e>
                    </m:d>
                  </m:oMath>
                </a14:m>
                <a:r>
                  <a:rPr lang="en-US" dirty="0"/>
                  <a:t>.</a:t>
                </a:r>
              </a:p>
              <a:p>
                <a:r>
                  <a:rPr lang="en-US" dirty="0"/>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sup>
                    </m:s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𝒃</m:t>
                    </m:r>
                  </m:oMath>
                </a14:m>
                <a:r>
                  <a:rPr lang="en-US" dirty="0"/>
                  <a:t> for </a:t>
                </a:r>
                <a14:m>
                  <m:oMath xmlns:m="http://schemas.openxmlformats.org/officeDocument/2006/math">
                    <m:r>
                      <a:rPr lang="en-GB" b="0" i="1" smtClean="0">
                        <a:latin typeface="Cambria Math" panose="02040503050406030204" pitchFamily="18" charset="0"/>
                      </a:rPr>
                      <m:t>𝑗</m:t>
                    </m:r>
                    <m:r>
                      <a:rPr lang="en-GB" b="0" i="1" smtClean="0">
                        <a:latin typeface="Cambria Math" panose="02040503050406030204" pitchFamily="18" charset="0"/>
                      </a:rPr>
                      <m:t>=1,…</m:t>
                    </m:r>
                    <m:r>
                      <a:rPr lang="en-GB" b="0" i="1" smtClean="0">
                        <a:latin typeface="Cambria Math" panose="02040503050406030204" pitchFamily="18" charset="0"/>
                      </a:rPr>
                      <m:t>𝑚</m:t>
                    </m:r>
                  </m:oMath>
                </a14:m>
                <a:r>
                  <a:rPr lang="en-US" dirty="0"/>
                  <a:t>.</a:t>
                </a:r>
              </a:p>
              <a:p>
                <a:r>
                  <a:rPr lang="en-US" dirty="0"/>
                  <a:t>This is a Dirac likelihood,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e>
                      <m:e>
                        <m:r>
                          <a:rPr lang="en-GB" b="0" i="1" smtClean="0">
                            <a:latin typeface="Cambria Math" panose="02040503050406030204" pitchFamily="18" charset="0"/>
                          </a:rPr>
                          <m:t>𝒙</m:t>
                        </m:r>
                      </m:e>
                    </m:d>
                    <m:r>
                      <a:rPr lang="en-GB" b="0" i="1" smtClean="0">
                        <a:latin typeface="Cambria Math" panose="02040503050406030204" pitchFamily="18" charset="0"/>
                      </a:rPr>
                      <m:t>=</m:t>
                    </m:r>
                    <m:r>
                      <a:rPr lang="en-GB" b="0" i="1" smtClean="0">
                        <a:latin typeface="Cambria Math" panose="02040503050406030204" pitchFamily="18" charset="0"/>
                      </a:rPr>
                      <m:t>𝛿</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𝑨𝒙</m:t>
                        </m:r>
                      </m:e>
                    </m:d>
                    <m:r>
                      <a:rPr lang="en-GB" b="0" i="1" smtClean="0">
                        <a:latin typeface="Cambria Math" panose="02040503050406030204" pitchFamily="18" charset="0"/>
                      </a:rPr>
                      <m:t>.</m:t>
                    </m:r>
                  </m:oMath>
                </a14:m>
                <a:endParaRPr lang="en-GB" b="0" dirty="0"/>
              </a:p>
              <a:p>
                <a:r>
                  <a:rPr lang="en-US" dirty="0"/>
                  <a:t>The posterior is then </a:t>
                </a:r>
              </a:p>
              <a:p>
                <a14:m>
                  <m:oMathPara xmlns:m="http://schemas.openxmlformats.org/officeDocument/2006/math">
                    <m:o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e>
                          <m:r>
                            <a:rPr lang="en-GB" b="0" i="1" smtClean="0">
                              <a:latin typeface="Cambria Math" panose="02040503050406030204" pitchFamily="18" charset="0"/>
                            </a:rPr>
                            <m:t>𝑧</m:t>
                          </m:r>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𝒩</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𝒙</m:t>
                          </m:r>
                        </m:e>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𝒙</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𝑚</m:t>
                                  </m:r>
                                </m:e>
                              </m:d>
                            </m:sup>
                          </m:sSup>
                          <m:r>
                            <a:rPr lang="en-GB" b="0" i="1" smtClean="0">
                              <a:latin typeface="Cambria Math" panose="02040503050406030204" pitchFamily="18" charset="0"/>
                              <a:ea typeface="Cambria Math" panose="02040503050406030204" pitchFamily="18" charset="0"/>
                            </a:rPr>
                            <m:t>,</m:t>
                          </m:r>
                          <m:sSup>
                            <m:sSupPr>
                              <m:ctrlPr>
                                <a:rPr lang="en-GB" b="0" i="0" smtClean="0">
                                  <a:latin typeface="Cambria Math" panose="02040503050406030204" pitchFamily="18" charset="0"/>
                                  <a:ea typeface="Cambria Math" panose="02040503050406030204" pitchFamily="18" charset="0"/>
                                </a:rPr>
                              </m:ctrlPr>
                            </m:sSupPr>
                            <m:e>
                              <m:r>
                                <m:rPr>
                                  <m:sty m:val="p"/>
                                </m:rPr>
                                <a:rPr lang="en-GB" b="0" i="0" smtClean="0">
                                  <a:latin typeface="Cambria Math" panose="02040503050406030204" pitchFamily="18" charset="0"/>
                                  <a:ea typeface="Cambria Math" panose="02040503050406030204" pitchFamily="18" charset="0"/>
                                </a:rPr>
                                <m:t>𝜮</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𝑚</m:t>
                                  </m:r>
                                </m:e>
                              </m:d>
                            </m:sup>
                          </m:sSup>
                        </m:e>
                      </m:d>
                    </m:oMath>
                  </m:oMathPara>
                </a14:m>
                <a:endParaRPr lang="en-GB" b="0" dirty="0">
                  <a:ea typeface="Cambria Math" panose="02040503050406030204" pitchFamily="18" charset="0"/>
                </a:endParaRPr>
              </a:p>
              <a:p>
                <a:r>
                  <a:rPr lang="en-GB" b="0" dirty="0">
                    <a:ea typeface="Cambria Math" panose="02040503050406030204" pitchFamily="18" charset="0"/>
                  </a:rPr>
                  <a:t>whose parameters are an update to the prior’s</a:t>
                </a:r>
              </a:p>
              <a:p>
                <a14:m>
                  <m:oMathPara xmlns:m="http://schemas.openxmlformats.org/officeDocument/2006/math">
                    <m:oMath>
                      <m:sSup>
                        <m:sSupPr>
                          <m:ctrlPr>
                            <a:rPr lang="en-US" i="1"/>
                          </m:ctrlPr>
                        </m:sSupPr>
                        <m:e>
                          <m:r>
                            <a:rPr lang="en-US" i="1"/>
                            <m:t>𝒙</m:t>
                          </m:r>
                        </m:e>
                        <m:sup>
                          <m:r>
                            <a:rPr lang="en-US" i="1"/>
                            <m:t>(</m:t>
                          </m:r>
                          <m:r>
                            <a:rPr lang="en-US" i="1"/>
                            <m:t>𝑚</m:t>
                          </m:r>
                          <m:r>
                            <a:rPr lang="en-US" i="1"/>
                            <m:t>)</m:t>
                          </m:r>
                        </m:sup>
                      </m:sSup>
                      <m:r>
                        <m:rPr>
                          <m:aln/>
                        </m:rPr>
                        <a:rPr lang="en-US" i="1"/>
                        <m:t>=</m:t>
                      </m:r>
                      <m:sSup>
                        <m:sSupPr>
                          <m:ctrlPr>
                            <a:rPr lang="en-US" i="1"/>
                          </m:ctrlPr>
                        </m:sSupPr>
                        <m:e>
                          <m:r>
                            <a:rPr lang="en-US" i="1"/>
                            <m:t>𝒙</m:t>
                          </m:r>
                        </m:e>
                        <m:sup>
                          <m:d>
                            <m:dPr>
                              <m:ctrlPr>
                                <a:rPr lang="en-US" i="1"/>
                              </m:ctrlPr>
                            </m:dPr>
                            <m:e>
                              <m:r>
                                <a:rPr lang="en-US" i="1"/>
                                <m:t>0</m:t>
                              </m:r>
                            </m:e>
                          </m:d>
                        </m:sup>
                      </m:sSup>
                      <m:r>
                        <a:rPr lang="en-US" i="1"/>
                        <m:t>+</m:t>
                      </m:r>
                      <m:sSup>
                        <m:sSupPr>
                          <m:ctrlPr>
                            <a:rPr lang="en-US"/>
                          </m:ctrlPr>
                        </m:sSupPr>
                        <m:e>
                          <m:r>
                            <m:rPr>
                              <m:sty m:val="p"/>
                            </m:rPr>
                            <a:rPr lang="en-US"/>
                            <m:t>𝜮</m:t>
                          </m:r>
                        </m:e>
                        <m:sup>
                          <m:d>
                            <m:dPr>
                              <m:ctrlPr>
                                <a:rPr lang="en-US" i="1"/>
                              </m:ctrlPr>
                            </m:dPr>
                            <m:e>
                              <m:r>
                                <a:rPr lang="en-US" i="1"/>
                                <m:t>0</m:t>
                              </m:r>
                            </m:e>
                          </m:d>
                        </m:sup>
                      </m:sSup>
                      <m:sSup>
                        <m:sSupPr>
                          <m:ctrlPr>
                            <a:rPr lang="en-US" i="1"/>
                          </m:ctrlPr>
                        </m:sSupPr>
                        <m:e>
                          <m:r>
                            <a:rPr lang="en-US" i="1"/>
                            <m:t>𝑨</m:t>
                          </m:r>
                        </m:e>
                        <m:sup>
                          <m:r>
                            <a:rPr lang="en-US" i="1"/>
                            <m:t>𝑇</m:t>
                          </m:r>
                        </m:sup>
                      </m:sSup>
                      <m:r>
                        <a:rPr lang="en-US" i="1"/>
                        <m:t>𝑺</m:t>
                      </m:r>
                      <m:r>
                        <a:rPr lang="en-US" i="1"/>
                        <m:t> </m:t>
                      </m:r>
                      <m:sSup>
                        <m:sSupPr>
                          <m:ctrlPr>
                            <a:rPr lang="en-US" i="1"/>
                          </m:ctrlPr>
                        </m:sSupPr>
                        <m:e>
                          <m:d>
                            <m:dPr>
                              <m:ctrlPr>
                                <a:rPr lang="en-US" i="1"/>
                              </m:ctrlPr>
                            </m:dPr>
                            <m:e>
                              <m:sSup>
                                <m:sSupPr>
                                  <m:ctrlPr>
                                    <a:rPr lang="en-US" i="1"/>
                                  </m:ctrlPr>
                                </m:sSupPr>
                                <m:e>
                                  <m:r>
                                    <a:rPr lang="en-US" i="1"/>
                                    <m:t>𝑺</m:t>
                                  </m:r>
                                </m:e>
                                <m:sup>
                                  <m:r>
                                    <a:rPr lang="en-US" i="1"/>
                                    <m:t>𝑇</m:t>
                                  </m:r>
                                </m:sup>
                              </m:sSup>
                              <m:r>
                                <a:rPr lang="en-US" i="1"/>
                                <m:t>𝑨</m:t>
                              </m:r>
                              <m:sSup>
                                <m:sSupPr>
                                  <m:ctrlPr>
                                    <a:rPr lang="en-US"/>
                                  </m:ctrlPr>
                                </m:sSupPr>
                                <m:e>
                                  <m:r>
                                    <m:rPr>
                                      <m:sty m:val="p"/>
                                    </m:rPr>
                                    <a:rPr lang="en-US"/>
                                    <m:t>𝜮</m:t>
                                  </m:r>
                                </m:e>
                                <m:sup>
                                  <m:r>
                                    <a:rPr lang="en-US" i="1"/>
                                    <m:t>0</m:t>
                                  </m:r>
                                </m:sup>
                              </m:sSup>
                              <m:sSup>
                                <m:sSupPr>
                                  <m:ctrlPr>
                                    <a:rPr lang="en-US" i="1"/>
                                  </m:ctrlPr>
                                </m:sSupPr>
                                <m:e>
                                  <m:r>
                                    <a:rPr lang="en-US" i="1"/>
                                    <m:t>𝑨</m:t>
                                  </m:r>
                                </m:e>
                                <m:sup>
                                  <m:r>
                                    <a:rPr lang="en-US" i="1"/>
                                    <m:t>𝑇</m:t>
                                  </m:r>
                                </m:sup>
                              </m:sSup>
                              <m:r>
                                <a:rPr lang="en-US" i="1"/>
                                <m:t>𝑺</m:t>
                              </m:r>
                            </m:e>
                          </m:d>
                        </m:e>
                        <m:sup>
                          <m:r>
                            <a:rPr lang="en-US" i="1"/>
                            <m:t>−1</m:t>
                          </m:r>
                        </m:sup>
                      </m:sSup>
                      <m:sSup>
                        <m:sSupPr>
                          <m:ctrlPr>
                            <a:rPr lang="en-US" i="1"/>
                          </m:ctrlPr>
                        </m:sSupPr>
                        <m:e>
                          <m:r>
                            <a:rPr lang="en-US" i="1"/>
                            <m:t>𝑺</m:t>
                          </m:r>
                        </m:e>
                        <m:sup>
                          <m:r>
                            <a:rPr lang="en-US" i="1"/>
                            <m:t>𝑇</m:t>
                          </m:r>
                        </m:sup>
                      </m:sSup>
                      <m:d>
                        <m:dPr>
                          <m:ctrlPr>
                            <a:rPr lang="en-US" i="1"/>
                          </m:ctrlPr>
                        </m:dPr>
                        <m:e>
                          <m:r>
                            <a:rPr lang="en-US" i="1"/>
                            <m:t>𝒃</m:t>
                          </m:r>
                          <m:r>
                            <a:rPr lang="en-US" i="1"/>
                            <m:t>−</m:t>
                          </m:r>
                          <m:r>
                            <a:rPr lang="en-US" i="1"/>
                            <m:t>𝑨</m:t>
                          </m:r>
                          <m:sSup>
                            <m:sSupPr>
                              <m:ctrlPr>
                                <a:rPr lang="en-US" i="1"/>
                              </m:ctrlPr>
                            </m:sSupPr>
                            <m:e>
                              <m:r>
                                <a:rPr lang="en-US" i="1"/>
                                <m:t>𝒙</m:t>
                              </m:r>
                            </m:e>
                            <m:sup>
                              <m:d>
                                <m:dPr>
                                  <m:ctrlPr>
                                    <a:rPr lang="en-US" i="1"/>
                                  </m:ctrlPr>
                                </m:dPr>
                                <m:e>
                                  <m:r>
                                    <a:rPr lang="en-US" i="1"/>
                                    <m:t>0</m:t>
                                  </m:r>
                                </m:e>
                              </m:d>
                            </m:sup>
                          </m:sSup>
                        </m:e>
                      </m:d>
                    </m:oMath>
                    <m:oMath>
                      <m:sSup>
                        <m:sSupPr>
                          <m:ctrlPr>
                            <a:rPr lang="en-US"/>
                          </m:ctrlPr>
                        </m:sSupPr>
                        <m:e>
                          <m:r>
                            <m:rPr>
                              <m:sty m:val="p"/>
                            </m:rPr>
                            <a:rPr lang="en-US"/>
                            <m:t>𝜮</m:t>
                          </m:r>
                        </m:e>
                        <m:sup>
                          <m:r>
                            <a:rPr lang="en-US" i="1"/>
                            <m:t>(</m:t>
                          </m:r>
                          <m:r>
                            <a:rPr lang="en-US" i="1"/>
                            <m:t>𝑚</m:t>
                          </m:r>
                          <m:r>
                            <a:rPr lang="en-US" i="1"/>
                            <m:t>)</m:t>
                          </m:r>
                        </m:sup>
                      </m:sSup>
                      <m:r>
                        <m:rPr>
                          <m:aln/>
                        </m:rPr>
                        <a:rPr lang="en-US" i="1"/>
                        <m:t>=</m:t>
                      </m:r>
                      <m:sSup>
                        <m:sSupPr>
                          <m:ctrlPr>
                            <a:rPr lang="en-US"/>
                          </m:ctrlPr>
                        </m:sSupPr>
                        <m:e>
                          <m:r>
                            <m:rPr>
                              <m:sty m:val="p"/>
                            </m:rPr>
                            <a:rPr lang="en-US"/>
                            <m:t>𝜮</m:t>
                          </m:r>
                        </m:e>
                        <m:sup>
                          <m:d>
                            <m:dPr>
                              <m:ctrlPr>
                                <a:rPr lang="en-US" i="1"/>
                              </m:ctrlPr>
                            </m:dPr>
                            <m:e>
                              <m:r>
                                <a:rPr lang="en-US" i="1"/>
                                <m:t>0</m:t>
                              </m:r>
                            </m:e>
                          </m:d>
                        </m:sup>
                      </m:sSup>
                      <m:r>
                        <a:rPr lang="en-US" i="1"/>
                        <m:t>−</m:t>
                      </m:r>
                      <m:sSup>
                        <m:sSupPr>
                          <m:ctrlPr>
                            <a:rPr lang="en-US"/>
                          </m:ctrlPr>
                        </m:sSupPr>
                        <m:e>
                          <m:r>
                            <m:rPr>
                              <m:sty m:val="p"/>
                            </m:rPr>
                            <a:rPr lang="en-US"/>
                            <m:t>𝜮</m:t>
                          </m:r>
                        </m:e>
                        <m:sup>
                          <m:d>
                            <m:dPr>
                              <m:ctrlPr>
                                <a:rPr lang="en-US" i="1"/>
                              </m:ctrlPr>
                            </m:dPr>
                            <m:e>
                              <m:r>
                                <a:rPr lang="en-US" i="1"/>
                                <m:t>0</m:t>
                              </m:r>
                            </m:e>
                          </m:d>
                        </m:sup>
                      </m:sSup>
                      <m:sSup>
                        <m:sSupPr>
                          <m:ctrlPr>
                            <a:rPr lang="en-US" i="1"/>
                          </m:ctrlPr>
                        </m:sSupPr>
                        <m:e>
                          <m:r>
                            <a:rPr lang="en-US" i="1"/>
                            <m:t>𝑨</m:t>
                          </m:r>
                        </m:e>
                        <m:sup>
                          <m:r>
                            <a:rPr lang="en-US" i="1"/>
                            <m:t>𝑇</m:t>
                          </m:r>
                        </m:sup>
                      </m:sSup>
                      <m:r>
                        <a:rPr lang="en-US" i="1"/>
                        <m:t>𝑺</m:t>
                      </m:r>
                      <m:r>
                        <a:rPr lang="en-US" i="1"/>
                        <m:t> </m:t>
                      </m:r>
                      <m:sSup>
                        <m:sSupPr>
                          <m:ctrlPr>
                            <a:rPr lang="en-US" i="1"/>
                          </m:ctrlPr>
                        </m:sSupPr>
                        <m:e>
                          <m:d>
                            <m:dPr>
                              <m:ctrlPr>
                                <a:rPr lang="en-US" i="1"/>
                              </m:ctrlPr>
                            </m:dPr>
                            <m:e>
                              <m:sSup>
                                <m:sSupPr>
                                  <m:ctrlPr>
                                    <a:rPr lang="en-US" i="1"/>
                                  </m:ctrlPr>
                                </m:sSupPr>
                                <m:e>
                                  <m:r>
                                    <a:rPr lang="en-US" i="1"/>
                                    <m:t>𝑺</m:t>
                                  </m:r>
                                </m:e>
                                <m:sup>
                                  <m:r>
                                    <a:rPr lang="en-US" i="1"/>
                                    <m:t>𝑇</m:t>
                                  </m:r>
                                </m:sup>
                              </m:sSup>
                              <m:r>
                                <a:rPr lang="en-US" i="1"/>
                                <m:t>𝑨</m:t>
                              </m:r>
                              <m:sSup>
                                <m:sSupPr>
                                  <m:ctrlPr>
                                    <a:rPr lang="en-US"/>
                                  </m:ctrlPr>
                                </m:sSupPr>
                                <m:e>
                                  <m:r>
                                    <m:rPr>
                                      <m:sty m:val="p"/>
                                    </m:rPr>
                                    <a:rPr lang="en-US"/>
                                    <m:t>𝜮</m:t>
                                  </m:r>
                                </m:e>
                                <m:sup>
                                  <m:r>
                                    <a:rPr lang="en-US" i="1"/>
                                    <m:t>0</m:t>
                                  </m:r>
                                </m:sup>
                              </m:sSup>
                              <m:sSup>
                                <m:sSupPr>
                                  <m:ctrlPr>
                                    <a:rPr lang="en-US" i="1"/>
                                  </m:ctrlPr>
                                </m:sSupPr>
                                <m:e>
                                  <m:r>
                                    <a:rPr lang="en-US" i="1"/>
                                    <m:t>𝑨</m:t>
                                  </m:r>
                                </m:e>
                                <m:sup>
                                  <m:r>
                                    <a:rPr lang="en-US" i="1"/>
                                    <m:t>𝑇</m:t>
                                  </m:r>
                                </m:sup>
                              </m:sSup>
                              <m:r>
                                <a:rPr lang="en-US" i="1"/>
                                <m:t>𝑺</m:t>
                              </m:r>
                            </m:e>
                          </m:d>
                        </m:e>
                        <m:sup>
                          <m:r>
                            <a:rPr lang="en-US" i="1"/>
                            <m:t>−1</m:t>
                          </m:r>
                        </m:sup>
                      </m:sSup>
                      <m:sSup>
                        <m:sSupPr>
                          <m:ctrlPr>
                            <a:rPr lang="en-US" i="1"/>
                          </m:ctrlPr>
                        </m:sSupPr>
                        <m:e>
                          <m:r>
                            <a:rPr lang="en-US" i="1"/>
                            <m:t>𝑺</m:t>
                          </m:r>
                        </m:e>
                        <m:sup>
                          <m:r>
                            <a:rPr lang="en-US" i="1"/>
                            <m:t>𝑇</m:t>
                          </m:r>
                        </m:sup>
                      </m:sSup>
                      <m:r>
                        <a:rPr lang="en-US" i="1"/>
                        <m:t>𝑨</m:t>
                      </m:r>
                      <m:sSup>
                        <m:sSupPr>
                          <m:ctrlPr>
                            <a:rPr lang="en-US"/>
                          </m:ctrlPr>
                        </m:sSupPr>
                        <m:e>
                          <m:r>
                            <m:rPr>
                              <m:sty m:val="p"/>
                            </m:rPr>
                            <a:rPr lang="en-US"/>
                            <m:t>𝜮</m:t>
                          </m:r>
                        </m:e>
                        <m:sup>
                          <m:r>
                            <a:rPr lang="en-US"/>
                            <m:t>(0)</m:t>
                          </m:r>
                        </m:sup>
                      </m:sSup>
                    </m:oMath>
                  </m:oMathPara>
                </a14:m>
                <a:endParaRPr lang="en-US" dirty="0"/>
              </a:p>
              <a:p>
                <a:endParaRPr lang="en-GB" b="0" dirty="0">
                  <a:ea typeface="Cambria Math" panose="02040503050406030204" pitchFamily="18" charset="0"/>
                </a:endParaRPr>
              </a:p>
            </p:txBody>
          </p:sp>
        </mc:Choice>
        <mc:Fallback>
          <p:sp>
            <p:nvSpPr>
              <p:cNvPr id="4" name="Tijdelijke aanduiding voor inhoud 3">
                <a:extLst>
                  <a:ext uri="{FF2B5EF4-FFF2-40B4-BE49-F238E27FC236}">
                    <a16:creationId xmlns:a16="http://schemas.microsoft.com/office/drawing/2014/main" id="{6ECA2006-38E2-1759-671E-B0AA9EDE19E6}"/>
                  </a:ext>
                </a:extLst>
              </p:cNvPr>
              <p:cNvSpPr>
                <a:spLocks noGrp="1" noRot="1" noChangeAspect="1" noMove="1" noResize="1" noEditPoints="1" noAdjustHandles="1" noChangeArrowheads="1" noChangeShapeType="1" noTextEdit="1"/>
              </p:cNvSpPr>
              <p:nvPr>
                <p:ph idx="1"/>
              </p:nvPr>
            </p:nvSpPr>
            <p:spPr>
              <a:blipFill>
                <a:blip r:embed="rId4"/>
                <a:stretch>
                  <a:fillRect l="-1538" t="-1289"/>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16</a:t>
            </a:fld>
            <a:endParaRPr lang="en-US"/>
          </a:p>
        </p:txBody>
      </p:sp>
      <p:pic>
        <p:nvPicPr>
          <p:cNvPr id="12" name="Picture 11" descr="bayescg_condition.png"/>
          <p:cNvPicPr>
            <a:picLocks noChangeAspect="1"/>
          </p:cNvPicPr>
          <p:nvPr/>
        </p:nvPicPr>
        <p:blipFill>
          <a:blip r:embed="rId5"/>
          <a:stretch>
            <a:fillRect/>
          </a:stretch>
        </p:blipFill>
        <p:spPr>
          <a:xfrm>
            <a:off x="6505548" y="831995"/>
            <a:ext cx="2285531" cy="22855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12B91-64D9-8363-F299-76FD67D707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4E6D3-2393-ED6B-7E02-C3F632BBF4A6}"/>
              </a:ext>
            </a:extLst>
          </p:cNvPr>
          <p:cNvSpPr>
            <a:spLocks noGrp="1"/>
          </p:cNvSpPr>
          <p:nvPr>
            <p:ph type="title"/>
          </p:nvPr>
        </p:nvSpPr>
        <p:spPr/>
        <p:txBody>
          <a:bodyPr/>
          <a:lstStyle/>
          <a:p>
            <a:r>
              <a:rPr sz="2600" b="1" dirty="0" err="1">
                <a:latin typeface="Calibri"/>
              </a:rPr>
              <a:t>BayesCG</a:t>
            </a:r>
            <a:endParaRPr sz="2600" b="1" dirty="0">
              <a:latin typeface="Calibri"/>
            </a:endParaRPr>
          </a:p>
        </p:txBody>
      </p:sp>
      <p:pic>
        <p:nvPicPr>
          <p:cNvPr id="3" name="bayescg">
            <a:hlinkClick r:id="" action="ppaction://media"/>
            <a:extLst>
              <a:ext uri="{FF2B5EF4-FFF2-40B4-BE49-F238E27FC236}">
                <a16:creationId xmlns:a16="http://schemas.microsoft.com/office/drawing/2014/main" id="{D018DC47-A225-60F5-52DF-463C16BCB8A3}"/>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tretch>
            <a:fillRect/>
          </a:stretch>
        </p:blipFill>
        <p:spPr>
          <a:xfrm>
            <a:off x="612000" y="1201168"/>
            <a:ext cx="7449393" cy="3645151"/>
          </a:xfrm>
        </p:spPr>
      </p:pic>
      <p:sp>
        <p:nvSpPr>
          <p:cNvPr id="6" name="Tijdelijke aanduiding voor dianummer 5">
            <a:extLst>
              <a:ext uri="{FF2B5EF4-FFF2-40B4-BE49-F238E27FC236}">
                <a16:creationId xmlns:a16="http://schemas.microsoft.com/office/drawing/2014/main" id="{13C425EF-3A6E-146E-09CD-BD5402B3CE49}"/>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17</a:t>
            </a:fld>
            <a:endParaRPr lang="en-US"/>
          </a:p>
        </p:txBody>
      </p:sp>
    </p:spTree>
    <p:extLst>
      <p:ext uri="{BB962C8B-B14F-4D97-AF65-F5344CB8AC3E}">
        <p14:creationId xmlns:p14="http://schemas.microsoft.com/office/powerpoint/2010/main" val="1781073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dirty="0">
                <a:latin typeface="Calibri"/>
              </a:rPr>
              <a:t>Uncertainty</a:t>
            </a:r>
            <a:endParaRPr sz="2600" b="1" dirty="0">
              <a:latin typeface="Calibri"/>
            </a:endParaRPr>
          </a:p>
        </p:txBody>
      </p:sp>
      <mc:AlternateContent xmlns:mc="http://schemas.openxmlformats.org/markup-compatibility/2006">
        <mc:Choice xmlns:a14="http://schemas.microsoft.com/office/drawing/2010/main" Requires="a14">
          <p:sp>
            <p:nvSpPr>
              <p:cNvPr id="4" name="Tijdelijke aanduiding voor inhoud 3">
                <a:extLst>
                  <a:ext uri="{FF2B5EF4-FFF2-40B4-BE49-F238E27FC236}">
                    <a16:creationId xmlns:a16="http://schemas.microsoft.com/office/drawing/2014/main" id="{83C62EDA-7C5D-28F6-3F3F-DF45D99DD0AF}"/>
                  </a:ext>
                </a:extLst>
              </p:cNvPr>
              <p:cNvSpPr>
                <a:spLocks noGrp="1"/>
              </p:cNvSpPr>
              <p:nvPr>
                <p:ph idx="1"/>
              </p:nvPr>
            </p:nvSpPr>
            <p:spPr/>
            <p:txBody>
              <a:bodyPr/>
              <a:lstStyle/>
              <a:p>
                <a:r>
                  <a:rPr lang="en-GB" dirty="0"/>
                  <a:t>If you choose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r>
                      <a:rPr lang="en-GB" b="0" i="1" smtClean="0">
                        <a:latin typeface="Cambria Math" panose="02040503050406030204" pitchFamily="18" charset="0"/>
                      </a:rPr>
                      <m:t>=0</m:t>
                    </m:r>
                  </m:oMath>
                </a14:m>
                <a:r>
                  <a:rPr lang="en-US" dirty="0"/>
                  <a:t> and </a:t>
                </a:r>
                <a14:m>
                  <m:oMath xmlns:m="http://schemas.openxmlformats.org/officeDocument/2006/math">
                    <m:sSup>
                      <m:sSupPr>
                        <m:ctrlPr>
                          <a:rPr lang="en-GB" b="0" i="0" smtClean="0">
                            <a:latin typeface="Cambria Math" panose="02040503050406030204" pitchFamily="18" charset="0"/>
                          </a:rPr>
                        </m:ctrlPr>
                      </m:sSupPr>
                      <m:e>
                        <m:r>
                          <m:rPr>
                            <m:sty m:val="p"/>
                          </m:rPr>
                          <a:rPr lang="en-GB" b="0" i="0" smtClean="0">
                            <a:latin typeface="Cambria Math" panose="02040503050406030204" pitchFamily="18" charset="0"/>
                          </a:rPr>
                          <m:t>𝜮</m:t>
                        </m:r>
                      </m:e>
                      <m:sup>
                        <m:r>
                          <a:rPr lang="en-GB" b="0" i="1" smtClean="0">
                            <a:latin typeface="Cambria Math" panose="02040503050406030204" pitchFamily="18" charset="0"/>
                          </a:rPr>
                          <m:t>(0)</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𝑨</m:t>
                        </m:r>
                      </m:e>
                      <m:sup>
                        <m:r>
                          <a:rPr lang="en-GB" b="0" i="1" smtClean="0">
                            <a:latin typeface="Cambria Math" panose="02040503050406030204" pitchFamily="18" charset="0"/>
                          </a:rPr>
                          <m:t>−1</m:t>
                        </m:r>
                      </m:sup>
                    </m:sSup>
                  </m:oMath>
                </a14:m>
                <a:r>
                  <a:rPr lang="en-US" dirty="0"/>
                  <a:t>, then the posterior mean is exactly the result of CG.</a:t>
                </a:r>
              </a:p>
              <a:p>
                <a:r>
                  <a:rPr lang="en-US" dirty="0"/>
                  <a:t>The posterior variance </a:t>
                </a:r>
                <a14:m>
                  <m:oMath xmlns:m="http://schemas.openxmlformats.org/officeDocument/2006/math">
                    <m:sSup>
                      <m:sSupPr>
                        <m:ctrlPr>
                          <a:rPr lang="en-GB" b="0" i="0" smtClean="0">
                            <a:latin typeface="Cambria Math" panose="02040503050406030204" pitchFamily="18" charset="0"/>
                          </a:rPr>
                        </m:ctrlPr>
                      </m:sSupPr>
                      <m:e>
                        <m:r>
                          <m:rPr>
                            <m:sty m:val="p"/>
                          </m:rPr>
                          <a:rPr lang="en-GB" b="0" i="0" smtClean="0">
                            <a:latin typeface="Cambria Math" panose="02040503050406030204" pitchFamily="18" charset="0"/>
                          </a:rPr>
                          <m:t>𝜮</m:t>
                        </m:r>
                      </m:e>
                      <m:sup>
                        <m:r>
                          <a:rPr lang="en-GB" b="0" i="1" smtClean="0">
                            <a:latin typeface="Cambria Math" panose="02040503050406030204" pitchFamily="18" charset="0"/>
                          </a:rPr>
                          <m:t>(𝑚)</m:t>
                        </m:r>
                      </m:sup>
                    </m:sSup>
                  </m:oMath>
                </a14:m>
                <a:r>
                  <a:rPr lang="en-US" dirty="0"/>
                  <a:t> bounds the error so far.</a:t>
                </a:r>
              </a:p>
              <a:p>
                <a:pPr marL="285750" indent="-285750">
                  <a:buFont typeface="Arial" panose="020B0604020202020204" pitchFamily="34" charset="0"/>
                  <a:buChar char="•"/>
                </a:pPr>
                <a:r>
                  <a:rPr lang="en-US" dirty="0"/>
                  <a:t>Every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𝒔</m:t>
                        </m:r>
                      </m:e>
                      <m:sub>
                        <m:r>
                          <a:rPr lang="en-GB" i="1">
                            <a:latin typeface="Cambria Math" panose="02040503050406030204" pitchFamily="18" charset="0"/>
                          </a:rPr>
                          <m:t>𝑗</m:t>
                        </m:r>
                      </m:sub>
                    </m:sSub>
                  </m:oMath>
                </a14:m>
                <a:r>
                  <a:rPr lang="en-US" dirty="0"/>
                  <a:t> removes a direction of uncertainty. </a:t>
                </a:r>
              </a:p>
              <a:p>
                <a:pPr marL="285750" indent="-285750">
                  <a:buFont typeface="Arial" panose="020B0604020202020204" pitchFamily="34" charset="0"/>
                  <a:buChar char="•"/>
                </a:pPr>
                <a:r>
                  <a:rPr lang="en-US" dirty="0"/>
                  <a:t>For </a:t>
                </a:r>
                <a14:m>
                  <m:oMath xmlns:m="http://schemas.openxmlformats.org/officeDocument/2006/math">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𝑛</m:t>
                    </m:r>
                  </m:oMath>
                </a14:m>
                <a:r>
                  <a:rPr lang="en-US" dirty="0"/>
                  <a:t>, the posterior mean </a:t>
                </a:r>
                <a14:m>
                  <m:oMath xmlns:m="http://schemas.openxmlformats.org/officeDocument/2006/math">
                    <m:r>
                      <a:rPr lang="en-GB" b="0" i="1" smtClean="0">
                        <a:latin typeface="Cambria Math" panose="02040503050406030204" pitchFamily="18" charset="0"/>
                      </a:rPr>
                      <m:t>𝒙</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𝑨</m:t>
                        </m:r>
                      </m:e>
                      <m:sup>
                        <m:r>
                          <a:rPr lang="en-GB" b="0" i="1" smtClean="0">
                            <a:latin typeface="Cambria Math" panose="02040503050406030204" pitchFamily="18" charset="0"/>
                          </a:rPr>
                          <m:t>−1</m:t>
                        </m:r>
                      </m:sup>
                    </m:sSup>
                    <m:r>
                      <a:rPr lang="en-GB" b="0" i="1" smtClean="0">
                        <a:latin typeface="Cambria Math" panose="02040503050406030204" pitchFamily="18" charset="0"/>
                      </a:rPr>
                      <m:t>𝒃</m:t>
                    </m:r>
                  </m:oMath>
                </a14:m>
                <a:r>
                  <a:rPr lang="en-US" dirty="0"/>
                  <a:t>.</a:t>
                </a:r>
              </a:p>
              <a:p>
                <a:endParaRPr lang="en-US" dirty="0"/>
              </a:p>
              <a:p>
                <a:endParaRPr lang="en-US" dirty="0"/>
              </a:p>
            </p:txBody>
          </p:sp>
        </mc:Choice>
        <mc:Fallback>
          <p:sp>
            <p:nvSpPr>
              <p:cNvPr id="4" name="Tijdelijke aanduiding voor inhoud 3">
                <a:extLst>
                  <a:ext uri="{FF2B5EF4-FFF2-40B4-BE49-F238E27FC236}">
                    <a16:creationId xmlns:a16="http://schemas.microsoft.com/office/drawing/2014/main" id="{83C62EDA-7C5D-28F6-3F3F-DF45D99DD0AF}"/>
                  </a:ext>
                </a:extLst>
              </p:cNvPr>
              <p:cNvSpPr>
                <a:spLocks noGrp="1" noRot="1" noChangeAspect="1" noMove="1" noResize="1" noEditPoints="1" noAdjustHandles="1" noChangeArrowheads="1" noChangeShapeType="1" noTextEdit="1"/>
              </p:cNvSpPr>
              <p:nvPr>
                <p:ph idx="1"/>
              </p:nvPr>
            </p:nvSpPr>
            <p:spPr>
              <a:blipFill>
                <a:blip r:embed="rId3"/>
                <a:stretch>
                  <a:fillRect l="-1538" t="-1657"/>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18</a:t>
            </a:fld>
            <a:endParaRPr lang="en-US"/>
          </a:p>
        </p:txBody>
      </p:sp>
      <p:pic>
        <p:nvPicPr>
          <p:cNvPr id="12" name="Picture 11" descr="bayescg_contraction.png"/>
          <p:cNvPicPr>
            <a:picLocks noChangeAspect="1"/>
          </p:cNvPicPr>
          <p:nvPr/>
        </p:nvPicPr>
        <p:blipFill>
          <a:blip r:embed="rId4"/>
          <a:stretch>
            <a:fillRect/>
          </a:stretch>
        </p:blipFill>
        <p:spPr>
          <a:xfrm>
            <a:off x="4939212" y="2044219"/>
            <a:ext cx="3593600" cy="2526193"/>
          </a:xfrm>
          <a:prstGeom prst="rect">
            <a:avLst/>
          </a:prstGeom>
        </p:spPr>
      </p:pic>
      <p:sp>
        <p:nvSpPr>
          <p:cNvPr id="23" name="Rounded Rectangle 22"/>
          <p:cNvSpPr/>
          <p:nvPr/>
        </p:nvSpPr>
        <p:spPr>
          <a:xfrm>
            <a:off x="612648" y="2761488"/>
            <a:ext cx="4160520" cy="1755648"/>
          </a:xfrm>
          <a:prstGeom prst="roundRect">
            <a:avLst>
              <a:gd name="adj" fmla="val 6000"/>
            </a:avLst>
          </a:prstGeom>
          <a:solidFill>
            <a:srgbClr val="F1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2907792"/>
            <a:ext cx="3749039" cy="1508760"/>
          </a:xfrm>
          <a:prstGeom prst="rect">
            <a:avLst/>
          </a:prstGeom>
          <a:noFill/>
        </p:spPr>
        <p:txBody>
          <a:bodyPr wrap="square" lIns="0" rIns="0" tIns="0" bIns="0">
            <a:spAutoFit/>
          </a:bodyPr>
          <a:lstStyle/>
          <a:p>
            <a:pPr>
              <a:spcAft>
                <a:spcPts val="500"/>
              </a:spcAft>
            </a:pPr>
            <a:r>
              <a:rPr sz="1400" b="1">
                <a:solidFill>
                  <a:srgbClr val="101073"/>
                </a:solidFill>
                <a:latin typeface="Calibri"/>
              </a:rPr>
              <a:t>So what is the belief worth?</a:t>
            </a:r>
          </a:p>
          <a:p>
            <a:pPr>
              <a:spcAft>
                <a:spcPts val="400"/>
              </a:spcAft>
            </a:pPr>
            <a:r>
              <a:rPr sz="1150" b="1">
                <a:solidFill>
                  <a:srgbClr val="C81919"/>
                </a:solidFill>
                <a:latin typeface="Calibri"/>
              </a:rPr>
              <a:t>Free. </a:t>
            </a:r>
            <a:r>
              <a:rPr sz="1150" b="0">
                <a:solidFill>
                  <a:srgbClr val="2B2B2B"/>
                </a:solidFill>
                <a:latin typeface="Calibri"/>
              </a:rPr>
              <a:t>The mean is CG's iterate; the covariance rides along.</a:t>
            </a:r>
          </a:p>
          <a:p>
            <a:pPr>
              <a:spcAft>
                <a:spcPts val="400"/>
              </a:spcAft>
            </a:pPr>
            <a:r>
              <a:rPr sz="1150" b="1">
                <a:solidFill>
                  <a:srgbClr val="C81919"/>
                </a:solidFill>
                <a:latin typeface="Calibri"/>
              </a:rPr>
              <a:t>A bound — a weak one. </a:t>
            </a:r>
            <a:r>
              <a:rPr sz="1150" b="0">
                <a:solidFill>
                  <a:srgbClr val="2B2B2B"/>
                </a:solidFill>
                <a:latin typeface="Calibri"/>
              </a:rPr>
              <a:t>‖x − x*‖ ≤ √(n − m) ‖x(0) − x*‖ in the Σ(0)⁻¹ norm: relative to a starting error you don't know.</a:t>
            </a:r>
          </a:p>
          <a:p>
            <a:pPr>
              <a:spcAft>
                <a:spcPts val="0"/>
              </a:spcAft>
            </a:pPr>
            <a:r>
              <a:rPr sz="1150" b="1">
                <a:solidFill>
                  <a:srgbClr val="C81919"/>
                </a:solidFill>
                <a:latin typeface="Calibri"/>
              </a:rPr>
              <a:t>Not an error estimate. </a:t>
            </a:r>
            <a:r>
              <a:rPr sz="1150" b="0">
                <a:solidFill>
                  <a:srgbClr val="2B2B2B"/>
                </a:solidFill>
                <a:latin typeface="Calibri"/>
              </a:rPr>
              <a:t>Fix the directions and Σ(m) never sees b — same directions, other b: identical variances, different errors.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3BCC5-5E0E-E0C0-22E3-30FF41A31F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00810C-347B-18FB-67F3-40F0A27AEBF4}"/>
              </a:ext>
            </a:extLst>
          </p:cNvPr>
          <p:cNvSpPr>
            <a:spLocks noGrp="1"/>
          </p:cNvSpPr>
          <p:nvPr>
            <p:ph type="title"/>
          </p:nvPr>
        </p:nvSpPr>
        <p:spPr>
          <a:xfrm>
            <a:off x="612648" y="475488"/>
            <a:ext cx="7918704" cy="548640"/>
          </a:xfrm>
        </p:spPr>
        <p:txBody>
          <a:bodyPr/>
          <a:lstStyle/>
          <a:p>
            <a:r>
              <a:rPr lang="en-GB" sz="2600" b="1" dirty="0">
                <a:solidFill>
                  <a:srgbClr val="FFFFFF"/>
                </a:solidFill>
                <a:latin typeface="Calibri"/>
              </a:rPr>
              <a:t>4. Message passing</a:t>
            </a:r>
            <a:r>
              <a:rPr lang="en-GB" sz="2600" b="1">
                <a:solidFill>
                  <a:srgbClr val="FFFFFF"/>
                </a:solidFill>
                <a:latin typeface="Calibri"/>
              </a:rPr>
              <a:t> approach</a:t>
            </a:r>
            <a:endParaRPr sz="2600" b="1" dirty="0">
              <a:solidFill>
                <a:srgbClr val="FFFFFF"/>
              </a:solidFill>
              <a:latin typeface="Calibri"/>
            </a:endParaRPr>
          </a:p>
        </p:txBody>
      </p:sp>
      <p:sp>
        <p:nvSpPr>
          <p:cNvPr id="4" name="Tijdelijke aanduiding voor dianummer 3">
            <a:extLst>
              <a:ext uri="{FF2B5EF4-FFF2-40B4-BE49-F238E27FC236}">
                <a16:creationId xmlns:a16="http://schemas.microsoft.com/office/drawing/2014/main" id="{3010F51B-558E-7F7E-5F87-85F1C2624AE1}"/>
              </a:ext>
            </a:extLst>
          </p:cNvPr>
          <p:cNvSpPr>
            <a:spLocks noGrp="1"/>
          </p:cNvSpPr>
          <p:nvPr>
            <p:ph type="sldNum" sz="quarter" idx="11"/>
          </p:nvPr>
        </p:nvSpPr>
        <p:spPr/>
        <p:txBody>
          <a:bodyPr/>
          <a:lstStyle/>
          <a:p>
            <a:fld id="{B7CEC10D-CD46-426F-915E-6C78530279CB}" type="slidenum">
              <a:rPr lang="en-US" smtClean="0"/>
              <a:pPr/>
              <a:t>19</a:t>
            </a:fld>
            <a:endParaRPr lang="en-US"/>
          </a:p>
        </p:txBody>
      </p:sp>
      <p:sp>
        <p:nvSpPr>
          <p:cNvPr id="6" name="Oval 5">
            <a:extLst>
              <a:ext uri="{FF2B5EF4-FFF2-40B4-BE49-F238E27FC236}">
                <a16:creationId xmlns:a16="http://schemas.microsoft.com/office/drawing/2014/main" id="{AA39226F-3B33-C6E2-CA71-CB6BC00B6E43}"/>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A</a:t>
            </a:r>
            <a:endParaRPr sz="1400" b="1" dirty="0">
              <a:solidFill>
                <a:srgbClr val="101073"/>
              </a:solidFill>
              <a:latin typeface="Calibri"/>
            </a:endParaRPr>
          </a:p>
        </p:txBody>
      </p:sp>
      <p:sp>
        <p:nvSpPr>
          <p:cNvPr id="7" name="TextBox 6">
            <a:extLst>
              <a:ext uri="{FF2B5EF4-FFF2-40B4-BE49-F238E27FC236}">
                <a16:creationId xmlns:a16="http://schemas.microsoft.com/office/drawing/2014/main" id="{F330C549-E42B-6959-FC5A-C506273D4B2F}"/>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dirty="0">
              <a:solidFill>
                <a:srgbClr val="C9CDE8"/>
              </a:solidFill>
              <a:latin typeface="Calibri"/>
            </a:endParaRPr>
          </a:p>
        </p:txBody>
      </p:sp>
      <p:sp>
        <p:nvSpPr>
          <p:cNvPr id="8" name="Oval 7">
            <a:extLst>
              <a:ext uri="{FF2B5EF4-FFF2-40B4-BE49-F238E27FC236}">
                <a16:creationId xmlns:a16="http://schemas.microsoft.com/office/drawing/2014/main" id="{C1F97D8D-385C-B7AD-85FE-4A00C9CE9756}"/>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B</a:t>
            </a:r>
            <a:endParaRPr sz="1400" b="1" dirty="0">
              <a:solidFill>
                <a:srgbClr val="101073"/>
              </a:solidFill>
              <a:latin typeface="Calibri"/>
            </a:endParaRPr>
          </a:p>
        </p:txBody>
      </p:sp>
      <p:sp>
        <p:nvSpPr>
          <p:cNvPr id="9" name="TextBox 8">
            <a:extLst>
              <a:ext uri="{FF2B5EF4-FFF2-40B4-BE49-F238E27FC236}">
                <a16:creationId xmlns:a16="http://schemas.microsoft.com/office/drawing/2014/main" id="{FE3E6C40-28A7-8E37-8C4A-C4DCFC82E921}"/>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Factor Graphs</a:t>
            </a:r>
            <a:endParaRPr sz="1400" b="0" i="0" dirty="0">
              <a:solidFill>
                <a:srgbClr val="C9CDE8"/>
              </a:solidFill>
              <a:latin typeface="Calibri"/>
            </a:endParaRPr>
          </a:p>
        </p:txBody>
      </p:sp>
      <p:sp>
        <p:nvSpPr>
          <p:cNvPr id="3" name="Oval 2">
            <a:extLst>
              <a:ext uri="{FF2B5EF4-FFF2-40B4-BE49-F238E27FC236}">
                <a16:creationId xmlns:a16="http://schemas.microsoft.com/office/drawing/2014/main" id="{8FC5B2EB-16F0-14AC-A763-91B8EBBF8231}"/>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3F03B7BB-8C5F-4A07-9613-3A4A200A6933}"/>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dirty="0">
                <a:solidFill>
                  <a:srgbClr val="FFFFFF"/>
                </a:solidFill>
                <a:latin typeface="Calibri"/>
              </a:rPr>
              <a:t>Belief propagation / Sum-product Message Passing</a:t>
            </a:r>
            <a:endParaRPr sz="1400" b="0" i="0" dirty="0">
              <a:solidFill>
                <a:srgbClr val="C9CDE8"/>
              </a:solidFill>
              <a:latin typeface="Calibri"/>
            </a:endParaRPr>
          </a:p>
        </p:txBody>
      </p:sp>
    </p:spTree>
    <p:extLst>
      <p:ext uri="{BB962C8B-B14F-4D97-AF65-F5344CB8AC3E}">
        <p14:creationId xmlns:p14="http://schemas.microsoft.com/office/powerpoint/2010/main" val="12095170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08759-DEE7-4D5F-8E1F-3BFC32F388E6}"/>
              </a:ext>
            </a:extLst>
          </p:cNvPr>
          <p:cNvSpPr>
            <a:spLocks noGrp="1"/>
          </p:cNvSpPr>
          <p:nvPr>
            <p:ph type="title"/>
          </p:nvPr>
        </p:nvSpPr>
        <p:spPr/>
        <p:txBody>
          <a:bodyPr/>
          <a:lstStyle/>
          <a:p>
            <a:r>
              <a:rPr lang="en-US"/>
              <a:t>Message-passing approach: Setup </a:t>
            </a:r>
            <a:endParaRPr lang="LID4096"/>
          </a:p>
        </p:txBody>
      </p:sp>
      <p:sp>
        <p:nvSpPr>
          <p:cNvPr id="3" name="Content Placeholder 2">
            <a:extLst>
              <a:ext uri="{FF2B5EF4-FFF2-40B4-BE49-F238E27FC236}">
                <a16:creationId xmlns:a16="http://schemas.microsoft.com/office/drawing/2014/main" id="{C7B77149-E927-1345-179D-7A1B4E319EB9}"/>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860035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559CC-411F-0ABC-F14A-AFCB67401B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E9EA8D-837B-F0E8-5BA7-8D7F4D5F9A43}"/>
              </a:ext>
            </a:extLst>
          </p:cNvPr>
          <p:cNvSpPr>
            <a:spLocks noGrp="1"/>
          </p:cNvSpPr>
          <p:nvPr>
            <p:ph type="title"/>
          </p:nvPr>
        </p:nvSpPr>
        <p:spPr/>
        <p:txBody>
          <a:bodyPr/>
          <a:lstStyle/>
          <a:p>
            <a:r>
              <a:rPr lang="en-US"/>
              <a:t>Message-passing approach: Factor-graphs</a:t>
            </a:r>
            <a:endParaRPr lang="LID4096"/>
          </a:p>
        </p:txBody>
      </p:sp>
      <p:sp>
        <p:nvSpPr>
          <p:cNvPr id="3" name="Content Placeholder 2">
            <a:extLst>
              <a:ext uri="{FF2B5EF4-FFF2-40B4-BE49-F238E27FC236}">
                <a16:creationId xmlns:a16="http://schemas.microsoft.com/office/drawing/2014/main" id="{2FBB5039-131F-8497-1AEB-C63B0972DE5A}"/>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746832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D18C4-0767-C7DF-C308-F0A43AB69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AC505-45BC-4ED2-17B5-4BA38762279B}"/>
              </a:ext>
            </a:extLst>
          </p:cNvPr>
          <p:cNvSpPr>
            <a:spLocks noGrp="1"/>
          </p:cNvSpPr>
          <p:nvPr>
            <p:ph type="title"/>
          </p:nvPr>
        </p:nvSpPr>
        <p:spPr/>
        <p:txBody>
          <a:bodyPr/>
          <a:lstStyle/>
          <a:p>
            <a:r>
              <a:rPr lang="en-US"/>
              <a:t>Message-passing approach: Belief-propagation </a:t>
            </a:r>
            <a:endParaRPr lang="LID4096"/>
          </a:p>
        </p:txBody>
      </p:sp>
      <p:sp>
        <p:nvSpPr>
          <p:cNvPr id="3" name="Content Placeholder 2">
            <a:extLst>
              <a:ext uri="{FF2B5EF4-FFF2-40B4-BE49-F238E27FC236}">
                <a16:creationId xmlns:a16="http://schemas.microsoft.com/office/drawing/2014/main" id="{9FCE4648-FAC1-AA70-AAC6-4121C30D21E3}"/>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3735694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184DD-623F-634C-B71D-165C2E36F414}"/>
              </a:ext>
            </a:extLst>
          </p:cNvPr>
          <p:cNvSpPr>
            <a:spLocks noGrp="1"/>
          </p:cNvSpPr>
          <p:nvPr>
            <p:ph type="title"/>
          </p:nvPr>
        </p:nvSpPr>
        <p:spPr/>
        <p:txBody>
          <a:bodyPr>
            <a:normAutofit/>
          </a:bodyPr>
          <a:lstStyle/>
          <a:p>
            <a:r>
              <a:rPr lang="en-US" sz="2600" dirty="0">
                <a:latin typeface="Calibri" panose="020F0502020204030204" pitchFamily="34" charset="0"/>
                <a:ea typeface="Calibri" panose="020F0502020204030204" pitchFamily="34" charset="0"/>
                <a:cs typeface="Calibri" panose="020F0502020204030204" pitchFamily="34" charset="0"/>
              </a:rPr>
              <a:t>What is a GMRF (Gaussian Markov Random Field)</a:t>
            </a:r>
            <a:endParaRPr lang="LID4096" sz="2600" dirty="0">
              <a:latin typeface="Calibri" panose="020F0502020204030204" pitchFamily="34" charset="0"/>
              <a:ea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1C5E6A0-AEC3-4D43-6E6A-DF67D75A9A72}"/>
                  </a:ext>
                </a:extLst>
              </p:cNvPr>
              <p:cNvSpPr>
                <a:spLocks noGrp="1"/>
              </p:cNvSpPr>
              <p:nvPr>
                <p:ph idx="1"/>
              </p:nvPr>
            </p:nvSpPr>
            <p:spPr>
              <a:xfrm>
                <a:off x="497832" y="1128115"/>
                <a:ext cx="8037381" cy="3471157"/>
              </a:xfrm>
            </p:spPr>
            <p:txBody>
              <a:bodyPr>
                <a:normAutofit fontScale="92500" lnSpcReduction="20000"/>
              </a:bodyPr>
              <a:lstStyle/>
              <a:p>
                <a:r>
                  <a:rPr lang="en-US" dirty="0"/>
                  <a:t>GMRF = a </a:t>
                </a:r>
                <a:r>
                  <a:rPr lang="en-US" b="1" dirty="0"/>
                  <a:t>graph</a:t>
                </a:r>
                <a:r>
                  <a:rPr lang="en-US" dirty="0"/>
                  <a:t> representing a single, multivariate Gaussian</a:t>
                </a:r>
              </a:p>
              <a:p>
                <a:endParaRPr lang="en-US" dirty="0"/>
              </a:p>
              <a:p>
                <a:endParaRPr lang="en-US" dirty="0"/>
              </a:p>
              <a:p>
                <a:pPr marL="285750" lvl="1" indent="-285750">
                  <a:buFont typeface="Arial" panose="020B0604020202020204" pitchFamily="34" charset="0"/>
                  <a:buChar char="•"/>
                </a:pPr>
                <a:endParaRPr lang="en-US" u="sng"/>
              </a:p>
              <a:p>
                <a:pPr marL="285750" lvl="1" indent="-285750">
                  <a:buFont typeface="Arial" panose="020B0604020202020204" pitchFamily="34" charset="0"/>
                  <a:buChar char="•"/>
                </a:pPr>
                <a:r>
                  <a:rPr lang="en-US" u="sng" dirty="0"/>
                  <a:t>Vertices</a:t>
                </a:r>
                <a:r>
                  <a:rPr lang="en-US" dirty="0"/>
                  <a:t> encode variables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m:rPr>
                            <m:sty m:val="p"/>
                          </m:rPr>
                          <a:rPr lang="en-US" b="0" i="1" smtClean="0">
                            <a:latin typeface="Cambria Math" panose="02040503050406030204" pitchFamily="18" charset="0"/>
                          </a:rPr>
                          <m:t>i</m:t>
                        </m:r>
                      </m:sub>
                    </m:sSub>
                  </m:oMath>
                </a14:m>
                <a:r>
                  <a:rPr lang="en-US" dirty="0"/>
                  <a:t> from state-vector </a:t>
                </a:r>
                <a14:m>
                  <m:oMath xmlns:m="http://schemas.openxmlformats.org/officeDocument/2006/math">
                    <m:r>
                      <a:rPr lang="en-US" b="1" i="1" dirty="0" smtClean="0">
                        <a:latin typeface="Cambria Math" panose="02040503050406030204" pitchFamily="18" charset="0"/>
                      </a:rPr>
                      <m:t>𝒙</m:t>
                    </m:r>
                  </m:oMath>
                </a14:m>
                <a:endParaRPr lang="en-US" b="1"/>
              </a:p>
              <a:p>
                <a:pPr marL="285750" lvl="1" indent="-285750">
                  <a:buFont typeface="Arial" panose="020B0604020202020204" pitchFamily="34" charset="0"/>
                  <a:buChar char="•"/>
                </a:pPr>
                <a:r>
                  <a:rPr lang="en-US" u="sng" dirty="0"/>
                  <a:t>Edges</a:t>
                </a:r>
                <a:r>
                  <a:rPr lang="en-US" dirty="0"/>
                  <a:t> encode the conditional-independencies in precision matrix, A</a:t>
                </a:r>
              </a:p>
              <a:p>
                <a:pPr marL="285750" lvl="1" indent="-285750">
                  <a:buFont typeface="Arial" panose="020B0604020202020204" pitchFamily="34" charset="0"/>
                  <a:buChar char="•"/>
                </a:pPr>
                <a:r>
                  <a:rPr lang="en-US" dirty="0"/>
                  <a:t>Each also embed local probability factors constraining the variables</a:t>
                </a:r>
              </a:p>
              <a:p>
                <a:r>
                  <a:rPr lang="en-US" dirty="0"/>
                  <a:t>We note: </a:t>
                </a:r>
              </a:p>
              <a:p>
                <a:pPr marL="285750" lvl="1" indent="-285750">
                  <a:buFont typeface="Arial" panose="020B0604020202020204" pitchFamily="34" charset="0"/>
                  <a:buChar char="•"/>
                </a:pPr>
                <a:r>
                  <a:rPr lang="en-US" dirty="0"/>
                  <a:t>mode of p(x) is located where</a:t>
                </a:r>
              </a:p>
              <a:p>
                <a:pPr marL="285750" lvl="1" indent="-285750">
                  <a:buFont typeface="Arial" panose="020B0604020202020204" pitchFamily="34" charset="0"/>
                  <a:buChar char="•"/>
                </a:pPr>
                <a:r>
                  <a:rPr lang="en-US" dirty="0"/>
                  <a:t>and because  </a:t>
                </a:r>
              </a:p>
              <a:p>
                <a:pPr marL="285750" lvl="1" indent="-285750">
                  <a:buFont typeface="Arial" panose="020B0604020202020204" pitchFamily="34" charset="0"/>
                  <a:buChar char="•"/>
                </a:pPr>
                <a14:m>
                  <m:oMath xmlns:m="http://schemas.openxmlformats.org/officeDocument/2006/math">
                    <m:r>
                      <a:rPr lang="en-US" b="1" i="1" dirty="0" smtClean="0">
                        <a:latin typeface="Cambria Math" panose="02040503050406030204" pitchFamily="18" charset="0"/>
                      </a:rPr>
                      <m:t>𝒙</m:t>
                    </m:r>
                  </m:oMath>
                </a14:m>
                <a:r>
                  <a:rPr lang="en-US" dirty="0"/>
                  <a:t>-configuration at mode of </a:t>
                </a:r>
                <a14:m>
                  <m:oMath xmlns:m="http://schemas.openxmlformats.org/officeDocument/2006/math">
                    <m:r>
                      <a:rPr lang="en-US" i="1" dirty="0" smtClean="0">
                        <a:latin typeface="Cambria Math" panose="02040503050406030204" pitchFamily="18" charset="0"/>
                      </a:rPr>
                      <m:t>𝑝</m:t>
                    </m:r>
                    <m:d>
                      <m:dPr>
                        <m:ctrlPr>
                          <a:rPr lang="en-US" b="1" i="1" dirty="0">
                            <a:latin typeface="Cambria Math" panose="02040503050406030204" pitchFamily="18" charset="0"/>
                          </a:rPr>
                        </m:ctrlPr>
                      </m:dPr>
                      <m:e>
                        <m:r>
                          <a:rPr lang="en-US" b="1" i="1" dirty="0">
                            <a:latin typeface="Cambria Math" panose="02040503050406030204" pitchFamily="18" charset="0"/>
                          </a:rPr>
                          <m:t>𝒙</m:t>
                        </m:r>
                      </m:e>
                    </m:d>
                  </m:oMath>
                </a14:m>
                <a:r>
                  <a:rPr lang="en-US" dirty="0"/>
                  <a:t> corresponds to the solution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1" smtClean="0">
                            <a:latin typeface="Cambria Math" panose="02040503050406030204" pitchFamily="18" charset="0"/>
                          </a:rPr>
                          <m:t>A</m:t>
                        </m:r>
                      </m:e>
                      <m:sup>
                        <m:r>
                          <a:rPr lang="en-US" b="0" i="1" smtClean="0">
                            <a:latin typeface="Cambria Math" panose="02040503050406030204" pitchFamily="18" charset="0"/>
                          </a:rPr>
                          <m:t>−1</m:t>
                        </m:r>
                      </m:sup>
                    </m:sSup>
                    <m:r>
                      <m:rPr>
                        <m:sty m:val="p"/>
                      </m:rPr>
                      <a:rPr lang="en-US" b="0" i="1" smtClean="0">
                        <a:latin typeface="Cambria Math" panose="02040503050406030204" pitchFamily="18" charset="0"/>
                      </a:rPr>
                      <m:t>b</m:t>
                    </m:r>
                    <m:r>
                      <a:rPr lang="en-US" b="0" i="1" smtClean="0">
                        <a:latin typeface="Cambria Math" panose="02040503050406030204" pitchFamily="18" charset="0"/>
                      </a:rPr>
                      <m:t> </m:t>
                    </m:r>
                  </m:oMath>
                </a14:m>
                <a:endParaRPr lang="en-US" b="1" dirty="0"/>
              </a:p>
              <a:p>
                <a:pPr marL="285750" lvl="1" indent="-285750">
                  <a:buFont typeface="Arial" panose="020B0604020202020204" pitchFamily="34" charset="0"/>
                  <a:buChar char="•"/>
                </a:pPr>
                <a:r>
                  <a:rPr lang="en-US" dirty="0"/>
                  <a:t>and the individual marginals </a:t>
                </a:r>
                <a14:m>
                  <m:oMath xmlns:m="http://schemas.openxmlformats.org/officeDocument/2006/math">
                    <m:sSub>
                      <m:sSubPr>
                        <m:ctrlPr>
                          <a:rPr lang="en-US" b="0" i="1" smtClean="0">
                            <a:latin typeface="Cambria Math" panose="02040503050406030204" pitchFamily="18" charset="0"/>
                          </a:rPr>
                        </m:ctrlPr>
                      </m:sSubPr>
                      <m:e>
                        <m:r>
                          <m:rPr>
                            <m:sty m:val="p"/>
                          </m:rPr>
                          <a:rPr lang="en-US" b="0" i="1" smtClean="0">
                            <a:latin typeface="Cambria Math" panose="02040503050406030204" pitchFamily="18" charset="0"/>
                          </a:rPr>
                          <m:t>q</m:t>
                        </m:r>
                        <m:r>
                          <a:rPr lang="en-US" b="0" i="1" smtClean="0">
                            <a:latin typeface="Cambria Math" panose="02040503050406030204" pitchFamily="18" charset="0"/>
                          </a:rPr>
                          <m:t>(</m:t>
                        </m:r>
                        <m:r>
                          <a:rPr lang="en-US" b="0" i="1" smtClean="0">
                            <a:latin typeface="Cambria Math" panose="02040503050406030204" pitchFamily="18" charset="0"/>
                          </a:rPr>
                          <m:t>𝑥</m:t>
                        </m:r>
                      </m:e>
                      <m:sub>
                        <m:r>
                          <m:rPr>
                            <m:sty m:val="p"/>
                          </m:rPr>
                          <a:rPr lang="en-US" b="0" i="1" smtClean="0">
                            <a:latin typeface="Cambria Math" panose="02040503050406030204" pitchFamily="18" charset="0"/>
                          </a:rPr>
                          <m:t>i</m:t>
                        </m:r>
                      </m:sub>
                    </m:sSub>
                    <m:r>
                      <a:rPr lang="en-US" b="0" i="1" smtClean="0">
                        <a:latin typeface="Cambria Math" panose="02040503050406030204" pitchFamily="18" charset="0"/>
                      </a:rPr>
                      <m:t>)</m:t>
                    </m:r>
                  </m:oMath>
                </a14:m>
                <a:r>
                  <a:rPr lang="en-US" dirty="0"/>
                  <a:t> specify that mode</a:t>
                </a:r>
              </a:p>
              <a:p>
                <a:endParaRPr lang="LID4096" dirty="0"/>
              </a:p>
            </p:txBody>
          </p:sp>
        </mc:Choice>
        <mc:Fallback xmlns="">
          <p:sp>
            <p:nvSpPr>
              <p:cNvPr id="3" name="Content Placeholder 2">
                <a:extLst>
                  <a:ext uri="{FF2B5EF4-FFF2-40B4-BE49-F238E27FC236}">
                    <a16:creationId xmlns:a16="http://schemas.microsoft.com/office/drawing/2014/main" id="{A1C5E6A0-AEC3-4D43-6E6A-DF67D75A9A72}"/>
                  </a:ext>
                </a:extLst>
              </p:cNvPr>
              <p:cNvSpPr>
                <a:spLocks noGrp="1" noRot="1" noChangeAspect="1" noMove="1" noResize="1" noEditPoints="1" noAdjustHandles="1" noChangeArrowheads="1" noChangeShapeType="1" noTextEdit="1"/>
              </p:cNvSpPr>
              <p:nvPr>
                <p:ph idx="1"/>
              </p:nvPr>
            </p:nvSpPr>
            <p:spPr>
              <a:xfrm>
                <a:off x="497832" y="1128115"/>
                <a:ext cx="8037381" cy="3471157"/>
              </a:xfrm>
              <a:blipFill>
                <a:blip r:embed="rId2"/>
                <a:stretch>
                  <a:fillRect l="-1442" t="-2812"/>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486F4DC8-167A-99A6-7076-77E8530E7281}"/>
              </a:ext>
            </a:extLst>
          </p:cNvPr>
          <p:cNvPicPr>
            <a:picLocks noChangeAspect="1"/>
          </p:cNvPicPr>
          <p:nvPr/>
        </p:nvPicPr>
        <p:blipFill>
          <a:blip r:embed="rId3"/>
          <a:stretch>
            <a:fillRect/>
          </a:stretch>
        </p:blipFill>
        <p:spPr>
          <a:xfrm>
            <a:off x="3769077" y="1428317"/>
            <a:ext cx="2857899" cy="650172"/>
          </a:xfrm>
          <a:prstGeom prst="rect">
            <a:avLst/>
          </a:prstGeom>
        </p:spPr>
      </p:pic>
      <p:pic>
        <p:nvPicPr>
          <p:cNvPr id="7" name="Picture 6">
            <a:extLst>
              <a:ext uri="{FF2B5EF4-FFF2-40B4-BE49-F238E27FC236}">
                <a16:creationId xmlns:a16="http://schemas.microsoft.com/office/drawing/2014/main" id="{90167E43-7823-7442-80D7-2EC29321D5C0}"/>
              </a:ext>
            </a:extLst>
          </p:cNvPr>
          <p:cNvPicPr>
            <a:picLocks noChangeAspect="1"/>
          </p:cNvPicPr>
          <p:nvPr/>
        </p:nvPicPr>
        <p:blipFill>
          <a:blip r:embed="rId4"/>
          <a:srcRect l="87374"/>
          <a:stretch>
            <a:fillRect/>
          </a:stretch>
        </p:blipFill>
        <p:spPr>
          <a:xfrm>
            <a:off x="4167954" y="3362065"/>
            <a:ext cx="252596" cy="285790"/>
          </a:xfrm>
          <a:prstGeom prst="rect">
            <a:avLst/>
          </a:prstGeom>
        </p:spPr>
      </p:pic>
      <p:pic>
        <p:nvPicPr>
          <p:cNvPr id="9" name="Picture 8">
            <a:extLst>
              <a:ext uri="{FF2B5EF4-FFF2-40B4-BE49-F238E27FC236}">
                <a16:creationId xmlns:a16="http://schemas.microsoft.com/office/drawing/2014/main" id="{190BA956-E4CF-892E-0B52-3256800B654A}"/>
              </a:ext>
            </a:extLst>
          </p:cNvPr>
          <p:cNvPicPr>
            <a:picLocks noChangeAspect="1"/>
          </p:cNvPicPr>
          <p:nvPr/>
        </p:nvPicPr>
        <p:blipFill>
          <a:blip r:embed="rId4"/>
          <a:srcRect r="49581"/>
          <a:stretch>
            <a:fillRect/>
          </a:stretch>
        </p:blipFill>
        <p:spPr>
          <a:xfrm>
            <a:off x="3159300" y="3362065"/>
            <a:ext cx="1008654" cy="285790"/>
          </a:xfrm>
          <a:prstGeom prst="rect">
            <a:avLst/>
          </a:prstGeom>
        </p:spPr>
      </p:pic>
      <p:pic>
        <p:nvPicPr>
          <p:cNvPr id="11" name="Picture 10">
            <a:extLst>
              <a:ext uri="{FF2B5EF4-FFF2-40B4-BE49-F238E27FC236}">
                <a16:creationId xmlns:a16="http://schemas.microsoft.com/office/drawing/2014/main" id="{4590C33E-8CFC-A82E-E116-83FEC0542155}"/>
              </a:ext>
            </a:extLst>
          </p:cNvPr>
          <p:cNvPicPr>
            <a:picLocks noChangeAspect="1"/>
          </p:cNvPicPr>
          <p:nvPr/>
        </p:nvPicPr>
        <p:blipFill>
          <a:blip r:embed="rId5"/>
          <a:stretch>
            <a:fillRect/>
          </a:stretch>
        </p:blipFill>
        <p:spPr>
          <a:xfrm>
            <a:off x="1844417" y="3647855"/>
            <a:ext cx="1550410" cy="242921"/>
          </a:xfrm>
          <a:prstGeom prst="rect">
            <a:avLst/>
          </a:prstGeom>
        </p:spPr>
      </p:pic>
      <p:pic>
        <p:nvPicPr>
          <p:cNvPr id="6" name="Picture 5">
            <a:extLst>
              <a:ext uri="{FF2B5EF4-FFF2-40B4-BE49-F238E27FC236}">
                <a16:creationId xmlns:a16="http://schemas.microsoft.com/office/drawing/2014/main" id="{8900BF24-C268-99A1-CB3C-F6A71D4C7268}"/>
              </a:ext>
            </a:extLst>
          </p:cNvPr>
          <p:cNvPicPr>
            <a:picLocks noChangeAspect="1"/>
          </p:cNvPicPr>
          <p:nvPr/>
        </p:nvPicPr>
        <p:blipFill>
          <a:blip r:embed="rId6"/>
          <a:stretch>
            <a:fillRect/>
          </a:stretch>
        </p:blipFill>
        <p:spPr>
          <a:xfrm>
            <a:off x="2441420" y="1428317"/>
            <a:ext cx="613830" cy="593958"/>
          </a:xfrm>
          <a:prstGeom prst="rect">
            <a:avLst/>
          </a:prstGeom>
        </p:spPr>
      </p:pic>
      <p:sp>
        <p:nvSpPr>
          <p:cNvPr id="8" name="Arrow: Left-Right 7">
            <a:extLst>
              <a:ext uri="{FF2B5EF4-FFF2-40B4-BE49-F238E27FC236}">
                <a16:creationId xmlns:a16="http://schemas.microsoft.com/office/drawing/2014/main" id="{E4F41FC7-3336-D001-9410-BF9B9A1F751C}"/>
              </a:ext>
            </a:extLst>
          </p:cNvPr>
          <p:cNvSpPr/>
          <p:nvPr/>
        </p:nvSpPr>
        <p:spPr>
          <a:xfrm>
            <a:off x="3277789" y="1695116"/>
            <a:ext cx="289420" cy="10695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1350"/>
          </a:p>
        </p:txBody>
      </p:sp>
    </p:spTree>
    <p:extLst>
      <p:ext uri="{BB962C8B-B14F-4D97-AF65-F5344CB8AC3E}">
        <p14:creationId xmlns:p14="http://schemas.microsoft.com/office/powerpoint/2010/main" val="27691894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33A06-3589-C9E7-EE85-F1F4118EBA0D}"/>
              </a:ext>
            </a:extLst>
          </p:cNvPr>
          <p:cNvSpPr>
            <a:spLocks noGrp="1"/>
          </p:cNvSpPr>
          <p:nvPr>
            <p:ph type="title"/>
          </p:nvPr>
        </p:nvSpPr>
        <p:spPr/>
        <p:txBody>
          <a:bodyPr>
            <a:noAutofit/>
          </a:bodyPr>
          <a:lstStyle/>
          <a:p>
            <a:r>
              <a:rPr lang="en-US" sz="2600" dirty="0"/>
              <a:t>Factorizing the GMRF to construct the graph</a:t>
            </a:r>
            <a:endParaRPr lang="LID4096" sz="2600" dirty="0"/>
          </a:p>
        </p:txBody>
      </p:sp>
      <p:sp>
        <p:nvSpPr>
          <p:cNvPr id="3" name="Content Placeholder 2">
            <a:extLst>
              <a:ext uri="{FF2B5EF4-FFF2-40B4-BE49-F238E27FC236}">
                <a16:creationId xmlns:a16="http://schemas.microsoft.com/office/drawing/2014/main" id="{7D1FCDAA-B0BD-0BA8-7ED8-B37D73F18566}"/>
              </a:ext>
            </a:extLst>
          </p:cNvPr>
          <p:cNvSpPr>
            <a:spLocks noGrp="1"/>
          </p:cNvSpPr>
          <p:nvPr>
            <p:ph idx="1"/>
          </p:nvPr>
        </p:nvSpPr>
        <p:spPr/>
        <p:txBody>
          <a:bodyPr/>
          <a:lstStyle/>
          <a:p>
            <a:r>
              <a:rPr lang="en-US" dirty="0"/>
              <a:t>A GMRF is quadratic and factorizes into unary and binary factors</a:t>
            </a:r>
          </a:p>
          <a:p>
            <a:endParaRPr lang="en-US" dirty="0"/>
          </a:p>
          <a:p>
            <a:endParaRPr lang="en-US" dirty="0"/>
          </a:p>
          <a:p>
            <a:r>
              <a:rPr lang="en-US" dirty="0"/>
              <a:t>Collecting and naming terms, we get</a:t>
            </a:r>
          </a:p>
          <a:p>
            <a:endParaRPr lang="en-US" dirty="0"/>
          </a:p>
          <a:p>
            <a:endParaRPr lang="en-US" dirty="0"/>
          </a:p>
          <a:p>
            <a:r>
              <a:rPr lang="en-US" dirty="0"/>
              <a:t>where </a:t>
            </a:r>
            <a:endParaRPr lang="LID4096" dirty="0"/>
          </a:p>
        </p:txBody>
      </p:sp>
      <p:pic>
        <p:nvPicPr>
          <p:cNvPr id="5" name="Picture 4">
            <a:extLst>
              <a:ext uri="{FF2B5EF4-FFF2-40B4-BE49-F238E27FC236}">
                <a16:creationId xmlns:a16="http://schemas.microsoft.com/office/drawing/2014/main" id="{F3529599-610F-5873-B5CC-2043D67D8019}"/>
              </a:ext>
            </a:extLst>
          </p:cNvPr>
          <p:cNvPicPr>
            <a:picLocks noChangeAspect="1"/>
          </p:cNvPicPr>
          <p:nvPr/>
        </p:nvPicPr>
        <p:blipFill>
          <a:blip r:embed="rId2"/>
          <a:stretch>
            <a:fillRect/>
          </a:stretch>
        </p:blipFill>
        <p:spPr>
          <a:xfrm>
            <a:off x="2176742" y="1529960"/>
            <a:ext cx="4808904" cy="758327"/>
          </a:xfrm>
          <a:prstGeom prst="rect">
            <a:avLst/>
          </a:prstGeom>
        </p:spPr>
      </p:pic>
      <p:pic>
        <p:nvPicPr>
          <p:cNvPr id="7" name="Picture 6">
            <a:extLst>
              <a:ext uri="{FF2B5EF4-FFF2-40B4-BE49-F238E27FC236}">
                <a16:creationId xmlns:a16="http://schemas.microsoft.com/office/drawing/2014/main" id="{04D20DBA-DB3F-FF90-A048-39784D625829}"/>
              </a:ext>
            </a:extLst>
          </p:cNvPr>
          <p:cNvPicPr>
            <a:picLocks noChangeAspect="1"/>
          </p:cNvPicPr>
          <p:nvPr/>
        </p:nvPicPr>
        <p:blipFill>
          <a:blip r:embed="rId3"/>
          <a:stretch>
            <a:fillRect/>
          </a:stretch>
        </p:blipFill>
        <p:spPr>
          <a:xfrm>
            <a:off x="2603775" y="2839392"/>
            <a:ext cx="3177194" cy="743382"/>
          </a:xfrm>
          <a:prstGeom prst="rect">
            <a:avLst/>
          </a:prstGeom>
        </p:spPr>
      </p:pic>
      <p:pic>
        <p:nvPicPr>
          <p:cNvPr id="9" name="Picture 8">
            <a:extLst>
              <a:ext uri="{FF2B5EF4-FFF2-40B4-BE49-F238E27FC236}">
                <a16:creationId xmlns:a16="http://schemas.microsoft.com/office/drawing/2014/main" id="{CAB1BC73-2560-6C9D-9EC1-0E53D5DAA02C}"/>
              </a:ext>
            </a:extLst>
          </p:cNvPr>
          <p:cNvPicPr>
            <a:picLocks noChangeAspect="1"/>
          </p:cNvPicPr>
          <p:nvPr/>
        </p:nvPicPr>
        <p:blipFill>
          <a:blip r:embed="rId4"/>
          <a:stretch>
            <a:fillRect/>
          </a:stretch>
        </p:blipFill>
        <p:spPr>
          <a:xfrm>
            <a:off x="2409675" y="3693131"/>
            <a:ext cx="3638703" cy="1295514"/>
          </a:xfrm>
          <a:prstGeom prst="rect">
            <a:avLst/>
          </a:prstGeom>
        </p:spPr>
      </p:pic>
      <p:pic>
        <p:nvPicPr>
          <p:cNvPr id="11" name="Picture 10">
            <a:extLst>
              <a:ext uri="{FF2B5EF4-FFF2-40B4-BE49-F238E27FC236}">
                <a16:creationId xmlns:a16="http://schemas.microsoft.com/office/drawing/2014/main" id="{1D356A21-B995-E82C-D94E-EC3C087F6094}"/>
              </a:ext>
            </a:extLst>
          </p:cNvPr>
          <p:cNvPicPr>
            <a:picLocks noChangeAspect="1"/>
          </p:cNvPicPr>
          <p:nvPr/>
        </p:nvPicPr>
        <p:blipFill>
          <a:blip r:embed="rId5"/>
          <a:stretch>
            <a:fillRect/>
          </a:stretch>
        </p:blipFill>
        <p:spPr>
          <a:xfrm>
            <a:off x="6315788" y="2811988"/>
            <a:ext cx="1986240" cy="1921937"/>
          </a:xfrm>
          <a:prstGeom prst="rect">
            <a:avLst/>
          </a:prstGeom>
        </p:spPr>
      </p:pic>
      <p:pic>
        <p:nvPicPr>
          <p:cNvPr id="13" name="Picture 12">
            <a:extLst>
              <a:ext uri="{FF2B5EF4-FFF2-40B4-BE49-F238E27FC236}">
                <a16:creationId xmlns:a16="http://schemas.microsoft.com/office/drawing/2014/main" id="{E16D16DD-663A-DB8F-9817-9E017773B64C}"/>
              </a:ext>
            </a:extLst>
          </p:cNvPr>
          <p:cNvPicPr>
            <a:picLocks noChangeAspect="1"/>
          </p:cNvPicPr>
          <p:nvPr/>
        </p:nvPicPr>
        <p:blipFill>
          <a:blip r:embed="rId6"/>
          <a:stretch>
            <a:fillRect/>
          </a:stretch>
        </p:blipFill>
        <p:spPr>
          <a:xfrm>
            <a:off x="6764159" y="2372873"/>
            <a:ext cx="442974" cy="307224"/>
          </a:xfrm>
          <a:prstGeom prst="rect">
            <a:avLst/>
          </a:prstGeom>
        </p:spPr>
      </p:pic>
      <p:pic>
        <p:nvPicPr>
          <p:cNvPr id="15" name="Picture 14">
            <a:extLst>
              <a:ext uri="{FF2B5EF4-FFF2-40B4-BE49-F238E27FC236}">
                <a16:creationId xmlns:a16="http://schemas.microsoft.com/office/drawing/2014/main" id="{9B72BB03-6040-911F-A6BB-D826299A7F14}"/>
              </a:ext>
            </a:extLst>
          </p:cNvPr>
          <p:cNvPicPr>
            <a:picLocks noChangeAspect="1"/>
          </p:cNvPicPr>
          <p:nvPr/>
        </p:nvPicPr>
        <p:blipFill>
          <a:blip r:embed="rId7"/>
          <a:stretch>
            <a:fillRect/>
          </a:stretch>
        </p:blipFill>
        <p:spPr>
          <a:xfrm>
            <a:off x="7840029" y="2372873"/>
            <a:ext cx="757343" cy="300080"/>
          </a:xfrm>
          <a:prstGeom prst="rect">
            <a:avLst/>
          </a:prstGeom>
        </p:spPr>
      </p:pic>
      <p:cxnSp>
        <p:nvCxnSpPr>
          <p:cNvPr id="17" name="Connector: Elbow 16">
            <a:extLst>
              <a:ext uri="{FF2B5EF4-FFF2-40B4-BE49-F238E27FC236}">
                <a16:creationId xmlns:a16="http://schemas.microsoft.com/office/drawing/2014/main" id="{F25055E7-76F4-ABC1-FCE1-63FED33295B6}"/>
              </a:ext>
            </a:extLst>
          </p:cNvPr>
          <p:cNvCxnSpPr>
            <a:stCxn id="13" idx="1"/>
          </p:cNvCxnSpPr>
          <p:nvPr/>
        </p:nvCxnSpPr>
        <p:spPr>
          <a:xfrm rot="10800000" flipV="1">
            <a:off x="6448783" y="2526485"/>
            <a:ext cx="315377" cy="34265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nector: Elbow 18">
            <a:extLst>
              <a:ext uri="{FF2B5EF4-FFF2-40B4-BE49-F238E27FC236}">
                <a16:creationId xmlns:a16="http://schemas.microsoft.com/office/drawing/2014/main" id="{B0DB3C73-2F04-B2BA-8FD5-BB4515F88DFB}"/>
              </a:ext>
            </a:extLst>
          </p:cNvPr>
          <p:cNvCxnSpPr>
            <a:stCxn id="15" idx="1"/>
          </p:cNvCxnSpPr>
          <p:nvPr/>
        </p:nvCxnSpPr>
        <p:spPr>
          <a:xfrm rot="10800000" flipV="1">
            <a:off x="7631886" y="2522913"/>
            <a:ext cx="208144" cy="394462"/>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AB5F48BD-84BA-1FDE-C3AF-756B5D98D2FF}"/>
              </a:ext>
            </a:extLst>
          </p:cNvPr>
          <p:cNvSpPr txBox="1"/>
          <p:nvPr/>
        </p:nvSpPr>
        <p:spPr>
          <a:xfrm>
            <a:off x="6606471" y="4782760"/>
            <a:ext cx="1682512" cy="300082"/>
          </a:xfrm>
          <a:prstGeom prst="rect">
            <a:avLst/>
          </a:prstGeom>
          <a:noFill/>
        </p:spPr>
        <p:txBody>
          <a:bodyPr wrap="none" rtlCol="0">
            <a:spAutoFit/>
          </a:bodyPr>
          <a:lstStyle/>
          <a:p>
            <a:r>
              <a:rPr lang="en-US" sz="1350" dirty="0"/>
              <a:t>* one example GMRF</a:t>
            </a:r>
            <a:endParaRPr lang="LID4096" sz="1350" dirty="0"/>
          </a:p>
        </p:txBody>
      </p:sp>
    </p:spTree>
    <p:extLst>
      <p:ext uri="{BB962C8B-B14F-4D97-AF65-F5344CB8AC3E}">
        <p14:creationId xmlns:p14="http://schemas.microsoft.com/office/powerpoint/2010/main" val="2221638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ADB75F-AC88-D4EB-012F-BEDA5C7DEB30}"/>
              </a:ext>
            </a:extLst>
          </p:cNvPr>
          <p:cNvSpPr>
            <a:spLocks noGrp="1"/>
          </p:cNvSpPr>
          <p:nvPr>
            <p:ph type="title"/>
          </p:nvPr>
        </p:nvSpPr>
        <p:spPr/>
        <p:txBody>
          <a:bodyPr>
            <a:noAutofit/>
          </a:bodyPr>
          <a:lstStyle/>
          <a:p>
            <a:r>
              <a:rPr lang="en-US" sz="2600" dirty="0"/>
              <a:t>Mean / Marginal inference by message-passing</a:t>
            </a:r>
            <a:endParaRPr lang="LID4096" sz="2600" dirty="0"/>
          </a:p>
        </p:txBody>
      </p:sp>
      <p:sp>
        <p:nvSpPr>
          <p:cNvPr id="3" name="Content Placeholder 2">
            <a:extLst>
              <a:ext uri="{FF2B5EF4-FFF2-40B4-BE49-F238E27FC236}">
                <a16:creationId xmlns:a16="http://schemas.microsoft.com/office/drawing/2014/main" id="{62407176-70D7-489F-8560-8CBE687C6D7C}"/>
              </a:ext>
            </a:extLst>
          </p:cNvPr>
          <p:cNvSpPr>
            <a:spLocks noGrp="1"/>
          </p:cNvSpPr>
          <p:nvPr>
            <p:ph idx="1"/>
          </p:nvPr>
        </p:nvSpPr>
        <p:spPr/>
        <p:txBody>
          <a:bodyPr/>
          <a:lstStyle/>
          <a:p>
            <a:r>
              <a:rPr lang="en-US" dirty="0"/>
              <a:t>Message-passing = distributed, approximate marginal inference</a:t>
            </a:r>
          </a:p>
          <a:p>
            <a:pPr lvl="1"/>
            <a:r>
              <a:rPr lang="en-US" dirty="0"/>
              <a:t>In this case, we use </a:t>
            </a:r>
            <a:r>
              <a:rPr lang="en-US" b="1" dirty="0"/>
              <a:t>sum-product message-passing</a:t>
            </a:r>
            <a:r>
              <a:rPr lang="en-US" dirty="0"/>
              <a:t> </a:t>
            </a:r>
          </a:p>
          <a:p>
            <a:r>
              <a:rPr lang="en-US" dirty="0"/>
              <a:t>Two iterative steps until convergence: </a:t>
            </a:r>
          </a:p>
          <a:p>
            <a:pPr lvl="1"/>
            <a:r>
              <a:rPr lang="en-US" dirty="0"/>
              <a:t>send messages between adjacent nodes</a:t>
            </a:r>
          </a:p>
          <a:p>
            <a:pPr lvl="1"/>
            <a:r>
              <a:rPr lang="en-US" dirty="0"/>
              <a:t>compute marginals at each node</a:t>
            </a:r>
          </a:p>
          <a:p>
            <a:r>
              <a:rPr lang="en-US" dirty="0"/>
              <a:t>Messages are computed per</a:t>
            </a:r>
          </a:p>
          <a:p>
            <a:endParaRPr lang="en-US" dirty="0"/>
          </a:p>
          <a:p>
            <a:r>
              <a:rPr lang="en-US" dirty="0"/>
              <a:t>Marginals computed per </a:t>
            </a:r>
          </a:p>
          <a:p>
            <a:r>
              <a:rPr lang="en-US" dirty="0"/>
              <a:t> Analytic update </a:t>
            </a:r>
            <a:r>
              <a:rPr lang="en-US" dirty="0" err="1"/>
              <a:t>eqs</a:t>
            </a:r>
            <a:r>
              <a:rPr lang="en-US" dirty="0"/>
              <a:t>. next slide</a:t>
            </a:r>
          </a:p>
        </p:txBody>
      </p:sp>
      <p:pic>
        <p:nvPicPr>
          <p:cNvPr id="5" name="Picture 4">
            <a:extLst>
              <a:ext uri="{FF2B5EF4-FFF2-40B4-BE49-F238E27FC236}">
                <a16:creationId xmlns:a16="http://schemas.microsoft.com/office/drawing/2014/main" id="{89541989-C27B-87F1-AC7A-8D14DC2BE641}"/>
              </a:ext>
            </a:extLst>
          </p:cNvPr>
          <p:cNvPicPr>
            <a:picLocks noChangeAspect="1"/>
          </p:cNvPicPr>
          <p:nvPr/>
        </p:nvPicPr>
        <p:blipFill>
          <a:blip r:embed="rId2"/>
          <a:stretch>
            <a:fillRect/>
          </a:stretch>
        </p:blipFill>
        <p:spPr>
          <a:xfrm>
            <a:off x="4163687" y="2999857"/>
            <a:ext cx="3579518" cy="571580"/>
          </a:xfrm>
          <a:prstGeom prst="rect">
            <a:avLst/>
          </a:prstGeom>
        </p:spPr>
      </p:pic>
      <p:cxnSp>
        <p:nvCxnSpPr>
          <p:cNvPr id="28" name="Straight Connector 27">
            <a:extLst>
              <a:ext uri="{FF2B5EF4-FFF2-40B4-BE49-F238E27FC236}">
                <a16:creationId xmlns:a16="http://schemas.microsoft.com/office/drawing/2014/main" id="{B6F9DE23-0211-C01E-0E7E-A6FAFA8659F7}"/>
              </a:ext>
            </a:extLst>
          </p:cNvPr>
          <p:cNvCxnSpPr/>
          <p:nvPr/>
        </p:nvCxnSpPr>
        <p:spPr>
          <a:xfrm>
            <a:off x="4316931" y="3392678"/>
            <a:ext cx="519764" cy="0"/>
          </a:xfrm>
          <a:prstGeom prst="line">
            <a:avLst/>
          </a:prstGeom>
        </p:spPr>
        <p:style>
          <a:lnRef idx="2">
            <a:schemeClr val="accent6"/>
          </a:lnRef>
          <a:fillRef idx="0">
            <a:schemeClr val="accent6"/>
          </a:fillRef>
          <a:effectRef idx="1">
            <a:schemeClr val="accent6"/>
          </a:effectRef>
          <a:fontRef idx="minor">
            <a:schemeClr val="tx1"/>
          </a:fontRef>
        </p:style>
      </p:cxnSp>
      <p:cxnSp>
        <p:nvCxnSpPr>
          <p:cNvPr id="35" name="Straight Connector 34">
            <a:extLst>
              <a:ext uri="{FF2B5EF4-FFF2-40B4-BE49-F238E27FC236}">
                <a16:creationId xmlns:a16="http://schemas.microsoft.com/office/drawing/2014/main" id="{3E1469C9-CEB5-2AF5-E0D8-CA22560F0397}"/>
              </a:ext>
            </a:extLst>
          </p:cNvPr>
          <p:cNvCxnSpPr/>
          <p:nvPr/>
        </p:nvCxnSpPr>
        <p:spPr>
          <a:xfrm>
            <a:off x="6836921" y="3415143"/>
            <a:ext cx="519764" cy="0"/>
          </a:xfrm>
          <a:prstGeom prst="line">
            <a:avLst/>
          </a:prstGeom>
        </p:spPr>
        <p:style>
          <a:lnRef idx="2">
            <a:schemeClr val="accent5"/>
          </a:lnRef>
          <a:fillRef idx="0">
            <a:schemeClr val="accent5"/>
          </a:fillRef>
          <a:effectRef idx="1">
            <a:schemeClr val="accent5"/>
          </a:effectRef>
          <a:fontRef idx="minor">
            <a:schemeClr val="tx1"/>
          </a:fontRef>
        </p:style>
      </p:cxnSp>
      <p:pic>
        <p:nvPicPr>
          <p:cNvPr id="40" name="Picture 39">
            <a:extLst>
              <a:ext uri="{FF2B5EF4-FFF2-40B4-BE49-F238E27FC236}">
                <a16:creationId xmlns:a16="http://schemas.microsoft.com/office/drawing/2014/main" id="{5B3FECE5-FD75-0FCB-9166-2B8CFD851961}"/>
              </a:ext>
            </a:extLst>
          </p:cNvPr>
          <p:cNvPicPr>
            <a:picLocks noChangeAspect="1"/>
          </p:cNvPicPr>
          <p:nvPr/>
        </p:nvPicPr>
        <p:blipFill>
          <a:blip r:embed="rId3"/>
          <a:stretch>
            <a:fillRect/>
          </a:stretch>
        </p:blipFill>
        <p:spPr>
          <a:xfrm>
            <a:off x="7198032" y="1747945"/>
            <a:ext cx="1724588" cy="1230256"/>
          </a:xfrm>
          <a:prstGeom prst="rect">
            <a:avLst/>
          </a:prstGeom>
        </p:spPr>
      </p:pic>
      <p:pic>
        <p:nvPicPr>
          <p:cNvPr id="42" name="Picture 41">
            <a:extLst>
              <a:ext uri="{FF2B5EF4-FFF2-40B4-BE49-F238E27FC236}">
                <a16:creationId xmlns:a16="http://schemas.microsoft.com/office/drawing/2014/main" id="{F13FD394-7A75-A47F-2C99-F3FB84397DB3}"/>
              </a:ext>
            </a:extLst>
          </p:cNvPr>
          <p:cNvPicPr>
            <a:picLocks noChangeAspect="1"/>
          </p:cNvPicPr>
          <p:nvPr/>
        </p:nvPicPr>
        <p:blipFill>
          <a:blip r:embed="rId4"/>
          <a:stretch>
            <a:fillRect/>
          </a:stretch>
        </p:blipFill>
        <p:spPr>
          <a:xfrm>
            <a:off x="3828552" y="3746342"/>
            <a:ext cx="1979095" cy="435830"/>
          </a:xfrm>
          <a:prstGeom prst="rect">
            <a:avLst/>
          </a:prstGeom>
        </p:spPr>
      </p:pic>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72F6749-DC10-FFFC-D773-DC5D5AA470FC}"/>
                  </a:ext>
                </a:extLst>
              </p:cNvPr>
              <p:cNvSpPr txBox="1"/>
              <p:nvPr/>
            </p:nvSpPr>
            <p:spPr>
              <a:xfrm>
                <a:off x="7648791" y="3130970"/>
                <a:ext cx="352982" cy="300082"/>
              </a:xfrm>
              <a:prstGeom prst="rect">
                <a:avLst/>
              </a:prstGeom>
              <a:noFill/>
            </p:spPr>
            <p:txBody>
              <a:bodyPr wrap="none" rtlCol="0">
                <a:spAutoFit/>
              </a:bodyPr>
              <a:lstStyle/>
              <a:p>
                <a:pPr/>
                <a14:m>
                  <m:oMathPara xmlns:m="http://schemas.openxmlformats.org/officeDocument/2006/math">
                    <m:oMath>
                      <m:r>
                        <a:rPr lang="en-US" sz="1350" i="1">
                          <a:latin typeface="Cambria Math" panose="02040503050406030204" pitchFamily="18" charset="0"/>
                        </a:rPr>
                        <m:t>=</m:t>
                      </m:r>
                    </m:oMath>
                  </m:oMathPara>
                </a14:m>
                <a:endParaRPr lang="LID4096" sz="1350" dirty="0"/>
              </a:p>
            </p:txBody>
          </p:sp>
        </mc:Choice>
        <mc:Fallback xmlns="">
          <p:sp>
            <p:nvSpPr>
              <p:cNvPr id="48" name="TextBox 47">
                <a:extLst>
                  <a:ext uri="{FF2B5EF4-FFF2-40B4-BE49-F238E27FC236}">
                    <a16:creationId xmlns:a16="http://schemas.microsoft.com/office/drawing/2014/main" id="{B72F6749-DC10-FFFC-D773-DC5D5AA470FC}"/>
                  </a:ext>
                </a:extLst>
              </p:cNvPr>
              <p:cNvSpPr txBox="1">
                <a:spLocks noRot="1" noChangeAspect="1" noMove="1" noResize="1" noEditPoints="1" noAdjustHandles="1" noChangeArrowheads="1" noChangeShapeType="1" noTextEdit="1"/>
              </p:cNvSpPr>
              <p:nvPr/>
            </p:nvSpPr>
            <p:spPr>
              <a:xfrm>
                <a:off x="7648791" y="3130970"/>
                <a:ext cx="352982" cy="300082"/>
              </a:xfrm>
              <a:prstGeom prst="rect">
                <a:avLst/>
              </a:prstGeom>
              <a:blipFill>
                <a:blip r:embed="rId5"/>
                <a:stretch>
                  <a:fillRect/>
                </a:stretch>
              </a:blipFill>
            </p:spPr>
            <p:txBody>
              <a:bodyPr/>
              <a:lstStyle/>
              <a:p>
                <a:r>
                  <a:rPr lang="en-US">
                    <a:noFill/>
                  </a:rPr>
                  <a:t> </a:t>
                </a:r>
              </a:p>
            </p:txBody>
          </p:sp>
        </mc:Fallback>
      </mc:AlternateContent>
      <p:pic>
        <p:nvPicPr>
          <p:cNvPr id="50" name="Picture 49">
            <a:extLst>
              <a:ext uri="{FF2B5EF4-FFF2-40B4-BE49-F238E27FC236}">
                <a16:creationId xmlns:a16="http://schemas.microsoft.com/office/drawing/2014/main" id="{301ACFB0-574C-0C5F-7E27-43F0AC1A3D8A}"/>
              </a:ext>
            </a:extLst>
          </p:cNvPr>
          <p:cNvPicPr>
            <a:picLocks noChangeAspect="1"/>
          </p:cNvPicPr>
          <p:nvPr/>
        </p:nvPicPr>
        <p:blipFill>
          <a:blip r:embed="rId6"/>
          <a:srcRect t="33622" b="32905"/>
          <a:stretch>
            <a:fillRect/>
          </a:stretch>
        </p:blipFill>
        <p:spPr>
          <a:xfrm>
            <a:off x="7873579" y="3130970"/>
            <a:ext cx="1210487" cy="327159"/>
          </a:xfrm>
          <a:prstGeom prst="rect">
            <a:avLst/>
          </a:prstGeom>
        </p:spPr>
      </p:pic>
      <p:pic>
        <p:nvPicPr>
          <p:cNvPr id="52" name="Picture 51">
            <a:extLst>
              <a:ext uri="{FF2B5EF4-FFF2-40B4-BE49-F238E27FC236}">
                <a16:creationId xmlns:a16="http://schemas.microsoft.com/office/drawing/2014/main" id="{D204614B-62D4-701C-7F8F-C819AE5619EC}"/>
              </a:ext>
            </a:extLst>
          </p:cNvPr>
          <p:cNvPicPr>
            <a:picLocks noChangeAspect="1"/>
          </p:cNvPicPr>
          <p:nvPr/>
        </p:nvPicPr>
        <p:blipFill>
          <a:blip r:embed="rId6"/>
          <a:srcRect l="2202" t="64822" r="-2202" b="1705"/>
          <a:stretch>
            <a:fillRect/>
          </a:stretch>
        </p:blipFill>
        <p:spPr>
          <a:xfrm>
            <a:off x="5987545" y="3746342"/>
            <a:ext cx="1210487" cy="327159"/>
          </a:xfrm>
          <a:prstGeom prst="rect">
            <a:avLst/>
          </a:prstGeom>
        </p:spPr>
      </p:pic>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262B101-66AF-3A61-CF75-8A3CAEBE8460}"/>
                  </a:ext>
                </a:extLst>
              </p:cNvPr>
              <p:cNvSpPr txBox="1"/>
              <p:nvPr/>
            </p:nvSpPr>
            <p:spPr>
              <a:xfrm>
                <a:off x="5788797" y="3771422"/>
                <a:ext cx="352982" cy="300082"/>
              </a:xfrm>
              <a:prstGeom prst="rect">
                <a:avLst/>
              </a:prstGeom>
              <a:noFill/>
            </p:spPr>
            <p:txBody>
              <a:bodyPr wrap="none" rtlCol="0">
                <a:spAutoFit/>
              </a:bodyPr>
              <a:lstStyle/>
              <a:p>
                <a:pPr/>
                <a14:m>
                  <m:oMathPara xmlns:m="http://schemas.openxmlformats.org/officeDocument/2006/math">
                    <m:oMath>
                      <m:r>
                        <a:rPr lang="en-US" sz="1350" i="1">
                          <a:latin typeface="Cambria Math" panose="02040503050406030204" pitchFamily="18" charset="0"/>
                        </a:rPr>
                        <m:t>=</m:t>
                      </m:r>
                    </m:oMath>
                  </m:oMathPara>
                </a14:m>
                <a:endParaRPr lang="LID4096" sz="1350" dirty="0"/>
              </a:p>
            </p:txBody>
          </p:sp>
        </mc:Choice>
        <mc:Fallback xmlns="">
          <p:sp>
            <p:nvSpPr>
              <p:cNvPr id="53" name="TextBox 52">
                <a:extLst>
                  <a:ext uri="{FF2B5EF4-FFF2-40B4-BE49-F238E27FC236}">
                    <a16:creationId xmlns:a16="http://schemas.microsoft.com/office/drawing/2014/main" id="{D262B101-66AF-3A61-CF75-8A3CAEBE8460}"/>
                  </a:ext>
                </a:extLst>
              </p:cNvPr>
              <p:cNvSpPr txBox="1">
                <a:spLocks noRot="1" noChangeAspect="1" noMove="1" noResize="1" noEditPoints="1" noAdjustHandles="1" noChangeArrowheads="1" noChangeShapeType="1" noTextEdit="1"/>
              </p:cNvSpPr>
              <p:nvPr/>
            </p:nvSpPr>
            <p:spPr>
              <a:xfrm>
                <a:off x="5788797" y="3771422"/>
                <a:ext cx="352982" cy="300082"/>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63904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18B90-8C08-139F-FBA3-DF66439736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A048EB-9C90-FFE9-E7F2-F47C4A1A3A0B}"/>
              </a:ext>
            </a:extLst>
          </p:cNvPr>
          <p:cNvSpPr>
            <a:spLocks noGrp="1"/>
          </p:cNvSpPr>
          <p:nvPr>
            <p:ph type="title"/>
          </p:nvPr>
        </p:nvSpPr>
        <p:spPr/>
        <p:txBody>
          <a:bodyPr>
            <a:noAutofit/>
          </a:bodyPr>
          <a:lstStyle/>
          <a:p>
            <a:r>
              <a:rPr lang="en-US" sz="2600" dirty="0"/>
              <a:t>Mean / Marginal inference by message-passing</a:t>
            </a:r>
            <a:endParaRPr lang="LID4096" sz="2600" dirty="0"/>
          </a:p>
        </p:txBody>
      </p:sp>
      <p:sp>
        <p:nvSpPr>
          <p:cNvPr id="3" name="Content Placeholder 2">
            <a:extLst>
              <a:ext uri="{FF2B5EF4-FFF2-40B4-BE49-F238E27FC236}">
                <a16:creationId xmlns:a16="http://schemas.microsoft.com/office/drawing/2014/main" id="{2FA58DF9-5A3C-CF02-2A59-F6886259732D}"/>
              </a:ext>
            </a:extLst>
          </p:cNvPr>
          <p:cNvSpPr>
            <a:spLocks noGrp="1"/>
          </p:cNvSpPr>
          <p:nvPr>
            <p:ph idx="1"/>
          </p:nvPr>
        </p:nvSpPr>
        <p:spPr/>
        <p:txBody>
          <a:bodyPr/>
          <a:lstStyle/>
          <a:p>
            <a:r>
              <a:rPr lang="en-US" dirty="0"/>
              <a:t>Define cavity belief at node </a:t>
            </a:r>
            <a:r>
              <a:rPr lang="en-US" dirty="0" err="1"/>
              <a:t>i</a:t>
            </a:r>
            <a:r>
              <a:rPr lang="en-US" dirty="0"/>
              <a:t> (belief at </a:t>
            </a:r>
            <a:r>
              <a:rPr lang="en-US" dirty="0" err="1"/>
              <a:t>i</a:t>
            </a:r>
            <a:r>
              <a:rPr lang="en-US" dirty="0"/>
              <a:t> ignoring j)</a:t>
            </a:r>
          </a:p>
          <a:p>
            <a:endParaRPr lang="en-US" dirty="0"/>
          </a:p>
          <a:p>
            <a:endParaRPr lang="en-US" dirty="0"/>
          </a:p>
          <a:p>
            <a:r>
              <a:rPr lang="en-US" dirty="0"/>
              <a:t>Form message from </a:t>
            </a:r>
            <a:r>
              <a:rPr lang="en-US" dirty="0" err="1"/>
              <a:t>i</a:t>
            </a:r>
            <a:r>
              <a:rPr lang="en-US" dirty="0"/>
              <a:t> to j</a:t>
            </a:r>
          </a:p>
          <a:p>
            <a:endParaRPr lang="en-US" dirty="0"/>
          </a:p>
          <a:p>
            <a:endParaRPr lang="en-US" dirty="0"/>
          </a:p>
          <a:p>
            <a:r>
              <a:rPr lang="en-US" dirty="0"/>
              <a:t>Obtain current belief for node </a:t>
            </a:r>
            <a:r>
              <a:rPr lang="en-US" dirty="0" err="1"/>
              <a:t>i</a:t>
            </a:r>
            <a:endParaRPr lang="en-US" dirty="0"/>
          </a:p>
        </p:txBody>
      </p:sp>
      <p:cxnSp>
        <p:nvCxnSpPr>
          <p:cNvPr id="28" name="Straight Connector 27">
            <a:extLst>
              <a:ext uri="{FF2B5EF4-FFF2-40B4-BE49-F238E27FC236}">
                <a16:creationId xmlns:a16="http://schemas.microsoft.com/office/drawing/2014/main" id="{B08BE115-5408-22EE-D796-77D76331CB14}"/>
              </a:ext>
            </a:extLst>
          </p:cNvPr>
          <p:cNvCxnSpPr/>
          <p:nvPr/>
        </p:nvCxnSpPr>
        <p:spPr>
          <a:xfrm>
            <a:off x="4316931" y="3392678"/>
            <a:ext cx="519764" cy="0"/>
          </a:xfrm>
          <a:prstGeom prst="line">
            <a:avLst/>
          </a:prstGeom>
        </p:spPr>
        <p:style>
          <a:lnRef idx="2">
            <a:schemeClr val="accent6"/>
          </a:lnRef>
          <a:fillRef idx="0">
            <a:schemeClr val="accent6"/>
          </a:fillRef>
          <a:effectRef idx="1">
            <a:schemeClr val="accent6"/>
          </a:effectRef>
          <a:fontRef idx="minor">
            <a:schemeClr val="tx1"/>
          </a:fontRef>
        </p:style>
      </p:cxnSp>
      <p:pic>
        <p:nvPicPr>
          <p:cNvPr id="10" name="Picture 9">
            <a:extLst>
              <a:ext uri="{FF2B5EF4-FFF2-40B4-BE49-F238E27FC236}">
                <a16:creationId xmlns:a16="http://schemas.microsoft.com/office/drawing/2014/main" id="{7A5F38B1-1E5D-A437-1E88-9956A441B8A1}"/>
              </a:ext>
            </a:extLst>
          </p:cNvPr>
          <p:cNvPicPr>
            <a:picLocks noChangeAspect="1"/>
          </p:cNvPicPr>
          <p:nvPr/>
        </p:nvPicPr>
        <p:blipFill>
          <a:blip r:embed="rId3"/>
          <a:srcRect b="51840"/>
          <a:stretch>
            <a:fillRect/>
          </a:stretch>
        </p:blipFill>
        <p:spPr>
          <a:xfrm>
            <a:off x="2858377" y="1843371"/>
            <a:ext cx="2021963" cy="519577"/>
          </a:xfrm>
          <a:prstGeom prst="rect">
            <a:avLst/>
          </a:prstGeom>
        </p:spPr>
      </p:pic>
      <p:pic>
        <p:nvPicPr>
          <p:cNvPr id="11" name="Picture 10">
            <a:extLst>
              <a:ext uri="{FF2B5EF4-FFF2-40B4-BE49-F238E27FC236}">
                <a16:creationId xmlns:a16="http://schemas.microsoft.com/office/drawing/2014/main" id="{25007C3A-2EF1-2132-D3A6-7E65C6BDA556}"/>
              </a:ext>
            </a:extLst>
          </p:cNvPr>
          <p:cNvPicPr>
            <a:picLocks noChangeAspect="1"/>
          </p:cNvPicPr>
          <p:nvPr/>
        </p:nvPicPr>
        <p:blipFill>
          <a:blip r:embed="rId3"/>
          <a:srcRect t="48428" b="3412"/>
          <a:stretch>
            <a:fillRect/>
          </a:stretch>
        </p:blipFill>
        <p:spPr>
          <a:xfrm>
            <a:off x="4880341" y="1843372"/>
            <a:ext cx="2021963" cy="519577"/>
          </a:xfrm>
          <a:prstGeom prst="rect">
            <a:avLst/>
          </a:prstGeom>
        </p:spPr>
      </p:pic>
      <p:pic>
        <p:nvPicPr>
          <p:cNvPr id="13" name="Picture 12">
            <a:extLst>
              <a:ext uri="{FF2B5EF4-FFF2-40B4-BE49-F238E27FC236}">
                <a16:creationId xmlns:a16="http://schemas.microsoft.com/office/drawing/2014/main" id="{19CA2C8D-F909-BBA5-5078-448B3E405FB9}"/>
              </a:ext>
            </a:extLst>
          </p:cNvPr>
          <p:cNvPicPr>
            <a:picLocks noChangeAspect="1"/>
          </p:cNvPicPr>
          <p:nvPr/>
        </p:nvPicPr>
        <p:blipFill>
          <a:blip r:embed="rId4"/>
          <a:stretch>
            <a:fillRect/>
          </a:stretch>
        </p:blipFill>
        <p:spPr>
          <a:xfrm>
            <a:off x="2858377" y="2837100"/>
            <a:ext cx="2379201" cy="578725"/>
          </a:xfrm>
          <a:prstGeom prst="rect">
            <a:avLst/>
          </a:prstGeom>
        </p:spPr>
      </p:pic>
      <p:pic>
        <p:nvPicPr>
          <p:cNvPr id="15" name="Picture 14">
            <a:extLst>
              <a:ext uri="{FF2B5EF4-FFF2-40B4-BE49-F238E27FC236}">
                <a16:creationId xmlns:a16="http://schemas.microsoft.com/office/drawing/2014/main" id="{3E004DFD-829D-3B46-B50A-984ADECD0549}"/>
              </a:ext>
            </a:extLst>
          </p:cNvPr>
          <p:cNvPicPr>
            <a:picLocks noChangeAspect="1"/>
          </p:cNvPicPr>
          <p:nvPr/>
        </p:nvPicPr>
        <p:blipFill>
          <a:blip r:embed="rId5"/>
          <a:srcRect b="55816"/>
          <a:stretch>
            <a:fillRect/>
          </a:stretch>
        </p:blipFill>
        <p:spPr>
          <a:xfrm>
            <a:off x="2858377" y="4159296"/>
            <a:ext cx="1957661" cy="470367"/>
          </a:xfrm>
          <a:prstGeom prst="rect">
            <a:avLst/>
          </a:prstGeom>
        </p:spPr>
      </p:pic>
      <p:pic>
        <p:nvPicPr>
          <p:cNvPr id="16" name="Picture 15">
            <a:extLst>
              <a:ext uri="{FF2B5EF4-FFF2-40B4-BE49-F238E27FC236}">
                <a16:creationId xmlns:a16="http://schemas.microsoft.com/office/drawing/2014/main" id="{7AA95173-82F0-BD2B-B066-964726B8E17B}"/>
              </a:ext>
            </a:extLst>
          </p:cNvPr>
          <p:cNvPicPr>
            <a:picLocks noChangeAspect="1"/>
          </p:cNvPicPr>
          <p:nvPr/>
        </p:nvPicPr>
        <p:blipFill>
          <a:blip r:embed="rId5"/>
          <a:srcRect l="-2149" t="47738" r="2149" b="8078"/>
          <a:stretch>
            <a:fillRect/>
          </a:stretch>
        </p:blipFill>
        <p:spPr>
          <a:xfrm>
            <a:off x="4708033" y="4159296"/>
            <a:ext cx="1957661" cy="470367"/>
          </a:xfrm>
          <a:prstGeom prst="rect">
            <a:avLst/>
          </a:prstGeom>
        </p:spPr>
      </p:pic>
      <p:pic>
        <p:nvPicPr>
          <p:cNvPr id="34" name="Picture 33">
            <a:extLst>
              <a:ext uri="{FF2B5EF4-FFF2-40B4-BE49-F238E27FC236}">
                <a16:creationId xmlns:a16="http://schemas.microsoft.com/office/drawing/2014/main" id="{502311D5-92CA-717B-F664-43092D07FAF4}"/>
              </a:ext>
            </a:extLst>
          </p:cNvPr>
          <p:cNvPicPr>
            <a:picLocks noChangeAspect="1"/>
          </p:cNvPicPr>
          <p:nvPr/>
        </p:nvPicPr>
        <p:blipFill>
          <a:blip r:embed="rId6"/>
          <a:srcRect t="3448" b="63079"/>
          <a:stretch>
            <a:fillRect/>
          </a:stretch>
        </p:blipFill>
        <p:spPr>
          <a:xfrm>
            <a:off x="982728" y="1931561"/>
            <a:ext cx="1210487" cy="327159"/>
          </a:xfrm>
          <a:prstGeom prst="rect">
            <a:avLst/>
          </a:prstGeom>
        </p:spPr>
      </p:pic>
      <p:pic>
        <p:nvPicPr>
          <p:cNvPr id="37" name="Picture 36">
            <a:extLst>
              <a:ext uri="{FF2B5EF4-FFF2-40B4-BE49-F238E27FC236}">
                <a16:creationId xmlns:a16="http://schemas.microsoft.com/office/drawing/2014/main" id="{9E2B6BFA-1909-E6AE-9FD0-0937975B00B8}"/>
              </a:ext>
            </a:extLst>
          </p:cNvPr>
          <p:cNvPicPr>
            <a:picLocks noChangeAspect="1"/>
          </p:cNvPicPr>
          <p:nvPr/>
        </p:nvPicPr>
        <p:blipFill>
          <a:blip r:embed="rId6"/>
          <a:srcRect t="33622" b="32905"/>
          <a:stretch>
            <a:fillRect/>
          </a:stretch>
        </p:blipFill>
        <p:spPr>
          <a:xfrm>
            <a:off x="982728" y="3000971"/>
            <a:ext cx="1210487" cy="327159"/>
          </a:xfrm>
          <a:prstGeom prst="rect">
            <a:avLst/>
          </a:prstGeom>
        </p:spPr>
      </p:pic>
      <p:pic>
        <p:nvPicPr>
          <p:cNvPr id="39" name="Picture 38">
            <a:extLst>
              <a:ext uri="{FF2B5EF4-FFF2-40B4-BE49-F238E27FC236}">
                <a16:creationId xmlns:a16="http://schemas.microsoft.com/office/drawing/2014/main" id="{67F5560D-040E-E06B-7C47-DAF008F58F80}"/>
              </a:ext>
            </a:extLst>
          </p:cNvPr>
          <p:cNvPicPr>
            <a:picLocks noChangeAspect="1"/>
          </p:cNvPicPr>
          <p:nvPr/>
        </p:nvPicPr>
        <p:blipFill>
          <a:blip r:embed="rId6"/>
          <a:srcRect t="66737" b="-210"/>
          <a:stretch>
            <a:fillRect/>
          </a:stretch>
        </p:blipFill>
        <p:spPr>
          <a:xfrm>
            <a:off x="982728" y="4233960"/>
            <a:ext cx="1210487" cy="327159"/>
          </a:xfrm>
          <a:prstGeom prst="rect">
            <a:avLst/>
          </a:prstGeom>
        </p:spPr>
      </p:pic>
    </p:spTree>
    <p:extLst>
      <p:ext uri="{BB962C8B-B14F-4D97-AF65-F5344CB8AC3E}">
        <p14:creationId xmlns:p14="http://schemas.microsoft.com/office/powerpoint/2010/main" val="733181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2F317-7CF1-2150-C606-D5943C6913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49B6C-22A1-22DB-BF52-5A9C85DE291C}"/>
              </a:ext>
            </a:extLst>
          </p:cNvPr>
          <p:cNvSpPr>
            <a:spLocks noGrp="1"/>
          </p:cNvSpPr>
          <p:nvPr>
            <p:ph type="title"/>
          </p:nvPr>
        </p:nvSpPr>
        <p:spPr>
          <a:xfrm>
            <a:off x="612648" y="475488"/>
            <a:ext cx="7918704" cy="548640"/>
          </a:xfrm>
        </p:spPr>
        <p:txBody>
          <a:bodyPr/>
          <a:lstStyle/>
          <a:p>
            <a:r>
              <a:rPr lang="en-GB" sz="2600" dirty="0">
                <a:solidFill>
                  <a:srgbClr val="FFFFFF"/>
                </a:solidFill>
                <a:latin typeface="Calibri"/>
              </a:rPr>
              <a:t>5</a:t>
            </a:r>
            <a:r>
              <a:rPr lang="en-GB" sz="2600" b="1" dirty="0">
                <a:solidFill>
                  <a:srgbClr val="FFFFFF"/>
                </a:solidFill>
                <a:latin typeface="Calibri"/>
              </a:rPr>
              <a:t>. Stacking modular components</a:t>
            </a:r>
            <a:endParaRPr sz="2600" b="1" dirty="0">
              <a:solidFill>
                <a:srgbClr val="FFFFFF"/>
              </a:solidFill>
              <a:latin typeface="Calibri"/>
            </a:endParaRPr>
          </a:p>
        </p:txBody>
      </p:sp>
      <p:sp>
        <p:nvSpPr>
          <p:cNvPr id="4" name="Tijdelijke aanduiding voor dianummer 3">
            <a:extLst>
              <a:ext uri="{FF2B5EF4-FFF2-40B4-BE49-F238E27FC236}">
                <a16:creationId xmlns:a16="http://schemas.microsoft.com/office/drawing/2014/main" id="{E225AFEE-021A-CA54-98BA-D8DD560C352D}"/>
              </a:ext>
            </a:extLst>
          </p:cNvPr>
          <p:cNvSpPr>
            <a:spLocks noGrp="1"/>
          </p:cNvSpPr>
          <p:nvPr>
            <p:ph type="sldNum" sz="quarter" idx="11"/>
          </p:nvPr>
        </p:nvSpPr>
        <p:spPr/>
        <p:txBody>
          <a:bodyPr/>
          <a:lstStyle/>
          <a:p>
            <a:fld id="{B7CEC10D-CD46-426F-915E-6C78530279CB}" type="slidenum">
              <a:rPr lang="en-US" smtClean="0"/>
              <a:pPr/>
              <a:t>27</a:t>
            </a:fld>
            <a:endParaRPr lang="en-US"/>
          </a:p>
        </p:txBody>
      </p:sp>
      <p:sp>
        <p:nvSpPr>
          <p:cNvPr id="6" name="Oval 5">
            <a:extLst>
              <a:ext uri="{FF2B5EF4-FFF2-40B4-BE49-F238E27FC236}">
                <a16:creationId xmlns:a16="http://schemas.microsoft.com/office/drawing/2014/main" id="{75B91B3F-D77B-D89A-A7A2-1DB8D49DE6C1}"/>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A</a:t>
            </a:r>
            <a:endParaRPr sz="1400" b="1" dirty="0">
              <a:solidFill>
                <a:srgbClr val="101073"/>
              </a:solidFill>
              <a:latin typeface="Calibri"/>
            </a:endParaRPr>
          </a:p>
        </p:txBody>
      </p:sp>
      <p:sp>
        <p:nvSpPr>
          <p:cNvPr id="8" name="Oval 7">
            <a:extLst>
              <a:ext uri="{FF2B5EF4-FFF2-40B4-BE49-F238E27FC236}">
                <a16:creationId xmlns:a16="http://schemas.microsoft.com/office/drawing/2014/main" id="{3EFFD7BC-8DAA-5459-FD65-472A8E481CFB}"/>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dirty="0">
                <a:solidFill>
                  <a:srgbClr val="101073"/>
                </a:solidFill>
                <a:latin typeface="Calibri"/>
              </a:rPr>
              <a:t>B</a:t>
            </a:r>
            <a:endParaRPr sz="1400" b="1" dirty="0">
              <a:solidFill>
                <a:srgbClr val="101073"/>
              </a:solidFill>
              <a:latin typeface="Calibri"/>
            </a:endParaRPr>
          </a:p>
        </p:txBody>
      </p:sp>
      <p:sp>
        <p:nvSpPr>
          <p:cNvPr id="9" name="TextBox 8">
            <a:extLst>
              <a:ext uri="{FF2B5EF4-FFF2-40B4-BE49-F238E27FC236}">
                <a16:creationId xmlns:a16="http://schemas.microsoft.com/office/drawing/2014/main" id="{EF1109E7-3506-DB87-CDA5-556748BFB1D9}"/>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dirty="0">
                <a:solidFill>
                  <a:srgbClr val="FFFFFF"/>
                </a:solidFill>
                <a:latin typeface="Calibri"/>
              </a:rPr>
              <a:t>Building</a:t>
            </a:r>
            <a:endParaRPr sz="1400" b="0" i="0" dirty="0">
              <a:solidFill>
                <a:srgbClr val="C9CDE8"/>
              </a:solidFill>
              <a:latin typeface="Calibri"/>
            </a:endParaRPr>
          </a:p>
        </p:txBody>
      </p:sp>
      <p:sp>
        <p:nvSpPr>
          <p:cNvPr id="5" name="TextBox 4">
            <a:extLst>
              <a:ext uri="{FF2B5EF4-FFF2-40B4-BE49-F238E27FC236}">
                <a16:creationId xmlns:a16="http://schemas.microsoft.com/office/drawing/2014/main" id="{C7D95119-3DE5-80A1-D259-0C068141CB9C}"/>
              </a:ext>
            </a:extLst>
          </p:cNvPr>
          <p:cNvSpPr txBox="1"/>
          <p:nvPr/>
        </p:nvSpPr>
        <p:spPr>
          <a:xfrm>
            <a:off x="1252080" y="1708324"/>
            <a:ext cx="6949440" cy="246221"/>
          </a:xfrm>
          <a:prstGeom prst="rect">
            <a:avLst/>
          </a:prstGeom>
          <a:noFill/>
        </p:spPr>
        <p:txBody>
          <a:bodyPr wrap="square" lIns="0" tIns="0" rIns="0" bIns="0" anchor="ctr">
            <a:spAutoFit/>
          </a:bodyPr>
          <a:lstStyle/>
          <a:p>
            <a:pPr>
              <a:spcAft>
                <a:spcPts val="600"/>
              </a:spcAft>
            </a:pPr>
            <a:r>
              <a:rPr lang="en-GB" sz="1600" b="1" err="1">
                <a:solidFill>
                  <a:srgbClr val="FFFFFF"/>
                </a:solidFill>
                <a:latin typeface="Calibri"/>
              </a:rPr>
              <a:t>Anylyzing</a:t>
            </a:r>
            <a:r>
              <a:rPr lang="en-GB" sz="1600" b="1">
                <a:solidFill>
                  <a:srgbClr val="FFFFFF"/>
                </a:solidFill>
                <a:latin typeface="Calibri"/>
              </a:rPr>
              <a:t> </a:t>
            </a:r>
            <a:r>
              <a:rPr lang="en-GB" sz="1600" b="1" err="1">
                <a:solidFill>
                  <a:srgbClr val="FFFFFF"/>
                </a:solidFill>
                <a:latin typeface="Calibri"/>
              </a:rPr>
              <a:t>GaBP</a:t>
            </a:r>
            <a:r>
              <a:rPr lang="en-GB" sz="1600" b="1">
                <a:solidFill>
                  <a:srgbClr val="FFFFFF"/>
                </a:solidFill>
                <a:latin typeface="Calibri"/>
              </a:rPr>
              <a:t> (Bayesian Jacobi solver)</a:t>
            </a:r>
            <a:endParaRPr lang="en-US" sz="1400" b="0" i="0">
              <a:solidFill>
                <a:srgbClr val="C9CDE8"/>
              </a:solidFill>
              <a:latin typeface="Calibri"/>
              <a:ea typeface="Calibri"/>
              <a:cs typeface="Calibri"/>
            </a:endParaRPr>
          </a:p>
        </p:txBody>
      </p:sp>
    </p:spTree>
    <p:extLst>
      <p:ext uri="{BB962C8B-B14F-4D97-AF65-F5344CB8AC3E}">
        <p14:creationId xmlns:p14="http://schemas.microsoft.com/office/powerpoint/2010/main" val="2237332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7D94B-8332-512C-BF6E-57319AB543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85897-59A8-1EAD-A6AF-CAB6D321766C}"/>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313E8235-DCAB-6E8D-ADE6-0B67CEC03730}"/>
              </a:ext>
            </a:extLst>
          </p:cNvPr>
          <p:cNvSpPr>
            <a:spLocks noGrp="1"/>
          </p:cNvSpPr>
          <p:nvPr>
            <p:ph type="sldNum" sz="quarter" idx="11"/>
          </p:nvPr>
        </p:nvSpPr>
        <p:spPr/>
        <p:txBody>
          <a:bodyPr/>
          <a:lstStyle/>
          <a:p>
            <a:fld id="{B7CEC10D-CD46-426F-915E-6C78530279CB}" type="slidenum">
              <a:rPr lang="en-US" smtClean="0"/>
              <a:pPr/>
              <a:t>28</a:t>
            </a:fld>
            <a:endParaRPr lang="en-US"/>
          </a:p>
        </p:txBody>
      </p:sp>
      <p:sp>
        <p:nvSpPr>
          <p:cNvPr id="6" name="Oval 5">
            <a:extLst>
              <a:ext uri="{FF2B5EF4-FFF2-40B4-BE49-F238E27FC236}">
                <a16:creationId xmlns:a16="http://schemas.microsoft.com/office/drawing/2014/main" id="{9D93B0E7-F594-57E0-A565-EFE45373F585}"/>
              </a:ext>
            </a:extLst>
          </p:cNvPr>
          <p:cNvSpPr/>
          <p:nvPr/>
        </p:nvSpPr>
        <p:spPr>
          <a:xfrm>
            <a:off x="612000" y="1639411"/>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91E20942-91B8-41D5-4720-CB25884939F6}"/>
              </a:ext>
            </a:extLst>
          </p:cNvPr>
          <p:cNvSpPr txBox="1"/>
          <p:nvPr/>
        </p:nvSpPr>
        <p:spPr>
          <a:xfrm>
            <a:off x="1252080" y="1708324"/>
            <a:ext cx="6949440" cy="246221"/>
          </a:xfrm>
          <a:prstGeom prst="rect">
            <a:avLst/>
          </a:prstGeom>
          <a:noFill/>
        </p:spPr>
        <p:txBody>
          <a:bodyPr wrap="square" lIns="0" tIns="0" rIns="0" bIns="0" anchor="ctr">
            <a:spAutoFit/>
          </a:bodyPr>
          <a:lstStyle/>
          <a:p>
            <a:pPr>
              <a:spcAft>
                <a:spcPts val="600"/>
              </a:spcAft>
            </a:pPr>
            <a:r>
              <a:rPr lang="en-GB" sz="1600" b="1" err="1">
                <a:solidFill>
                  <a:srgbClr val="FFFFFF"/>
                </a:solidFill>
                <a:latin typeface="Calibri"/>
              </a:rPr>
              <a:t>Anylyzing</a:t>
            </a:r>
            <a:r>
              <a:rPr lang="en-GB" sz="1600" b="1">
                <a:solidFill>
                  <a:srgbClr val="FFFFFF"/>
                </a:solidFill>
                <a:latin typeface="Calibri"/>
              </a:rPr>
              <a:t> </a:t>
            </a:r>
            <a:r>
              <a:rPr lang="en-GB" sz="1600" b="1" err="1">
                <a:solidFill>
                  <a:srgbClr val="FFFFFF"/>
                </a:solidFill>
                <a:latin typeface="Calibri"/>
              </a:rPr>
              <a:t>GaBP</a:t>
            </a:r>
            <a:r>
              <a:rPr lang="en-GB" sz="1600" b="1">
                <a:solidFill>
                  <a:srgbClr val="FFFFFF"/>
                </a:solidFill>
                <a:latin typeface="Calibri"/>
              </a:rPr>
              <a:t> (Bayesian Jacobi solver)</a:t>
            </a:r>
            <a:endParaRPr lang="en-US" sz="1400" b="0" i="0">
              <a:solidFill>
                <a:srgbClr val="C9CDE8"/>
              </a:solidFill>
              <a:latin typeface="Calibri"/>
              <a:ea typeface="Calibri"/>
              <a:cs typeface="Calibri"/>
            </a:endParaRPr>
          </a:p>
        </p:txBody>
      </p:sp>
      <p:sp>
        <p:nvSpPr>
          <p:cNvPr id="8" name="Oval 7">
            <a:extLst>
              <a:ext uri="{FF2B5EF4-FFF2-40B4-BE49-F238E27FC236}">
                <a16:creationId xmlns:a16="http://schemas.microsoft.com/office/drawing/2014/main" id="{E679B185-012D-FC44-AB0C-CED40168D8A7}"/>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35823D3-2123-233B-43D5-4BF2F7E8DA1D}"/>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Tree>
    <p:extLst>
      <p:ext uri="{BB962C8B-B14F-4D97-AF65-F5344CB8AC3E}">
        <p14:creationId xmlns:p14="http://schemas.microsoft.com/office/powerpoint/2010/main" val="18679321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9F3FA552-F7FD-D627-8607-3E881DD5F56B}"/>
              </a:ext>
            </a:extLst>
          </p:cNvPr>
          <p:cNvSpPr>
            <a:spLocks noGrp="1"/>
          </p:cNvSpPr>
          <p:nvPr>
            <p:ph type="title"/>
          </p:nvPr>
        </p:nvSpPr>
        <p:spPr/>
        <p:txBody>
          <a:bodyPr/>
          <a:lstStyle/>
          <a:p>
            <a:r>
              <a:rPr lang="en-US">
                <a:ea typeface="Calibri"/>
                <a:cs typeface="Calibri"/>
              </a:rPr>
              <a:t>Is our generalization useful?</a:t>
            </a:r>
            <a:endParaRPr lang="en-US"/>
          </a:p>
        </p:txBody>
      </p:sp>
      <p:pic>
        <p:nvPicPr>
          <p:cNvPr id="2" name="Content Placeholder 1">
            <a:extLst>
              <a:ext uri="{FF2B5EF4-FFF2-40B4-BE49-F238E27FC236}">
                <a16:creationId xmlns:a16="http://schemas.microsoft.com/office/drawing/2014/main" id="{A41DB302-4B1E-745C-D9E8-92262570161A}"/>
              </a:ext>
            </a:extLst>
          </p:cNvPr>
          <p:cNvPicPr>
            <a:picLocks noGrp="1" noChangeAspect="1"/>
          </p:cNvPicPr>
          <p:nvPr>
            <p:ph idx="1"/>
          </p:nvPr>
        </p:nvPicPr>
        <p:blipFill>
          <a:blip r:embed="rId3"/>
          <a:stretch>
            <a:fillRect/>
          </a:stretch>
        </p:blipFill>
        <p:spPr>
          <a:xfrm>
            <a:off x="1256068" y="1123241"/>
            <a:ext cx="5908378" cy="3207945"/>
          </a:xfrm>
          <a:prstGeom prst="rect">
            <a:avLst/>
          </a:prstGeom>
        </p:spPr>
      </p:pic>
      <p:sp>
        <p:nvSpPr>
          <p:cNvPr id="3" name="Tijdelijke aanduiding voor dianummer 2">
            <a:extLst>
              <a:ext uri="{FF2B5EF4-FFF2-40B4-BE49-F238E27FC236}">
                <a16:creationId xmlns:a16="http://schemas.microsoft.com/office/drawing/2014/main" id="{0C4EF258-21C6-19FA-5400-7A91DEA0E21E}"/>
              </a:ext>
            </a:extLst>
          </p:cNvPr>
          <p:cNvSpPr>
            <a:spLocks noGrp="1"/>
          </p:cNvSpPr>
          <p:nvPr>
            <p:ph type="sldNum" sz="quarter" idx="12"/>
          </p:nvPr>
        </p:nvSpPr>
        <p:spPr/>
        <p:txBody>
          <a:bodyPr/>
          <a:lstStyle/>
          <a:p>
            <a:fld id="{B7CEC10D-CD46-426F-915E-6C78530279CB}" type="slidenum">
              <a:rPr lang="en-US" smtClean="0"/>
              <a:pPr/>
              <a:t>29</a:t>
            </a:fld>
            <a:endParaRPr lang="en-US"/>
          </a:p>
        </p:txBody>
      </p:sp>
    </p:spTree>
    <p:extLst>
      <p:ext uri="{BB962C8B-B14F-4D97-AF65-F5344CB8AC3E}">
        <p14:creationId xmlns:p14="http://schemas.microsoft.com/office/powerpoint/2010/main" val="884098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1E139-B79B-B914-D644-FEB7879C3B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D485A8-0C1C-C9D7-C977-825B039CEF74}"/>
              </a:ext>
            </a:extLst>
          </p:cNvPr>
          <p:cNvSpPr>
            <a:spLocks noGrp="1"/>
          </p:cNvSpPr>
          <p:nvPr>
            <p:ph type="title"/>
          </p:nvPr>
        </p:nvSpPr>
        <p:spPr/>
        <p:txBody>
          <a:bodyPr/>
          <a:lstStyle/>
          <a:p>
            <a:r>
              <a:rPr lang="en-GB" sz="2600" err="1">
                <a:solidFill>
                  <a:srgbClr val="101073"/>
                </a:solidFill>
                <a:latin typeface="Calibri"/>
              </a:rPr>
              <a:t>GaBP</a:t>
            </a:r>
            <a:r>
              <a:rPr lang="en-GB" sz="2600">
                <a:solidFill>
                  <a:srgbClr val="101073"/>
                </a:solidFill>
                <a:latin typeface="Calibri"/>
              </a:rPr>
              <a:t> is distributed algorithm</a:t>
            </a:r>
            <a:endParaRPr lang="en-US"/>
          </a:p>
        </p:txBody>
      </p:sp>
      <p:sp>
        <p:nvSpPr>
          <p:cNvPr id="6" name="Tijdelijke aanduiding voor dianummer 5">
            <a:extLst>
              <a:ext uri="{FF2B5EF4-FFF2-40B4-BE49-F238E27FC236}">
                <a16:creationId xmlns:a16="http://schemas.microsoft.com/office/drawing/2014/main" id="{80D14A05-8EFC-7914-4521-801DA013C807}"/>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30</a:t>
            </a:fld>
            <a:endParaRPr lang="en-US"/>
          </a:p>
        </p:txBody>
      </p:sp>
      <p:pic>
        <p:nvPicPr>
          <p:cNvPr id="4" name="Picture 3">
            <a:extLst>
              <a:ext uri="{FF2B5EF4-FFF2-40B4-BE49-F238E27FC236}">
                <a16:creationId xmlns:a16="http://schemas.microsoft.com/office/drawing/2014/main" id="{B1A9EE8E-EF76-5444-138E-EFE7DCD124FA}"/>
              </a:ext>
            </a:extLst>
          </p:cNvPr>
          <p:cNvPicPr>
            <a:picLocks noChangeAspect="1"/>
          </p:cNvPicPr>
          <p:nvPr/>
        </p:nvPicPr>
        <p:blipFill>
          <a:blip r:embed="rId3"/>
          <a:stretch>
            <a:fillRect/>
          </a:stretch>
        </p:blipFill>
        <p:spPr>
          <a:xfrm>
            <a:off x="913085" y="1284052"/>
            <a:ext cx="6582105" cy="2726481"/>
          </a:xfrm>
          <a:prstGeom prst="rect">
            <a:avLst/>
          </a:prstGeom>
        </p:spPr>
      </p:pic>
    </p:spTree>
    <p:extLst>
      <p:ext uri="{BB962C8B-B14F-4D97-AF65-F5344CB8AC3E}">
        <p14:creationId xmlns:p14="http://schemas.microsoft.com/office/powerpoint/2010/main" val="37264677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7974B-B781-F08C-4691-570975DB2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598039-96FB-8DC6-4415-27C5CB94011A}"/>
              </a:ext>
            </a:extLst>
          </p:cNvPr>
          <p:cNvSpPr>
            <a:spLocks noGrp="1"/>
          </p:cNvSpPr>
          <p:nvPr>
            <p:ph type="title"/>
          </p:nvPr>
        </p:nvSpPr>
        <p:spPr/>
        <p:txBody>
          <a:bodyPr/>
          <a:lstStyle/>
          <a:p>
            <a:r>
              <a:rPr lang="en-GB" sz="2600">
                <a:solidFill>
                  <a:srgbClr val="101073"/>
                </a:solidFill>
                <a:ea typeface="Calibri"/>
                <a:cs typeface="Calibri"/>
              </a:rPr>
              <a:t>CG needs global synchronization steps</a:t>
            </a:r>
          </a:p>
        </p:txBody>
      </p:sp>
      <p:sp>
        <p:nvSpPr>
          <p:cNvPr id="6" name="Tijdelijke aanduiding voor dianummer 5">
            <a:extLst>
              <a:ext uri="{FF2B5EF4-FFF2-40B4-BE49-F238E27FC236}">
                <a16:creationId xmlns:a16="http://schemas.microsoft.com/office/drawing/2014/main" id="{632E43BB-0E5F-3BE6-A2B2-006C8FD98745}"/>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31</a:t>
            </a:fld>
            <a:endParaRPr lang="en-US"/>
          </a:p>
        </p:txBody>
      </p:sp>
      <p:pic>
        <p:nvPicPr>
          <p:cNvPr id="3" name="Picture 2">
            <a:extLst>
              <a:ext uri="{FF2B5EF4-FFF2-40B4-BE49-F238E27FC236}">
                <a16:creationId xmlns:a16="http://schemas.microsoft.com/office/drawing/2014/main" id="{5FB6A9D9-2266-3502-1475-F15BF35E8495}"/>
              </a:ext>
            </a:extLst>
          </p:cNvPr>
          <p:cNvPicPr>
            <a:picLocks noChangeAspect="1"/>
          </p:cNvPicPr>
          <p:nvPr/>
        </p:nvPicPr>
        <p:blipFill>
          <a:blip r:embed="rId3"/>
          <a:stretch>
            <a:fillRect/>
          </a:stretch>
        </p:blipFill>
        <p:spPr>
          <a:xfrm>
            <a:off x="358140" y="1188687"/>
            <a:ext cx="8229600" cy="2941387"/>
          </a:xfrm>
          <a:prstGeom prst="rect">
            <a:avLst/>
          </a:prstGeom>
        </p:spPr>
      </p:pic>
    </p:spTree>
    <p:extLst>
      <p:ext uri="{BB962C8B-B14F-4D97-AF65-F5344CB8AC3E}">
        <p14:creationId xmlns:p14="http://schemas.microsoft.com/office/powerpoint/2010/main" val="17126252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92D0E-3336-F659-57FE-4456EBD729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578A1-C1EA-EDE0-1FE2-4BF160F90162}"/>
              </a:ext>
            </a:extLst>
          </p:cNvPr>
          <p:cNvSpPr>
            <a:spLocks noGrp="1"/>
          </p:cNvSpPr>
          <p:nvPr>
            <p:ph type="title"/>
          </p:nvPr>
        </p:nvSpPr>
        <p:spPr>
          <a:xfrm>
            <a:off x="612000" y="544228"/>
            <a:ext cx="7923213" cy="394448"/>
          </a:xfrm>
        </p:spPr>
        <p:txBody>
          <a:bodyPr>
            <a:normAutofit/>
          </a:bodyPr>
          <a:lstStyle/>
          <a:p>
            <a:r>
              <a:rPr lang="en-GB"/>
              <a:t>What algorithm wins and for what topology</a:t>
            </a:r>
          </a:p>
        </p:txBody>
      </p:sp>
      <p:pic>
        <p:nvPicPr>
          <p:cNvPr id="5" name="Picture 4">
            <a:extLst>
              <a:ext uri="{FF2B5EF4-FFF2-40B4-BE49-F238E27FC236}">
                <a16:creationId xmlns:a16="http://schemas.microsoft.com/office/drawing/2014/main" id="{AB3F646A-6DA5-C1EA-69D1-5AA1F6A0B0BB}"/>
              </a:ext>
            </a:extLst>
          </p:cNvPr>
          <p:cNvPicPr>
            <a:picLocks noChangeAspect="1"/>
          </p:cNvPicPr>
          <p:nvPr/>
        </p:nvPicPr>
        <p:blipFill>
          <a:blip r:embed="rId3"/>
          <a:stretch>
            <a:fillRect/>
          </a:stretch>
        </p:blipFill>
        <p:spPr>
          <a:xfrm>
            <a:off x="863236" y="1206085"/>
            <a:ext cx="7157648" cy="3310413"/>
          </a:xfrm>
          <a:prstGeom prst="rect">
            <a:avLst/>
          </a:prstGeom>
          <a:noFill/>
        </p:spPr>
      </p:pic>
      <p:sp>
        <p:nvSpPr>
          <p:cNvPr id="6" name="Tijdelijke aanduiding voor dianummer 5" hidden="1">
            <a:extLst>
              <a:ext uri="{FF2B5EF4-FFF2-40B4-BE49-F238E27FC236}">
                <a16:creationId xmlns:a16="http://schemas.microsoft.com/office/drawing/2014/main" id="{CC61E41A-890A-8067-C2F2-AFCE03EA8D3A}"/>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32</a:t>
            </a:fld>
            <a:endParaRPr lang="en-US"/>
          </a:p>
        </p:txBody>
      </p:sp>
    </p:spTree>
    <p:extLst>
      <p:ext uri="{BB962C8B-B14F-4D97-AF65-F5344CB8AC3E}">
        <p14:creationId xmlns:p14="http://schemas.microsoft.com/office/powerpoint/2010/main" val="2406566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585FC-2489-1C9B-5D85-4D932F2318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A5F77F-22E7-4DD2-4CC7-C7BB6D4D298D}"/>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331E07A0-AA00-DFC6-0F3E-5A0601177094}"/>
              </a:ext>
            </a:extLst>
          </p:cNvPr>
          <p:cNvSpPr>
            <a:spLocks noGrp="1"/>
          </p:cNvSpPr>
          <p:nvPr>
            <p:ph type="sldNum" sz="quarter" idx="11"/>
          </p:nvPr>
        </p:nvSpPr>
        <p:spPr/>
        <p:txBody>
          <a:bodyPr/>
          <a:lstStyle/>
          <a:p>
            <a:fld id="{B7CEC10D-CD46-426F-915E-6C78530279CB}" type="slidenum">
              <a:rPr lang="en-US" smtClean="0"/>
              <a:pPr/>
              <a:t>33</a:t>
            </a:fld>
            <a:endParaRPr lang="en-US"/>
          </a:p>
        </p:txBody>
      </p:sp>
      <p:sp>
        <p:nvSpPr>
          <p:cNvPr id="6" name="Oval 5">
            <a:extLst>
              <a:ext uri="{FF2B5EF4-FFF2-40B4-BE49-F238E27FC236}">
                <a16:creationId xmlns:a16="http://schemas.microsoft.com/office/drawing/2014/main" id="{217D8DC4-25F6-AD39-77C4-10245574D0A5}"/>
              </a:ext>
            </a:extLst>
          </p:cNvPr>
          <p:cNvSpPr/>
          <p:nvPr/>
        </p:nvSpPr>
        <p:spPr>
          <a:xfrm>
            <a:off x="612000" y="1639411"/>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150D9F94-F97E-4150-A042-21CF59AAE75B}"/>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Bayesian Jacobi solver</a:t>
            </a:r>
            <a:endParaRPr sz="1400" b="0" i="0">
              <a:solidFill>
                <a:srgbClr val="C9CDE8"/>
              </a:solidFill>
              <a:latin typeface="Calibri"/>
            </a:endParaRPr>
          </a:p>
        </p:txBody>
      </p:sp>
      <p:sp>
        <p:nvSpPr>
          <p:cNvPr id="8" name="Oval 7">
            <a:extLst>
              <a:ext uri="{FF2B5EF4-FFF2-40B4-BE49-F238E27FC236}">
                <a16:creationId xmlns:a16="http://schemas.microsoft.com/office/drawing/2014/main" id="{CB3D233F-FFF0-97EB-F245-E29DB1CDC51C}"/>
              </a:ext>
            </a:extLst>
          </p:cNvPr>
          <p:cNvSpPr/>
          <p:nvPr/>
        </p:nvSpPr>
        <p:spPr>
          <a:xfrm>
            <a:off x="612000" y="2352643"/>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0CF52C54-DC49-509A-D9E6-658FC4229373}"/>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Tree>
    <p:extLst>
      <p:ext uri="{BB962C8B-B14F-4D97-AF65-F5344CB8AC3E}">
        <p14:creationId xmlns:p14="http://schemas.microsoft.com/office/powerpoint/2010/main" val="34644125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C7BD9-8F70-3557-1877-527CBFF28D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6CB6-0DB4-B239-CBC5-015D24C2A418}"/>
              </a:ext>
            </a:extLst>
          </p:cNvPr>
          <p:cNvSpPr>
            <a:spLocks noGrp="1"/>
          </p:cNvSpPr>
          <p:nvPr>
            <p:ph type="title"/>
          </p:nvPr>
        </p:nvSpPr>
        <p:spPr>
          <a:xfrm>
            <a:off x="612000" y="544228"/>
            <a:ext cx="7923213" cy="394448"/>
          </a:xfrm>
        </p:spPr>
        <p:txBody>
          <a:bodyPr>
            <a:normAutofit/>
          </a:bodyPr>
          <a:lstStyle/>
          <a:p>
            <a:r>
              <a:rPr lang="en-GB">
                <a:ea typeface="Calibri"/>
                <a:cs typeface="Calibri"/>
              </a:rPr>
              <a:t>Translating from the FFG into Code</a:t>
            </a:r>
          </a:p>
        </p:txBody>
      </p:sp>
      <p:sp>
        <p:nvSpPr>
          <p:cNvPr id="6" name="Tijdelijke aanduiding voor dianummer 5" hidden="1">
            <a:extLst>
              <a:ext uri="{FF2B5EF4-FFF2-40B4-BE49-F238E27FC236}">
                <a16:creationId xmlns:a16="http://schemas.microsoft.com/office/drawing/2014/main" id="{746799F3-37EB-C787-68F2-DD6CA388EA57}"/>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34</a:t>
            </a:fld>
            <a:endParaRPr lang="en-US"/>
          </a:p>
        </p:txBody>
      </p:sp>
      <p:pic>
        <p:nvPicPr>
          <p:cNvPr id="3" name="Picture 2">
            <a:extLst>
              <a:ext uri="{FF2B5EF4-FFF2-40B4-BE49-F238E27FC236}">
                <a16:creationId xmlns:a16="http://schemas.microsoft.com/office/drawing/2014/main" id="{0FDFD9B5-FD05-F9AF-679C-3237D689217F}"/>
              </a:ext>
            </a:extLst>
          </p:cNvPr>
          <p:cNvPicPr>
            <a:picLocks noChangeAspect="1"/>
          </p:cNvPicPr>
          <p:nvPr/>
        </p:nvPicPr>
        <p:blipFill>
          <a:blip r:embed="rId3"/>
          <a:stretch>
            <a:fillRect/>
          </a:stretch>
        </p:blipFill>
        <p:spPr>
          <a:xfrm>
            <a:off x="957878" y="982980"/>
            <a:ext cx="3006763" cy="3840480"/>
          </a:xfrm>
          <a:prstGeom prst="rect">
            <a:avLst/>
          </a:prstGeom>
        </p:spPr>
      </p:pic>
      <p:pic>
        <p:nvPicPr>
          <p:cNvPr id="4" name="Picture 3">
            <a:extLst>
              <a:ext uri="{FF2B5EF4-FFF2-40B4-BE49-F238E27FC236}">
                <a16:creationId xmlns:a16="http://schemas.microsoft.com/office/drawing/2014/main" id="{AF4551D4-2209-1FCE-D114-880AAB6700E8}"/>
              </a:ext>
            </a:extLst>
          </p:cNvPr>
          <p:cNvPicPr>
            <a:picLocks noChangeAspect="1"/>
          </p:cNvPicPr>
          <p:nvPr/>
        </p:nvPicPr>
        <p:blipFill>
          <a:blip r:embed="rId4"/>
          <a:stretch>
            <a:fillRect/>
          </a:stretch>
        </p:blipFill>
        <p:spPr>
          <a:xfrm>
            <a:off x="4084320" y="1546125"/>
            <a:ext cx="4724400" cy="2592269"/>
          </a:xfrm>
          <a:prstGeom prst="rect">
            <a:avLst/>
          </a:prstGeom>
        </p:spPr>
      </p:pic>
    </p:spTree>
    <p:extLst>
      <p:ext uri="{BB962C8B-B14F-4D97-AF65-F5344CB8AC3E}">
        <p14:creationId xmlns:p14="http://schemas.microsoft.com/office/powerpoint/2010/main" val="22634390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75374-8A31-B884-A082-ABC8228BA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33DE84-7071-4C15-B9C7-6752029AF636}"/>
              </a:ext>
            </a:extLst>
          </p:cNvPr>
          <p:cNvSpPr>
            <a:spLocks noGrp="1"/>
          </p:cNvSpPr>
          <p:nvPr>
            <p:ph type="title"/>
          </p:nvPr>
        </p:nvSpPr>
        <p:spPr>
          <a:xfrm>
            <a:off x="612000" y="544228"/>
            <a:ext cx="7923213" cy="394448"/>
          </a:xfrm>
        </p:spPr>
        <p:txBody>
          <a:bodyPr>
            <a:normAutofit/>
          </a:bodyPr>
          <a:lstStyle/>
          <a:p>
            <a:r>
              <a:rPr lang="en-GB">
                <a:ea typeface="Calibri"/>
                <a:cs typeface="Calibri"/>
              </a:rPr>
              <a:t>Adding a time hierarchy</a:t>
            </a:r>
          </a:p>
        </p:txBody>
      </p:sp>
      <p:sp>
        <p:nvSpPr>
          <p:cNvPr id="6" name="Tijdelijke aanduiding voor dianummer 5" hidden="1">
            <a:extLst>
              <a:ext uri="{FF2B5EF4-FFF2-40B4-BE49-F238E27FC236}">
                <a16:creationId xmlns:a16="http://schemas.microsoft.com/office/drawing/2014/main" id="{A52425C1-82DE-79B2-5A76-E61C9C100576}"/>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35</a:t>
            </a:fld>
            <a:endParaRPr lang="en-US"/>
          </a:p>
        </p:txBody>
      </p:sp>
    </p:spTree>
    <p:extLst>
      <p:ext uri="{BB962C8B-B14F-4D97-AF65-F5344CB8AC3E}">
        <p14:creationId xmlns:p14="http://schemas.microsoft.com/office/powerpoint/2010/main" val="27809719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31BBB-92E8-A5BD-0895-BC5DE7E27F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ED5DD5-B97E-317C-6464-FA3A84DB3A2A}"/>
              </a:ext>
            </a:extLst>
          </p:cNvPr>
          <p:cNvSpPr>
            <a:spLocks noGrp="1"/>
          </p:cNvSpPr>
          <p:nvPr>
            <p:ph type="title"/>
          </p:nvPr>
        </p:nvSpPr>
        <p:spPr>
          <a:xfrm>
            <a:off x="612000" y="544228"/>
            <a:ext cx="7923213" cy="394448"/>
          </a:xfrm>
        </p:spPr>
        <p:txBody>
          <a:bodyPr>
            <a:normAutofit/>
          </a:bodyPr>
          <a:lstStyle/>
          <a:p>
            <a:r>
              <a:rPr lang="en-GB">
                <a:ea typeface="Calibri"/>
                <a:cs typeface="Calibri"/>
              </a:rPr>
              <a:t>A linear state space model is a probabilistic block</a:t>
            </a:r>
            <a:endParaRPr lang="en-US"/>
          </a:p>
        </p:txBody>
      </p:sp>
      <p:sp>
        <p:nvSpPr>
          <p:cNvPr id="6" name="Tijdelijke aanduiding voor dianummer 5" hidden="1">
            <a:extLst>
              <a:ext uri="{FF2B5EF4-FFF2-40B4-BE49-F238E27FC236}">
                <a16:creationId xmlns:a16="http://schemas.microsoft.com/office/drawing/2014/main" id="{DF939F2C-434D-0413-7128-E30D93B72EA2}"/>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36</a:t>
            </a:fld>
            <a:endParaRPr lang="en-US"/>
          </a:p>
        </p:txBody>
      </p:sp>
      <p:pic>
        <p:nvPicPr>
          <p:cNvPr id="3" name="Picture 2">
            <a:extLst>
              <a:ext uri="{FF2B5EF4-FFF2-40B4-BE49-F238E27FC236}">
                <a16:creationId xmlns:a16="http://schemas.microsoft.com/office/drawing/2014/main" id="{338FAE97-45F4-46B1-9E0E-1ED002172364}"/>
              </a:ext>
            </a:extLst>
          </p:cNvPr>
          <p:cNvPicPr>
            <a:picLocks noChangeAspect="1"/>
          </p:cNvPicPr>
          <p:nvPr/>
        </p:nvPicPr>
        <p:blipFill>
          <a:blip r:embed="rId3"/>
          <a:stretch>
            <a:fillRect/>
          </a:stretch>
        </p:blipFill>
        <p:spPr>
          <a:xfrm>
            <a:off x="914400" y="1149137"/>
            <a:ext cx="6492240" cy="3127167"/>
          </a:xfrm>
          <a:prstGeom prst="rect">
            <a:avLst/>
          </a:prstGeom>
        </p:spPr>
      </p:pic>
    </p:spTree>
    <p:extLst>
      <p:ext uri="{BB962C8B-B14F-4D97-AF65-F5344CB8AC3E}">
        <p14:creationId xmlns:p14="http://schemas.microsoft.com/office/powerpoint/2010/main" val="9404780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20DBA-F4F2-C341-8E93-481AB2289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EB7EE-E60B-A1A6-A2A1-3969DF5B9857}"/>
              </a:ext>
            </a:extLst>
          </p:cNvPr>
          <p:cNvSpPr>
            <a:spLocks noGrp="1"/>
          </p:cNvSpPr>
          <p:nvPr>
            <p:ph type="title"/>
          </p:nvPr>
        </p:nvSpPr>
        <p:spPr>
          <a:xfrm>
            <a:off x="612000" y="544228"/>
            <a:ext cx="7923213" cy="394448"/>
          </a:xfrm>
        </p:spPr>
        <p:txBody>
          <a:bodyPr>
            <a:normAutofit/>
          </a:bodyPr>
          <a:lstStyle/>
          <a:p>
            <a:r>
              <a:rPr lang="en-GB">
                <a:ea typeface="Calibri"/>
                <a:cs typeface="Calibri"/>
              </a:rPr>
              <a:t>A linear state space in code</a:t>
            </a:r>
            <a:endParaRPr lang="en-US"/>
          </a:p>
        </p:txBody>
      </p:sp>
      <p:sp>
        <p:nvSpPr>
          <p:cNvPr id="6" name="Tijdelijke aanduiding voor dianummer 5" hidden="1">
            <a:extLst>
              <a:ext uri="{FF2B5EF4-FFF2-40B4-BE49-F238E27FC236}">
                <a16:creationId xmlns:a16="http://schemas.microsoft.com/office/drawing/2014/main" id="{B6E73305-8654-C892-EE31-91D69C93B79A}"/>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37</a:t>
            </a:fld>
            <a:endParaRPr lang="en-US"/>
          </a:p>
        </p:txBody>
      </p:sp>
      <p:pic>
        <p:nvPicPr>
          <p:cNvPr id="3" name="Picture 2">
            <a:extLst>
              <a:ext uri="{FF2B5EF4-FFF2-40B4-BE49-F238E27FC236}">
                <a16:creationId xmlns:a16="http://schemas.microsoft.com/office/drawing/2014/main" id="{32511673-F290-AC49-AF61-AA878A73FD40}"/>
              </a:ext>
            </a:extLst>
          </p:cNvPr>
          <p:cNvPicPr>
            <a:picLocks noChangeAspect="1"/>
          </p:cNvPicPr>
          <p:nvPr/>
        </p:nvPicPr>
        <p:blipFill>
          <a:blip r:embed="rId3"/>
          <a:stretch>
            <a:fillRect/>
          </a:stretch>
        </p:blipFill>
        <p:spPr>
          <a:xfrm>
            <a:off x="274320" y="943397"/>
            <a:ext cx="4030980" cy="1938447"/>
          </a:xfrm>
          <a:prstGeom prst="rect">
            <a:avLst/>
          </a:prstGeom>
        </p:spPr>
      </p:pic>
      <p:pic>
        <p:nvPicPr>
          <p:cNvPr id="4" name="Picture 3">
            <a:extLst>
              <a:ext uri="{FF2B5EF4-FFF2-40B4-BE49-F238E27FC236}">
                <a16:creationId xmlns:a16="http://schemas.microsoft.com/office/drawing/2014/main" id="{6EE8C62D-34BA-C427-1A0E-6868EC440C6E}"/>
              </a:ext>
            </a:extLst>
          </p:cNvPr>
          <p:cNvPicPr>
            <a:picLocks noChangeAspect="1"/>
          </p:cNvPicPr>
          <p:nvPr/>
        </p:nvPicPr>
        <p:blipFill>
          <a:blip r:embed="rId4"/>
          <a:stretch>
            <a:fillRect/>
          </a:stretch>
        </p:blipFill>
        <p:spPr>
          <a:xfrm>
            <a:off x="2506980" y="1642575"/>
            <a:ext cx="5654040" cy="3008970"/>
          </a:xfrm>
          <a:prstGeom prst="rect">
            <a:avLst/>
          </a:prstGeom>
        </p:spPr>
      </p:pic>
    </p:spTree>
    <p:extLst>
      <p:ext uri="{BB962C8B-B14F-4D97-AF65-F5344CB8AC3E}">
        <p14:creationId xmlns:p14="http://schemas.microsoft.com/office/powerpoint/2010/main" val="15242336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DF62-C14A-B590-1BB6-22DCB129F8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C324FB-B9A2-6FD3-9872-3CC70D331ED9}"/>
              </a:ext>
            </a:extLst>
          </p:cNvPr>
          <p:cNvSpPr>
            <a:spLocks noGrp="1"/>
          </p:cNvSpPr>
          <p:nvPr>
            <p:ph type="title"/>
          </p:nvPr>
        </p:nvSpPr>
        <p:spPr>
          <a:xfrm>
            <a:off x="612000" y="544228"/>
            <a:ext cx="7923213" cy="394448"/>
          </a:xfrm>
        </p:spPr>
        <p:txBody>
          <a:bodyPr>
            <a:normAutofit/>
          </a:bodyPr>
          <a:lstStyle/>
          <a:p>
            <a:r>
              <a:rPr lang="en-GB">
                <a:ea typeface="Calibri"/>
                <a:cs typeface="Calibri"/>
              </a:rPr>
              <a:t>Compositional payoff</a:t>
            </a:r>
            <a:endParaRPr lang="en-US"/>
          </a:p>
        </p:txBody>
      </p:sp>
      <p:sp>
        <p:nvSpPr>
          <p:cNvPr id="6" name="Tijdelijke aanduiding voor dianummer 5" hidden="1">
            <a:extLst>
              <a:ext uri="{FF2B5EF4-FFF2-40B4-BE49-F238E27FC236}">
                <a16:creationId xmlns:a16="http://schemas.microsoft.com/office/drawing/2014/main" id="{2959E354-D509-152E-6386-382AEC889F56}"/>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38</a:t>
            </a:fld>
            <a:endParaRPr lang="en-US"/>
          </a:p>
        </p:txBody>
      </p:sp>
    </p:spTree>
    <p:extLst>
      <p:ext uri="{BB962C8B-B14F-4D97-AF65-F5344CB8AC3E}">
        <p14:creationId xmlns:p14="http://schemas.microsoft.com/office/powerpoint/2010/main" val="12519351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9D92E-509C-370C-E96D-6E7B77C493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7B073-D602-6A30-260A-6197443B5610}"/>
              </a:ext>
            </a:extLst>
          </p:cNvPr>
          <p:cNvSpPr>
            <a:spLocks noGrp="1"/>
          </p:cNvSpPr>
          <p:nvPr>
            <p:ph type="title"/>
          </p:nvPr>
        </p:nvSpPr>
        <p:spPr>
          <a:xfrm>
            <a:off x="612000" y="544228"/>
            <a:ext cx="7923213" cy="394448"/>
          </a:xfrm>
        </p:spPr>
        <p:txBody>
          <a:bodyPr>
            <a:normAutofit/>
          </a:bodyPr>
          <a:lstStyle/>
          <a:p>
            <a:r>
              <a:rPr lang="en-GB">
                <a:ea typeface="Calibri"/>
                <a:cs typeface="Calibri"/>
              </a:rPr>
              <a:t>Let's do some Infer!</a:t>
            </a:r>
            <a:endParaRPr lang="en-US"/>
          </a:p>
        </p:txBody>
      </p:sp>
      <p:sp>
        <p:nvSpPr>
          <p:cNvPr id="6" name="Tijdelijke aanduiding voor dianummer 5" hidden="1">
            <a:extLst>
              <a:ext uri="{FF2B5EF4-FFF2-40B4-BE49-F238E27FC236}">
                <a16:creationId xmlns:a16="http://schemas.microsoft.com/office/drawing/2014/main" id="{B61F4F4E-9165-2EB6-DF09-173C3E630B11}"/>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39</a:t>
            </a:fld>
            <a:endParaRPr lang="en-US"/>
          </a:p>
        </p:txBody>
      </p:sp>
      <p:pic>
        <p:nvPicPr>
          <p:cNvPr id="3" name="heat_grid_filter_hires">
            <a:hlinkClick r:id="" action="ppaction://media"/>
            <a:extLst>
              <a:ext uri="{FF2B5EF4-FFF2-40B4-BE49-F238E27FC236}">
                <a16:creationId xmlns:a16="http://schemas.microsoft.com/office/drawing/2014/main" id="{2177A78F-F7CA-38F0-9FCA-812E67DB4D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01731" y="1065679"/>
            <a:ext cx="7315200" cy="3886200"/>
          </a:xfrm>
          <a:prstGeom prst="rect">
            <a:avLst/>
          </a:prstGeom>
        </p:spPr>
      </p:pic>
    </p:spTree>
    <p:extLst>
      <p:ext uri="{BB962C8B-B14F-4D97-AF65-F5344CB8AC3E}">
        <p14:creationId xmlns:p14="http://schemas.microsoft.com/office/powerpoint/2010/main" val="224588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jdelijke aanduiding voor dianummer 4">
            <a:extLst>
              <a:ext uri="{FF2B5EF4-FFF2-40B4-BE49-F238E27FC236}">
                <a16:creationId xmlns:a16="http://schemas.microsoft.com/office/drawing/2014/main" id="{59BBBB4F-30BC-E702-4EA5-66A7FE06E725}"/>
              </a:ext>
            </a:extLst>
          </p:cNvPr>
          <p:cNvSpPr>
            <a:spLocks noGrp="1"/>
          </p:cNvSpPr>
          <p:nvPr>
            <p:ph type="sldNum" sz="quarter" idx="12"/>
          </p:nvPr>
        </p:nvSpPr>
        <p:spPr/>
        <p:txBody>
          <a:bodyPr/>
          <a:lstStyle/>
          <a:p>
            <a:fld id="{B7CEC10D-CD46-426F-915E-6C78530279CB}" type="slidenum">
              <a:rPr lang="en-US" smtClean="0"/>
              <a:pPr/>
              <a:t>40</a:t>
            </a:fld>
            <a:endParaRPr lang="en-US" dirty="0"/>
          </a:p>
        </p:txBody>
      </p:sp>
    </p:spTree>
    <p:extLst>
      <p:ext uri="{BB962C8B-B14F-4D97-AF65-F5344CB8AC3E}">
        <p14:creationId xmlns:p14="http://schemas.microsoft.com/office/powerpoint/2010/main" val="4141411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06BE9-C6EC-B2CF-46F2-3BA7B8B4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5E25C-52B0-4B43-4107-6F72D3D61B3D}"/>
              </a:ext>
            </a:extLst>
          </p:cNvPr>
          <p:cNvSpPr>
            <a:spLocks noGrp="1"/>
          </p:cNvSpPr>
          <p:nvPr>
            <p:ph type="title"/>
          </p:nvPr>
        </p:nvSpPr>
        <p:spPr/>
        <p:txBody>
          <a:bodyPr/>
          <a:lstStyle/>
          <a:p>
            <a:r>
              <a:rPr lang="en-GB" sz="2600" b="1" dirty="0">
                <a:latin typeface="Calibri"/>
              </a:rPr>
              <a:t>Extra: convergence of Jacobi iteration</a:t>
            </a:r>
            <a:endParaRPr sz="2600" b="1" dirty="0">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3F3BA741-9D4B-190D-71F7-AC0A3D7968CA}"/>
                  </a:ext>
                </a:extLst>
              </p:cNvPr>
              <p:cNvSpPr>
                <a:spLocks noGrp="1"/>
              </p:cNvSpPr>
              <p:nvPr>
                <p:ph idx="1"/>
              </p:nvPr>
            </p:nvSpPr>
            <p:spPr/>
            <p:txBody>
              <a:bodyPr/>
              <a:lstStyle/>
              <a:p>
                <a:r>
                  <a:rPr lang="en-GB" b="0" dirty="0">
                    <a:latin typeface="Calibri" panose="020F0502020204030204" pitchFamily="34" charset="0"/>
                    <a:ea typeface="Calibri" panose="020F0502020204030204" pitchFamily="34" charset="0"/>
                    <a:cs typeface="Calibri" panose="020F0502020204030204" pitchFamily="34" charset="0"/>
                  </a:rPr>
                  <a:t>Jacobi updates are a fixed-point iteration with iteration matrix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r>
                      <a:rPr lang="en-GB" b="0" i="1" smtClean="0">
                        <a:latin typeface="Cambria Math" panose="02040503050406030204" pitchFamily="18" charset="0"/>
                        <a:ea typeface="Calibri" panose="020F0502020204030204" pitchFamily="34" charset="0"/>
                        <a:cs typeface="Calibri" panose="020F0502020204030204" pitchFamily="34" charset="0"/>
                      </a:rPr>
                      <m:t>=</m:t>
                    </m:r>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𝐷</m:t>
                        </m:r>
                      </m:e>
                      <m:sup>
                        <m:r>
                          <a:rPr lang="en-GB" b="0" i="1" smtClean="0">
                            <a:latin typeface="Cambria Math" panose="02040503050406030204" pitchFamily="18" charset="0"/>
                            <a:ea typeface="Calibri" panose="020F0502020204030204" pitchFamily="34" charset="0"/>
                            <a:cs typeface="Calibri" panose="020F0502020204030204" pitchFamily="34" charset="0"/>
                          </a:rPr>
                          <m:t>−1</m:t>
                        </m:r>
                      </m:sup>
                    </m:sSup>
                    <m:r>
                      <a:rPr lang="en-GB" b="0" i="1" smtClean="0">
                        <a:latin typeface="Cambria Math" panose="02040503050406030204" pitchFamily="18" charset="0"/>
                        <a:ea typeface="Calibri" panose="020F0502020204030204" pitchFamily="34" charset="0"/>
                        <a:cs typeface="Calibri" panose="020F0502020204030204" pitchFamily="34" charset="0"/>
                      </a:rPr>
                      <m:t>(</m:t>
                    </m:r>
                    <m:r>
                      <a:rPr lang="en-GB" b="0" i="1" smtClean="0">
                        <a:latin typeface="Cambria Math" panose="02040503050406030204" pitchFamily="18" charset="0"/>
                        <a:ea typeface="Calibri" panose="020F0502020204030204" pitchFamily="34" charset="0"/>
                        <a:cs typeface="Calibri" panose="020F0502020204030204" pitchFamily="34" charset="0"/>
                      </a:rPr>
                      <m:t>𝐿</m:t>
                    </m:r>
                    <m:r>
                      <a:rPr lang="en-GB" b="0" i="1" smtClean="0">
                        <a:latin typeface="Cambria Math" panose="02040503050406030204" pitchFamily="18" charset="0"/>
                        <a:ea typeface="Calibri" panose="020F0502020204030204" pitchFamily="34" charset="0"/>
                        <a:cs typeface="Calibri" panose="020F0502020204030204" pitchFamily="34" charset="0"/>
                      </a:rPr>
                      <m:t>+</m:t>
                    </m:r>
                    <m:r>
                      <a:rPr lang="en-GB" b="0" i="1" smtClean="0">
                        <a:latin typeface="Cambria Math" panose="02040503050406030204" pitchFamily="18" charset="0"/>
                        <a:ea typeface="Calibri" panose="020F0502020204030204" pitchFamily="34" charset="0"/>
                        <a:cs typeface="Calibri" panose="020F0502020204030204" pitchFamily="34" charset="0"/>
                      </a:rPr>
                      <m:t>𝑈</m:t>
                    </m:r>
                    <m:r>
                      <a:rPr lang="en-GB" b="0" i="1" smtClean="0">
                        <a:latin typeface="Cambria Math" panose="02040503050406030204" pitchFamily="18" charset="0"/>
                        <a:ea typeface="Calibri" panose="020F0502020204030204" pitchFamily="34" charset="0"/>
                        <a:cs typeface="Calibri" panose="020F0502020204030204" pitchFamily="34" charset="0"/>
                      </a:rPr>
                      <m:t>)</m:t>
                    </m:r>
                  </m:oMath>
                </a14:m>
                <a:r>
                  <a:rPr lang="en-GB" b="0" dirty="0">
                    <a:latin typeface="Calibri" panose="020F0502020204030204" pitchFamily="34" charset="0"/>
                    <a:ea typeface="Calibri" panose="020F0502020204030204" pitchFamily="34" charset="0"/>
                    <a:cs typeface="Calibri" panose="020F0502020204030204" pitchFamily="34" charset="0"/>
                  </a:rPr>
                  <a:t>.</a:t>
                </a:r>
              </a:p>
              <a:p>
                <a:r>
                  <a:rPr lang="en-GB" b="0" dirty="0">
                    <a:latin typeface="Calibri" panose="020F0502020204030204" pitchFamily="34" charset="0"/>
                    <a:ea typeface="Calibri" panose="020F0502020204030204" pitchFamily="34" charset="0"/>
                    <a:cs typeface="Calibri" panose="020F0502020204030204" pitchFamily="34" charset="0"/>
                  </a:rPr>
                  <a:t>It can be shown that it converges for every </a:t>
                </a:r>
                <a14:m>
                  <m:oMath xmlns:m="http://schemas.openxmlformats.org/officeDocument/2006/math">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𝑥</m:t>
                        </m:r>
                      </m:e>
                      <m:sup>
                        <m:r>
                          <a:rPr lang="en-GB" b="0" i="1" smtClean="0">
                            <a:latin typeface="Cambria Math" panose="02040503050406030204" pitchFamily="18" charset="0"/>
                            <a:ea typeface="Calibri" panose="020F0502020204030204" pitchFamily="34" charset="0"/>
                            <a:cs typeface="Calibri" panose="020F0502020204030204" pitchFamily="34" charset="0"/>
                          </a:rPr>
                          <m:t>(0)</m:t>
                        </m:r>
                      </m:sup>
                    </m:sSup>
                  </m:oMath>
                </a14:m>
                <a:r>
                  <a:rPr lang="en-GB" b="0" dirty="0">
                    <a:latin typeface="Calibri" panose="020F0502020204030204" pitchFamily="34" charset="0"/>
                    <a:ea typeface="Calibri" panose="020F0502020204030204" pitchFamily="34" charset="0"/>
                    <a:cs typeface="Calibri" panose="020F0502020204030204" pitchFamily="34" charset="0"/>
                  </a:rPr>
                  <a:t> if and only if the spectral radius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𝜌</m:t>
                    </m:r>
                    <m:d>
                      <m:dPr>
                        <m:ctrlPr>
                          <a:rPr lang="en-GB" b="0" i="1" smtClean="0">
                            <a:latin typeface="Cambria Math" panose="02040503050406030204" pitchFamily="18" charset="0"/>
                            <a:ea typeface="Calibri" panose="020F0502020204030204" pitchFamily="34" charset="0"/>
                            <a:cs typeface="Calibri" panose="020F0502020204030204" pitchFamily="34" charset="0"/>
                          </a:rPr>
                        </m:ctrlPr>
                      </m:dPr>
                      <m:e>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e>
                    </m:d>
                    <m:r>
                      <a:rPr lang="en-GB" b="0" i="1" smtClean="0">
                        <a:latin typeface="Cambria Math" panose="02040503050406030204" pitchFamily="18" charset="0"/>
                        <a:ea typeface="Calibri" panose="020F0502020204030204" pitchFamily="34" charset="0"/>
                        <a:cs typeface="Calibri" panose="020F0502020204030204" pitchFamily="34" charset="0"/>
                      </a:rPr>
                      <m:t>&lt;1 .</m:t>
                    </m:r>
                  </m:oMath>
                </a14:m>
                <a:endParaRPr lang="en-GB" b="0" dirty="0">
                  <a:latin typeface="Calibri" panose="020F0502020204030204" pitchFamily="34" charset="0"/>
                  <a:ea typeface="Calibri" panose="020F0502020204030204" pitchFamily="34" charset="0"/>
                  <a:cs typeface="Calibri" panose="020F0502020204030204" pitchFamily="34" charset="0"/>
                </a:endParaRPr>
              </a:p>
              <a:p>
                <a:endParaRPr lang="en-GB" b="0" dirty="0">
                  <a:latin typeface="Calibri" panose="020F0502020204030204" pitchFamily="34" charset="0"/>
                  <a:ea typeface="Calibri" panose="020F0502020204030204" pitchFamily="34" charset="0"/>
                  <a:cs typeface="Calibri" panose="020F0502020204030204" pitchFamily="34" charset="0"/>
                </a:endParaRPr>
              </a:p>
              <a:p>
                <a:r>
                  <a:rPr lang="en-GB" b="0" dirty="0">
                    <a:latin typeface="Calibri" panose="020F0502020204030204" pitchFamily="34" charset="0"/>
                    <a:ea typeface="Calibri" panose="020F0502020204030204" pitchFamily="34" charset="0"/>
                    <a:cs typeface="Calibri" panose="020F0502020204030204" pitchFamily="34" charset="0"/>
                  </a:rPr>
                  <a:t>Take</a:t>
                </a:r>
                <a:r>
                  <a:rPr lang="en-GB" dirty="0">
                    <a:latin typeface="Calibri" panose="020F0502020204030204" pitchFamily="34" charset="0"/>
                    <a:ea typeface="Calibri" panose="020F0502020204030204" pitchFamily="34" charset="0"/>
                    <a:cs typeface="Calibri" panose="020F0502020204030204" pitchFamily="34" charset="0"/>
                  </a:rPr>
                  <a:t>, for example, a chain tiling of the die such that A is tridiagonal with values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(−1,2,−1)</m:t>
                    </m:r>
                  </m:oMath>
                </a14:m>
                <a:r>
                  <a:rPr lang="en-GB" b="0" dirty="0">
                    <a:latin typeface="Calibri" panose="020F0502020204030204" pitchFamily="34" charset="0"/>
                    <a:ea typeface="Calibri" panose="020F0502020204030204" pitchFamily="34" charset="0"/>
                    <a:cs typeface="Calibri" panose="020F0502020204030204" pitchFamily="34" charset="0"/>
                  </a:rPr>
                  <a:t>.</a:t>
                </a:r>
              </a:p>
              <a:p>
                <a:r>
                  <a:rPr lang="en-GB" b="0" dirty="0">
                    <a:latin typeface="Calibri" panose="020F0502020204030204" pitchFamily="34" charset="0"/>
                    <a:ea typeface="Calibri" panose="020F0502020204030204" pitchFamily="34" charset="0"/>
                    <a:cs typeface="Calibri" panose="020F0502020204030204" pitchFamily="34" charset="0"/>
                  </a:rPr>
                  <a:t>Then</a:t>
                </a:r>
                <a:r>
                  <a:rPr lang="en-GB" dirty="0">
                    <a:latin typeface="Calibri" panose="020F0502020204030204" pitchFamily="34" charset="0"/>
                    <a:ea typeface="Calibri" panose="020F0502020204030204" pitchFamily="34" charset="0"/>
                    <a:cs typeface="Calibri" panose="020F0502020204030204" pitchFamily="34" charset="0"/>
                  </a:rPr>
                  <a:t>, the eigenvalues of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oMath>
                </a14:m>
                <a:r>
                  <a:rPr lang="en-GB" b="0" dirty="0">
                    <a:latin typeface="Calibri" panose="020F0502020204030204" pitchFamily="34" charset="0"/>
                    <a:ea typeface="Calibri" panose="020F0502020204030204" pitchFamily="34" charset="0"/>
                    <a:cs typeface="Calibri" panose="020F0502020204030204" pitchFamily="34" charset="0"/>
                  </a:rPr>
                  <a:t> are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𝜆</m:t>
                        </m:r>
                      </m:e>
                      <m:sub>
                        <m:r>
                          <a:rPr lang="en-GB" b="0" i="1" smtClean="0">
                            <a:latin typeface="Cambria Math" panose="02040503050406030204" pitchFamily="18" charset="0"/>
                            <a:ea typeface="Calibri" panose="020F0502020204030204" pitchFamily="34" charset="0"/>
                            <a:cs typeface="Calibri" panose="020F0502020204030204" pitchFamily="34" charset="0"/>
                          </a:rPr>
                          <m:t>𝑗</m:t>
                        </m:r>
                      </m:sub>
                    </m:sSub>
                    <m:r>
                      <a:rPr lang="en-GB" b="0" i="1" smtClean="0">
                        <a:latin typeface="Cambria Math" panose="02040503050406030204" pitchFamily="18" charset="0"/>
                        <a:ea typeface="Calibri" panose="020F0502020204030204" pitchFamily="34" charset="0"/>
                        <a:cs typeface="Calibri" panose="020F0502020204030204" pitchFamily="34" charset="0"/>
                      </a:rPr>
                      <m:t>=</m:t>
                    </m:r>
                    <m:func>
                      <m:funcPr>
                        <m:ctrlPr>
                          <a:rPr lang="en-GB" b="0" i="0" smtClean="0">
                            <a:latin typeface="Cambria Math" panose="02040503050406030204" pitchFamily="18" charset="0"/>
                            <a:ea typeface="Calibri" panose="020F0502020204030204" pitchFamily="34" charset="0"/>
                            <a:cs typeface="Calibri" panose="020F0502020204030204" pitchFamily="34" charset="0"/>
                          </a:rPr>
                        </m:ctrlPr>
                      </m:funcPr>
                      <m:fName>
                        <m:r>
                          <m:rPr>
                            <m:sty m:val="p"/>
                          </m:rPr>
                          <a:rPr lang="en-GB" b="0" i="0" smtClean="0">
                            <a:latin typeface="Cambria Math" panose="02040503050406030204" pitchFamily="18" charset="0"/>
                            <a:ea typeface="Calibri" panose="020F0502020204030204" pitchFamily="34" charset="0"/>
                            <a:cs typeface="Calibri" panose="020F0502020204030204" pitchFamily="34" charset="0"/>
                          </a:rPr>
                          <m:t>cos</m:t>
                        </m:r>
                      </m:fName>
                      <m:e>
                        <m:r>
                          <a:rPr lang="en-GB" b="0" i="1" smtClean="0">
                            <a:latin typeface="Cambria Math" panose="02040503050406030204" pitchFamily="18" charset="0"/>
                            <a:ea typeface="Calibri" panose="020F0502020204030204" pitchFamily="34" charset="0"/>
                            <a:cs typeface="Calibri" panose="020F0502020204030204" pitchFamily="34" charset="0"/>
                          </a:rPr>
                          <m:t>(</m:t>
                        </m:r>
                        <m:f>
                          <m:fPr>
                            <m:ctrlPr>
                              <a:rPr lang="en-GB" b="0" i="1" smtClean="0">
                                <a:latin typeface="Cambria Math" panose="02040503050406030204" pitchFamily="18" charset="0"/>
                                <a:ea typeface="Calibri" panose="020F0502020204030204" pitchFamily="34" charset="0"/>
                                <a:cs typeface="Calibri" panose="020F0502020204030204" pitchFamily="34" charset="0"/>
                              </a:rPr>
                            </m:ctrlPr>
                          </m:fPr>
                          <m:num>
                            <m:r>
                              <a:rPr lang="en-GB" b="0" i="1" smtClean="0">
                                <a:latin typeface="Cambria Math" panose="02040503050406030204" pitchFamily="18" charset="0"/>
                                <a:ea typeface="Calibri" panose="020F0502020204030204" pitchFamily="34" charset="0"/>
                                <a:cs typeface="Calibri" panose="020F0502020204030204" pitchFamily="34" charset="0"/>
                              </a:rPr>
                              <m:t>𝑗</m:t>
                            </m:r>
                            <m:r>
                              <a:rPr lang="en-GB" b="0" i="1" smtClean="0">
                                <a:latin typeface="Cambria Math" panose="02040503050406030204" pitchFamily="18" charset="0"/>
                                <a:ea typeface="Calibri" panose="020F0502020204030204" pitchFamily="34" charset="0"/>
                                <a:cs typeface="Calibri" panose="020F0502020204030204" pitchFamily="34" charset="0"/>
                              </a:rPr>
                              <m:t>𝜋</m:t>
                            </m:r>
                          </m:num>
                          <m:den>
                            <m:r>
                              <a:rPr lang="en-GB" b="0" i="1" smtClean="0">
                                <a:latin typeface="Cambria Math" panose="02040503050406030204" pitchFamily="18" charset="0"/>
                                <a:ea typeface="Calibri" panose="020F0502020204030204" pitchFamily="34" charset="0"/>
                                <a:cs typeface="Calibri" panose="020F0502020204030204" pitchFamily="34" charset="0"/>
                              </a:rPr>
                              <m:t>𝑛</m:t>
                            </m:r>
                            <m:r>
                              <a:rPr lang="en-GB" b="0" i="1" smtClean="0">
                                <a:latin typeface="Cambria Math" panose="02040503050406030204" pitchFamily="18" charset="0"/>
                                <a:ea typeface="Calibri" panose="020F0502020204030204" pitchFamily="34" charset="0"/>
                                <a:cs typeface="Calibri" panose="020F0502020204030204" pitchFamily="34" charset="0"/>
                              </a:rPr>
                              <m:t>+1</m:t>
                            </m:r>
                          </m:den>
                        </m:f>
                        <m:r>
                          <a:rPr lang="en-GB" b="0" i="1" smtClean="0">
                            <a:latin typeface="Cambria Math" panose="02040503050406030204" pitchFamily="18" charset="0"/>
                            <a:ea typeface="Calibri" panose="020F0502020204030204" pitchFamily="34" charset="0"/>
                            <a:cs typeface="Calibri" panose="020F0502020204030204" pitchFamily="34" charset="0"/>
                          </a:rPr>
                          <m:t>)</m:t>
                        </m:r>
                      </m:e>
                    </m:func>
                  </m:oMath>
                </a14:m>
                <a:r>
                  <a:rPr lang="en-GB" b="0" dirty="0">
                    <a:latin typeface="Calibri" panose="020F0502020204030204" pitchFamily="34" charset="0"/>
                    <a:ea typeface="Calibri" panose="020F0502020204030204" pitchFamily="34" charset="0"/>
                    <a:cs typeface="Calibri" panose="020F0502020204030204" pitchFamily="34" charset="0"/>
                  </a:rPr>
                  <a:t> for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𝑗</m:t>
                    </m:r>
                    <m:r>
                      <a:rPr lang="en-GB" b="0" i="1" smtClean="0">
                        <a:latin typeface="Cambria Math" panose="02040503050406030204" pitchFamily="18" charset="0"/>
                        <a:ea typeface="Calibri" panose="020F0502020204030204" pitchFamily="34" charset="0"/>
                        <a:cs typeface="Calibri" panose="020F0502020204030204" pitchFamily="34" charset="0"/>
                      </a:rPr>
                      <m:t>=1,…, </m:t>
                    </m:r>
                    <m:r>
                      <a:rPr lang="en-GB" b="0" i="1" smtClean="0">
                        <a:latin typeface="Cambria Math" panose="02040503050406030204" pitchFamily="18" charset="0"/>
                        <a:ea typeface="Calibri" panose="020F0502020204030204" pitchFamily="34" charset="0"/>
                        <a:cs typeface="Calibri" panose="020F0502020204030204" pitchFamily="34" charset="0"/>
                      </a:rPr>
                      <m:t>𝑛</m:t>
                    </m:r>
                  </m:oMath>
                </a14:m>
                <a:r>
                  <a:rPr lang="en-GB" b="0" dirty="0">
                    <a:latin typeface="Calibri" panose="020F0502020204030204" pitchFamily="34" charset="0"/>
                    <a:ea typeface="Calibri" panose="020F0502020204030204" pitchFamily="34" charset="0"/>
                    <a:cs typeface="Calibri" panose="020F0502020204030204" pitchFamily="34" charset="0"/>
                  </a:rPr>
                  <a:t>.</a:t>
                </a:r>
              </a:p>
              <a:p>
                <a:r>
                  <a:rPr lang="en-GB" dirty="0">
                    <a:latin typeface="Calibri" panose="020F0502020204030204" pitchFamily="34" charset="0"/>
                    <a:ea typeface="Calibri" panose="020F0502020204030204" pitchFamily="34" charset="0"/>
                    <a:cs typeface="Calibri" panose="020F0502020204030204" pitchFamily="34" charset="0"/>
                  </a:rPr>
                  <a:t>This means the spectral radius is </a:t>
                </a:r>
                <a14:m>
                  <m:oMath xmlns:m="http://schemas.openxmlformats.org/officeDocument/2006/math">
                    <m:func>
                      <m:funcPr>
                        <m:ctrlPr>
                          <a:rPr lang="en-GB">
                            <a:latin typeface="Cambria Math" panose="02040503050406030204" pitchFamily="18" charset="0"/>
                            <a:ea typeface="Calibri" panose="020F0502020204030204" pitchFamily="34" charset="0"/>
                            <a:cs typeface="Calibri" panose="020F0502020204030204" pitchFamily="34" charset="0"/>
                          </a:rPr>
                        </m:ctrlPr>
                      </m:funcPr>
                      <m:fName>
                        <m:r>
                          <m:rPr>
                            <m:sty m:val="p"/>
                          </m:rPr>
                          <a:rPr lang="en-GB">
                            <a:latin typeface="Cambria Math" panose="02040503050406030204" pitchFamily="18" charset="0"/>
                            <a:ea typeface="Calibri" panose="020F0502020204030204" pitchFamily="34" charset="0"/>
                            <a:cs typeface="Calibri" panose="020F0502020204030204" pitchFamily="34" charset="0"/>
                          </a:rPr>
                          <m:t>cos</m:t>
                        </m:r>
                      </m:fName>
                      <m:e>
                        <m:r>
                          <a:rPr lang="en-GB" i="1">
                            <a:latin typeface="Cambria Math" panose="02040503050406030204" pitchFamily="18" charset="0"/>
                            <a:ea typeface="Calibri" panose="020F0502020204030204" pitchFamily="34" charset="0"/>
                            <a:cs typeface="Calibri" panose="020F0502020204030204" pitchFamily="34" charset="0"/>
                          </a:rPr>
                          <m:t>(</m:t>
                        </m:r>
                        <m:f>
                          <m:fPr>
                            <m:ctrlPr>
                              <a:rPr lang="en-GB" i="1">
                                <a:latin typeface="Cambria Math" panose="02040503050406030204" pitchFamily="18" charset="0"/>
                                <a:ea typeface="Calibri" panose="020F0502020204030204" pitchFamily="34" charset="0"/>
                                <a:cs typeface="Calibri" panose="020F0502020204030204" pitchFamily="34" charset="0"/>
                              </a:rPr>
                            </m:ctrlPr>
                          </m:fPr>
                          <m:num>
                            <m:r>
                              <a:rPr lang="en-GB" i="1">
                                <a:latin typeface="Cambria Math" panose="02040503050406030204" pitchFamily="18" charset="0"/>
                                <a:ea typeface="Calibri" panose="020F0502020204030204" pitchFamily="34" charset="0"/>
                                <a:cs typeface="Calibri" panose="020F0502020204030204" pitchFamily="34" charset="0"/>
                              </a:rPr>
                              <m:t>𝜋</m:t>
                            </m:r>
                          </m:num>
                          <m:den>
                            <m:r>
                              <a:rPr lang="en-GB" i="1">
                                <a:latin typeface="Cambria Math" panose="02040503050406030204" pitchFamily="18" charset="0"/>
                                <a:ea typeface="Calibri" panose="020F0502020204030204" pitchFamily="34" charset="0"/>
                                <a:cs typeface="Calibri" panose="020F0502020204030204" pitchFamily="34" charset="0"/>
                              </a:rPr>
                              <m:t>𝑛</m:t>
                            </m:r>
                            <m:r>
                              <a:rPr lang="en-GB" i="1">
                                <a:latin typeface="Cambria Math" panose="02040503050406030204" pitchFamily="18" charset="0"/>
                                <a:ea typeface="Calibri" panose="020F0502020204030204" pitchFamily="34" charset="0"/>
                                <a:cs typeface="Calibri" panose="020F0502020204030204" pitchFamily="34" charset="0"/>
                              </a:rPr>
                              <m:t>+1</m:t>
                            </m:r>
                          </m:den>
                        </m:f>
                        <m:r>
                          <a:rPr lang="en-GB" i="1">
                            <a:latin typeface="Cambria Math" panose="02040503050406030204" pitchFamily="18" charset="0"/>
                            <a:ea typeface="Calibri" panose="020F0502020204030204" pitchFamily="34" charset="0"/>
                            <a:cs typeface="Calibri" panose="020F0502020204030204" pitchFamily="34" charset="0"/>
                          </a:rPr>
                          <m:t>)</m:t>
                        </m:r>
                      </m:e>
                    </m:func>
                  </m:oMath>
                </a14:m>
                <a:r>
                  <a:rPr lang="en-GB" b="0" dirty="0">
                    <a:latin typeface="Calibri" panose="020F0502020204030204" pitchFamily="34" charset="0"/>
                    <a:ea typeface="Calibri" panose="020F0502020204030204" pitchFamily="34" charset="0"/>
                    <a:cs typeface="Calibri" panose="020F0502020204030204" pitchFamily="34" charset="0"/>
                  </a:rPr>
                  <a:t>, which is roughly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1−</m:t>
                    </m:r>
                    <m:f>
                      <m:fPr>
                        <m:ctrlPr>
                          <a:rPr lang="en-GB" b="0" i="1" smtClean="0">
                            <a:latin typeface="Cambria Math" panose="02040503050406030204" pitchFamily="18" charset="0"/>
                            <a:ea typeface="Calibri" panose="020F0502020204030204" pitchFamily="34" charset="0"/>
                            <a:cs typeface="Calibri" panose="020F0502020204030204" pitchFamily="34" charset="0"/>
                          </a:rPr>
                        </m:ctrlPr>
                      </m:fPr>
                      <m:num>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𝜋</m:t>
                            </m:r>
                          </m:e>
                          <m:sup>
                            <m:r>
                              <a:rPr lang="en-GB" b="0" i="1" smtClean="0">
                                <a:latin typeface="Cambria Math" panose="02040503050406030204" pitchFamily="18" charset="0"/>
                                <a:ea typeface="Calibri" panose="020F0502020204030204" pitchFamily="34" charset="0"/>
                                <a:cs typeface="Calibri" panose="020F0502020204030204" pitchFamily="34" charset="0"/>
                              </a:rPr>
                              <m:t>2</m:t>
                            </m:r>
                          </m:sup>
                        </m:sSup>
                      </m:num>
                      <m:den>
                        <m:r>
                          <a:rPr lang="en-GB" b="0" i="1" smtClean="0">
                            <a:latin typeface="Cambria Math" panose="02040503050406030204" pitchFamily="18" charset="0"/>
                            <a:ea typeface="Calibri" panose="020F0502020204030204" pitchFamily="34" charset="0"/>
                            <a:cs typeface="Calibri" panose="020F0502020204030204" pitchFamily="34" charset="0"/>
                          </a:rPr>
                          <m:t>2</m:t>
                        </m:r>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d>
                              <m:dPr>
                                <m:ctrlPr>
                                  <a:rPr lang="en-GB" b="0" i="1" smtClean="0">
                                    <a:latin typeface="Cambria Math" panose="02040503050406030204" pitchFamily="18" charset="0"/>
                                    <a:ea typeface="Calibri" panose="020F0502020204030204" pitchFamily="34" charset="0"/>
                                    <a:cs typeface="Calibri" panose="020F0502020204030204" pitchFamily="34" charset="0"/>
                                  </a:rPr>
                                </m:ctrlPr>
                              </m:dPr>
                              <m:e>
                                <m:r>
                                  <a:rPr lang="en-GB" b="0" i="1" smtClean="0">
                                    <a:latin typeface="Cambria Math" panose="02040503050406030204" pitchFamily="18" charset="0"/>
                                    <a:ea typeface="Calibri" panose="020F0502020204030204" pitchFamily="34" charset="0"/>
                                    <a:cs typeface="Calibri" panose="020F0502020204030204" pitchFamily="34" charset="0"/>
                                  </a:rPr>
                                  <m:t>𝑛</m:t>
                                </m:r>
                                <m:r>
                                  <a:rPr lang="en-GB" b="0" i="1" smtClean="0">
                                    <a:latin typeface="Cambria Math" panose="02040503050406030204" pitchFamily="18" charset="0"/>
                                    <a:ea typeface="Calibri" panose="020F0502020204030204" pitchFamily="34" charset="0"/>
                                    <a:cs typeface="Calibri" panose="020F0502020204030204" pitchFamily="34" charset="0"/>
                                  </a:rPr>
                                  <m:t>+1</m:t>
                                </m:r>
                              </m:e>
                            </m:d>
                          </m:e>
                          <m:sup>
                            <m:r>
                              <a:rPr lang="en-GB" b="0" i="1" smtClean="0">
                                <a:latin typeface="Cambria Math" panose="02040503050406030204" pitchFamily="18" charset="0"/>
                                <a:ea typeface="Calibri" panose="020F0502020204030204" pitchFamily="34" charset="0"/>
                                <a:cs typeface="Calibri" panose="020F0502020204030204" pitchFamily="34" charset="0"/>
                              </a:rPr>
                              <m:t>2</m:t>
                            </m:r>
                          </m:sup>
                        </m:sSup>
                      </m:den>
                    </m:f>
                  </m:oMath>
                </a14:m>
                <a:r>
                  <a:rPr lang="en-GB" b="0" dirty="0">
                    <a:latin typeface="Calibri" panose="020F0502020204030204" pitchFamily="34" charset="0"/>
                    <a:ea typeface="Calibri" panose="020F0502020204030204" pitchFamily="34" charset="0"/>
                    <a:cs typeface="Calibri" panose="020F0502020204030204" pitchFamily="34" charset="0"/>
                  </a:rPr>
                  <a:t> and less than 1.</a:t>
                </a:r>
              </a:p>
            </p:txBody>
          </p:sp>
        </mc:Choice>
        <mc:Fallback xmlns="">
          <p:sp>
            <p:nvSpPr>
              <p:cNvPr id="3" name="Tijdelijke aanduiding voor inhoud 2">
                <a:extLst>
                  <a:ext uri="{FF2B5EF4-FFF2-40B4-BE49-F238E27FC236}">
                    <a16:creationId xmlns:a16="http://schemas.microsoft.com/office/drawing/2014/main" id="{3F3BA741-9D4B-190D-71F7-AC0A3D7968CA}"/>
                  </a:ext>
                </a:extLst>
              </p:cNvPr>
              <p:cNvSpPr>
                <a:spLocks noGrp="1" noRot="1" noChangeAspect="1" noMove="1" noResize="1" noEditPoints="1" noAdjustHandles="1" noChangeArrowheads="1" noChangeShapeType="1" noTextEdit="1"/>
              </p:cNvSpPr>
              <p:nvPr>
                <p:ph idx="1"/>
              </p:nvPr>
            </p:nvSpPr>
            <p:spPr>
              <a:blipFill>
                <a:blip r:embed="rId3"/>
                <a:stretch>
                  <a:fillRect l="-1538" t="-1842"/>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20CD80CB-A338-F68D-6C4B-750CB7BC9386}"/>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41</a:t>
            </a:fld>
            <a:endParaRPr lang="en-US"/>
          </a:p>
        </p:txBody>
      </p:sp>
    </p:spTree>
    <p:extLst>
      <p:ext uri="{BB962C8B-B14F-4D97-AF65-F5344CB8AC3E}">
        <p14:creationId xmlns:p14="http://schemas.microsoft.com/office/powerpoint/2010/main" val="3759278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13B7027D-8768-A01A-F476-3B03A2E1910C}"/>
              </a:ext>
            </a:extLst>
          </p:cNvPr>
          <p:cNvSpPr>
            <a:spLocks noGrp="1"/>
          </p:cNvSpPr>
          <p:nvPr>
            <p:ph type="title"/>
          </p:nvPr>
        </p:nvSpPr>
        <p:spPr/>
        <p:txBody>
          <a:bodyPr/>
          <a:lstStyle/>
          <a:p>
            <a:r>
              <a:rPr lang="en-GB" dirty="0"/>
              <a:t>Extra: error rates</a:t>
            </a:r>
            <a:endParaRPr lang="en-US" dirty="0"/>
          </a:p>
        </p:txBody>
      </p:sp>
      <mc:AlternateContent xmlns:mc="http://schemas.openxmlformats.org/markup-compatibility/2006">
        <mc:Choice xmlns:a14="http://schemas.microsoft.com/office/drawing/2010/main" Requires="a14">
          <p:sp>
            <p:nvSpPr>
              <p:cNvPr id="7" name="Tijdelijke aanduiding voor inhoud 6">
                <a:extLst>
                  <a:ext uri="{FF2B5EF4-FFF2-40B4-BE49-F238E27FC236}">
                    <a16:creationId xmlns:a16="http://schemas.microsoft.com/office/drawing/2014/main" id="{86AE1466-2DCD-72FB-65A5-F631F686C4F7}"/>
                  </a:ext>
                </a:extLst>
              </p:cNvPr>
              <p:cNvSpPr>
                <a:spLocks noGrp="1"/>
              </p:cNvSpPr>
              <p:nvPr>
                <p:ph idx="1"/>
              </p:nvPr>
            </p:nvSpPr>
            <p:spPr/>
            <p:txBody>
              <a:bodyPr/>
              <a:lstStyle/>
              <a:p>
                <a:r>
                  <a:rPr lang="en-GB" dirty="0"/>
                  <a:t>For </a:t>
                </a:r>
                <a14:m>
                  <m:oMath xmlns:m="http://schemas.openxmlformats.org/officeDocument/2006/math">
                    <m:r>
                      <a:rPr lang="en-GB" i="1">
                        <a:latin typeface="Cambria Math" panose="02040503050406030204" pitchFamily="18" charset="0"/>
                      </a:rPr>
                      <m:t>𝜅</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𝜆</m:t>
                        </m:r>
                      </m:e>
                      <m:sub>
                        <m:r>
                          <m:rPr>
                            <m:sty m:val="p"/>
                          </m:rPr>
                          <a:rPr lang="en-GB" i="1">
                            <a:latin typeface="Cambria Math" panose="02040503050406030204" pitchFamily="18" charset="0"/>
                          </a:rPr>
                          <m:t>max</m:t>
                        </m:r>
                        <m:r>
                          <a:rPr lang="en-GB" i="1">
                            <a:latin typeface="Cambria Math" panose="02040503050406030204" pitchFamily="18" charset="0"/>
                          </a:rPr>
                          <m:t> </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𝜆</m:t>
                        </m:r>
                      </m:e>
                      <m:sub>
                        <m:r>
                          <m:rPr>
                            <m:sty m:val="p"/>
                          </m:rPr>
                          <a:rPr lang="en-GB" i="1">
                            <a:latin typeface="Cambria Math" panose="02040503050406030204" pitchFamily="18" charset="0"/>
                          </a:rPr>
                          <m:t>min</m:t>
                        </m:r>
                        <m:r>
                          <a:rPr lang="en-GB" i="1">
                            <a:latin typeface="Cambria Math" panose="02040503050406030204" pitchFamily="18" charset="0"/>
                          </a:rPr>
                          <m:t> </m:t>
                        </m:r>
                      </m:sub>
                    </m:sSub>
                  </m:oMath>
                </a14:m>
                <a:r>
                  <a:rPr lang="en-GB" dirty="0"/>
                  <a:t>, the error rate of the conjugate gradient method is</a:t>
                </a:r>
                <a:br>
                  <a:rPr lang="en-GB" dirty="0"/>
                </a:br>
                <a14:m>
                  <m:oMathPara xmlns:m="http://schemas.openxmlformats.org/officeDocument/2006/math">
                    <m:oMath>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d>
                            <m:dPr>
                              <m:ctrlPr>
                                <a:rPr lang="en-GB" i="1">
                                  <a:latin typeface="Cambria Math" panose="02040503050406030204" pitchFamily="18" charset="0"/>
                                  <a:ea typeface="Cambria Math" panose="02040503050406030204" pitchFamily="18" charset="0"/>
                                </a:rPr>
                              </m:ctrlPr>
                            </m:dPr>
                            <m:e>
                              <m:r>
                                <a:rPr lang="en-GB" i="1">
                                  <a:latin typeface="Cambria Math" panose="02040503050406030204" pitchFamily="18" charset="0"/>
                                  <a:ea typeface="Cambria Math" panose="02040503050406030204" pitchFamily="18" charset="0"/>
                                </a:rPr>
                                <m:t>𝑡</m:t>
                              </m:r>
                            </m:e>
                          </m:d>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m:t>
                          </m:r>
                        </m:sup>
                      </m:sSup>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m:t>
                          </m:r>
                        </m:e>
                        <m:sub>
                          <m:r>
                            <a:rPr lang="en-GB" i="1">
                              <a:latin typeface="Cambria Math" panose="02040503050406030204" pitchFamily="18" charset="0"/>
                              <a:ea typeface="Cambria Math" panose="02040503050406030204" pitchFamily="18" charset="0"/>
                            </a:rPr>
                            <m:t>𝐴</m:t>
                          </m:r>
                        </m:sub>
                      </m:sSub>
                      <m:r>
                        <a:rPr lang="en-GB" i="1">
                          <a:latin typeface="Cambria Math" panose="02040503050406030204" pitchFamily="18" charset="0"/>
                          <a:ea typeface="Cambria Math" panose="02040503050406030204" pitchFamily="18" charset="0"/>
                        </a:rPr>
                        <m:t> ≤2 </m:t>
                      </m:r>
                      <m:sSup>
                        <m:sSupPr>
                          <m:ctrlPr>
                            <a:rPr lang="en-US" i="1">
                              <a:latin typeface="Cambria Math" panose="02040503050406030204" pitchFamily="18" charset="0"/>
                              <a:ea typeface="Cambria Math" panose="02040503050406030204" pitchFamily="18" charset="0"/>
                            </a:rPr>
                          </m:ctrlPr>
                        </m:sSupPr>
                        <m:e>
                          <m:d>
                            <m:dPr>
                              <m:ctrlPr>
                                <a:rPr lang="en-GB" i="1">
                                  <a:latin typeface="Cambria Math" panose="02040503050406030204" pitchFamily="18" charset="0"/>
                                  <a:ea typeface="Cambria Math" panose="02040503050406030204" pitchFamily="18" charset="0"/>
                                </a:rPr>
                              </m:ctrlPr>
                            </m:dPr>
                            <m:e>
                              <m:f>
                                <m:fPr>
                                  <m:ctrlPr>
                                    <a:rPr lang="en-GB" i="1">
                                      <a:latin typeface="Cambria Math" panose="02040503050406030204" pitchFamily="18" charset="0"/>
                                      <a:ea typeface="Cambria Math" panose="02040503050406030204" pitchFamily="18" charset="0"/>
                                    </a:rPr>
                                  </m:ctrlPr>
                                </m:fPr>
                                <m:num>
                                  <m:rad>
                                    <m:radPr>
                                      <m:degHide m:val="on"/>
                                      <m:ctrlPr>
                                        <a:rPr lang="en-GB" i="1">
                                          <a:latin typeface="Cambria Math" panose="02040503050406030204" pitchFamily="18" charset="0"/>
                                          <a:ea typeface="Cambria Math" panose="02040503050406030204" pitchFamily="18" charset="0"/>
                                        </a:rPr>
                                      </m:ctrlPr>
                                    </m:radPr>
                                    <m:deg/>
                                    <m:e>
                                      <m:r>
                                        <a:rPr lang="en-GB" i="1">
                                          <a:latin typeface="Cambria Math" panose="02040503050406030204" pitchFamily="18" charset="0"/>
                                          <a:ea typeface="Cambria Math" panose="02040503050406030204" pitchFamily="18" charset="0"/>
                                        </a:rPr>
                                        <m:t>𝜅</m:t>
                                      </m:r>
                                    </m:e>
                                  </m:rad>
                                  <m:r>
                                    <a:rPr lang="en-GB" i="1">
                                      <a:latin typeface="Cambria Math" panose="02040503050406030204" pitchFamily="18" charset="0"/>
                                      <a:ea typeface="Cambria Math" panose="02040503050406030204" pitchFamily="18" charset="0"/>
                                    </a:rPr>
                                    <m:t>−1</m:t>
                                  </m:r>
                                </m:num>
                                <m:den>
                                  <m:rad>
                                    <m:radPr>
                                      <m:degHide m:val="on"/>
                                      <m:ctrlPr>
                                        <a:rPr lang="en-GB" i="1">
                                          <a:latin typeface="Cambria Math" panose="02040503050406030204" pitchFamily="18" charset="0"/>
                                          <a:ea typeface="Cambria Math" panose="02040503050406030204" pitchFamily="18" charset="0"/>
                                        </a:rPr>
                                      </m:ctrlPr>
                                    </m:radPr>
                                    <m:deg/>
                                    <m:e>
                                      <m:r>
                                        <a:rPr lang="en-GB" i="1">
                                          <a:latin typeface="Cambria Math" panose="02040503050406030204" pitchFamily="18" charset="0"/>
                                          <a:ea typeface="Cambria Math" panose="02040503050406030204" pitchFamily="18" charset="0"/>
                                        </a:rPr>
                                        <m:t>𝜅</m:t>
                                      </m:r>
                                    </m:e>
                                  </m:rad>
                                  <m:r>
                                    <a:rPr lang="en-GB" i="1">
                                      <a:latin typeface="Cambria Math" panose="02040503050406030204" pitchFamily="18" charset="0"/>
                                      <a:ea typeface="Cambria Math" panose="02040503050406030204" pitchFamily="18" charset="0"/>
                                    </a:rPr>
                                    <m:t>+1</m:t>
                                  </m:r>
                                </m:den>
                              </m:f>
                            </m:e>
                          </m:d>
                        </m:e>
                        <m:sup>
                          <m:r>
                            <a:rPr lang="en-GB" i="1">
                              <a:latin typeface="Cambria Math" panose="02040503050406030204" pitchFamily="18" charset="0"/>
                              <a:ea typeface="Cambria Math" panose="02040503050406030204" pitchFamily="18" charset="0"/>
                            </a:rPr>
                            <m:t>𝑡</m:t>
                          </m:r>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0</m:t>
                          </m:r>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m:t>
                          </m:r>
                        </m:sup>
                      </m:sSup>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m:t>
                          </m:r>
                        </m:e>
                        <m:sub>
                          <m:r>
                            <a:rPr lang="en-GB" i="1">
                              <a:latin typeface="Cambria Math" panose="02040503050406030204" pitchFamily="18" charset="0"/>
                              <a:ea typeface="Cambria Math" panose="02040503050406030204" pitchFamily="18" charset="0"/>
                            </a:rPr>
                            <m:t>𝐴</m:t>
                          </m:r>
                        </m:sub>
                      </m:sSub>
                    </m:oMath>
                  </m:oMathPara>
                </a14:m>
                <a:endParaRPr lang="en-US" dirty="0"/>
              </a:p>
              <a:p>
                <a:endParaRPr lang="en-US" dirty="0"/>
              </a:p>
            </p:txBody>
          </p:sp>
        </mc:Choice>
        <mc:Fallback>
          <p:sp>
            <p:nvSpPr>
              <p:cNvPr id="7" name="Tijdelijke aanduiding voor inhoud 6">
                <a:extLst>
                  <a:ext uri="{FF2B5EF4-FFF2-40B4-BE49-F238E27FC236}">
                    <a16:creationId xmlns:a16="http://schemas.microsoft.com/office/drawing/2014/main" id="{86AE1466-2DCD-72FB-65A5-F631F686C4F7}"/>
                  </a:ext>
                </a:extLst>
              </p:cNvPr>
              <p:cNvSpPr>
                <a:spLocks noGrp="1" noRot="1" noChangeAspect="1" noMove="1" noResize="1" noEditPoints="1" noAdjustHandles="1" noChangeArrowheads="1" noChangeShapeType="1" noTextEdit="1"/>
              </p:cNvSpPr>
              <p:nvPr>
                <p:ph idx="1"/>
              </p:nvPr>
            </p:nvSpPr>
            <p:spPr>
              <a:blipFill>
                <a:blip r:embed="rId2"/>
                <a:stretch>
                  <a:fillRect l="-1538" t="-2026"/>
                </a:stretch>
              </a:blipFill>
            </p:spPr>
            <p:txBody>
              <a:bodyPr/>
              <a:lstStyle/>
              <a:p>
                <a:r>
                  <a:rPr lang="en-US">
                    <a:noFill/>
                  </a:rPr>
                  <a:t> </a:t>
                </a:r>
              </a:p>
            </p:txBody>
          </p:sp>
        </mc:Fallback>
      </mc:AlternateContent>
      <p:sp>
        <p:nvSpPr>
          <p:cNvPr id="5" name="Tijdelijke aanduiding voor dianummer 4">
            <a:extLst>
              <a:ext uri="{FF2B5EF4-FFF2-40B4-BE49-F238E27FC236}">
                <a16:creationId xmlns:a16="http://schemas.microsoft.com/office/drawing/2014/main" id="{9A9C967A-7746-3719-EA5D-55D8EED96D6C}"/>
              </a:ext>
            </a:extLst>
          </p:cNvPr>
          <p:cNvSpPr>
            <a:spLocks noGrp="1"/>
          </p:cNvSpPr>
          <p:nvPr>
            <p:ph type="sldNum" sz="quarter" idx="12"/>
          </p:nvPr>
        </p:nvSpPr>
        <p:spPr/>
        <p:txBody>
          <a:bodyPr/>
          <a:lstStyle/>
          <a:p>
            <a:fld id="{B7CEC10D-CD46-426F-915E-6C78530279CB}" type="slidenum">
              <a:rPr lang="en-US" smtClean="0"/>
              <a:pPr/>
              <a:t>42</a:t>
            </a:fld>
            <a:endParaRPr lang="en-US" dirty="0"/>
          </a:p>
        </p:txBody>
      </p:sp>
      <p:pic>
        <p:nvPicPr>
          <p:cNvPr id="9" name="Picture 8" descr="rates.png">
            <a:extLst>
              <a:ext uri="{FF2B5EF4-FFF2-40B4-BE49-F238E27FC236}">
                <a16:creationId xmlns:a16="http://schemas.microsoft.com/office/drawing/2014/main" id="{EF9B49EB-542B-475E-0563-7319B3F2812C}"/>
              </a:ext>
            </a:extLst>
          </p:cNvPr>
          <p:cNvPicPr>
            <a:picLocks noChangeAspect="1"/>
          </p:cNvPicPr>
          <p:nvPr/>
        </p:nvPicPr>
        <p:blipFill>
          <a:blip r:embed="rId3"/>
          <a:stretch>
            <a:fillRect/>
          </a:stretch>
        </p:blipFill>
        <p:spPr>
          <a:xfrm>
            <a:off x="1935457" y="2427336"/>
            <a:ext cx="5174670" cy="2464401"/>
          </a:xfrm>
          <a:prstGeom prst="rect">
            <a:avLst/>
          </a:prstGeom>
        </p:spPr>
      </p:pic>
    </p:spTree>
    <p:extLst>
      <p:ext uri="{BB962C8B-B14F-4D97-AF65-F5344CB8AC3E}">
        <p14:creationId xmlns:p14="http://schemas.microsoft.com/office/powerpoint/2010/main" val="3259223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049FB18-CE98-34FB-185B-2909CEC37701}"/>
              </a:ext>
            </a:extLst>
          </p:cNvPr>
          <p:cNvSpPr>
            <a:spLocks noGrp="1"/>
          </p:cNvSpPr>
          <p:nvPr>
            <p:ph type="title"/>
          </p:nvPr>
        </p:nvSpPr>
        <p:spPr/>
        <p:txBody>
          <a:bodyPr/>
          <a:lstStyle/>
          <a:p>
            <a:r>
              <a:rPr lang="en-GB" dirty="0"/>
              <a:t>Extra: CG is posterior mean of </a:t>
            </a:r>
            <a:r>
              <a:rPr lang="en-GB" dirty="0" err="1"/>
              <a:t>BayesCG</a:t>
            </a:r>
            <a:endParaRPr lang="en-US" dirty="0"/>
          </a:p>
        </p:txBody>
      </p:sp>
      <mc:AlternateContent xmlns:mc="http://schemas.openxmlformats.org/markup-compatibility/2006">
        <mc:Choice xmlns:a14="http://schemas.microsoft.com/office/drawing/2010/main" Requires="a14">
          <p:sp>
            <p:nvSpPr>
              <p:cNvPr id="7" name="Tijdelijke aanduiding voor inhoud 6">
                <a:extLst>
                  <a:ext uri="{FF2B5EF4-FFF2-40B4-BE49-F238E27FC236}">
                    <a16:creationId xmlns:a16="http://schemas.microsoft.com/office/drawing/2014/main" id="{AD6F87A2-04FA-DF70-0B82-DB0697A7B22F}"/>
                  </a:ext>
                </a:extLst>
              </p:cNvPr>
              <p:cNvSpPr>
                <a:spLocks noGrp="1"/>
              </p:cNvSpPr>
              <p:nvPr>
                <p:ph idx="1"/>
              </p:nvPr>
            </p:nvSpPr>
            <p:spPr/>
            <p:txBody>
              <a:bodyPr/>
              <a:lstStyle/>
              <a:p>
                <a:r>
                  <a:rPr lang="en-GB" dirty="0"/>
                  <a:t>If you choose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𝑥</m:t>
                        </m:r>
                      </m:e>
                      <m:sup>
                        <m:r>
                          <a:rPr lang="en-GB" i="1">
                            <a:latin typeface="Cambria Math" panose="02040503050406030204" pitchFamily="18" charset="0"/>
                          </a:rPr>
                          <m:t>(0)</m:t>
                        </m:r>
                      </m:sup>
                    </m:sSup>
                    <m:r>
                      <a:rPr lang="en-GB" i="1">
                        <a:latin typeface="Cambria Math" panose="02040503050406030204" pitchFamily="18" charset="0"/>
                      </a:rPr>
                      <m:t>=0</m:t>
                    </m:r>
                  </m:oMath>
                </a14:m>
                <a:r>
                  <a:rPr lang="en-US" dirty="0"/>
                  <a:t> and </a:t>
                </a:r>
                <a14:m>
                  <m:oMath xmlns:m="http://schemas.openxmlformats.org/officeDocument/2006/math">
                    <m:sSup>
                      <m:sSupPr>
                        <m:ctrlPr>
                          <a:rPr lang="en-GB">
                            <a:latin typeface="Cambria Math" panose="02040503050406030204" pitchFamily="18" charset="0"/>
                          </a:rPr>
                        </m:ctrlPr>
                      </m:sSupPr>
                      <m:e>
                        <m:r>
                          <m:rPr>
                            <m:sty m:val="p"/>
                          </m:rPr>
                          <a:rPr lang="en-GB">
                            <a:latin typeface="Cambria Math" panose="02040503050406030204" pitchFamily="18" charset="0"/>
                          </a:rPr>
                          <m:t>Σ</m:t>
                        </m:r>
                      </m:e>
                      <m:sup>
                        <m:r>
                          <a:rPr lang="en-GB" i="1">
                            <a:latin typeface="Cambria Math" panose="02040503050406030204" pitchFamily="18" charset="0"/>
                          </a:rPr>
                          <m:t>(0)</m:t>
                        </m:r>
                      </m:sup>
                    </m:sSup>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𝐴</m:t>
                        </m:r>
                      </m:e>
                      <m:sup>
                        <m:r>
                          <a:rPr lang="en-GB" i="1">
                            <a:latin typeface="Cambria Math" panose="02040503050406030204" pitchFamily="18" charset="0"/>
                          </a:rPr>
                          <m:t>−1</m:t>
                        </m:r>
                      </m:sup>
                    </m:sSup>
                  </m:oMath>
                </a14:m>
                <a:r>
                  <a:rPr lang="en-US" dirty="0"/>
                  <a:t>, then the posterior mean is exactly the result of CG:</a:t>
                </a:r>
                <a:endParaRPr lang="en-US" i="1" dirty="0">
                  <a:latin typeface="Cambria Math" panose="02040503050406030204" pitchFamily="18" charset="0"/>
                </a:endParaRPr>
              </a:p>
              <a:p>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a:latin typeface="Cambria Math" panose="02040503050406030204" pitchFamily="18" charset="0"/>
                            </a:rPr>
                          </m:ctrlPr>
                        </m:sSupPr>
                        <m:e>
                          <m:r>
                            <m:rPr>
                              <m:sty m:val="p"/>
                            </m:rPr>
                            <a:rPr lang="en-US">
                              <a:latin typeface="Cambria Math" panose="02040503050406030204" pitchFamily="18" charset="0"/>
                            </a:rPr>
                            <m:t>Σ</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𝐴</m:t>
                              </m:r>
                              <m:sSup>
                                <m:sSupPr>
                                  <m:ctrlPr>
                                    <a:rPr lang="en-US">
                                      <a:latin typeface="Cambria Math" panose="02040503050406030204" pitchFamily="18" charset="0"/>
                                    </a:rPr>
                                  </m:ctrlPr>
                                </m:sSupPr>
                                <m:e>
                                  <m:r>
                                    <m:rPr>
                                      <m:sty m:val="p"/>
                                    </m:rPr>
                                    <a:rPr lang="en-US">
                                      <a:latin typeface="Cambria Math" panose="02040503050406030204" pitchFamily="18" charset="0"/>
                                    </a:rPr>
                                    <m:t>Σ</m:t>
                                  </m:r>
                                </m:e>
                                <m:sup>
                                  <m:r>
                                    <a:rPr lang="en-US" i="1">
                                      <a:latin typeface="Cambria Math" panose="02040503050406030204" pitchFamily="18" charset="0"/>
                                    </a:rPr>
                                    <m:t>0</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𝐴</m:t>
                          </m:r>
                          <m:sSup>
                            <m:sSupPr>
                              <m:ctrlPr>
                                <a:rPr lang="en-US" i="1">
                                  <a:latin typeface="Cambria Math" panose="02040503050406030204" pitchFamily="18" charset="0"/>
                                </a:rPr>
                              </m:ctrlPr>
                            </m:sSupPr>
                            <m:e>
                              <m:r>
                                <a:rPr lang="en-US" i="1">
                                  <a:latin typeface="Cambria Math" panose="02040503050406030204" pitchFamily="18" charset="0"/>
                                </a:rPr>
                                <m:t>𝑥</m:t>
                              </m:r>
                            </m:e>
                            <m:sup>
                              <m:d>
                                <m:dPr>
                                  <m:ctrlPr>
                                    <a:rPr lang="en-US" i="1">
                                      <a:latin typeface="Cambria Math" panose="02040503050406030204" pitchFamily="18" charset="0"/>
                                    </a:rPr>
                                  </m:ctrlPr>
                                </m:dPr>
                                <m:e>
                                  <m:r>
                                    <a:rPr lang="en-US" i="1">
                                      <a:latin typeface="Cambria Math" panose="02040503050406030204" pitchFamily="18" charset="0"/>
                                    </a:rPr>
                                    <m:t>0</m:t>
                                  </m:r>
                                </m:e>
                              </m:d>
                            </m:sup>
                          </m:sSup>
                        </m:e>
                      </m:d>
                    </m:oMath>
                    <m:oMath>
                      <m:r>
                        <m:rPr>
                          <m:aln/>
                        </m:rPr>
                        <a:rPr lang="en-US" i="1">
                          <a:latin typeface="Cambria Math" panose="02040503050406030204" pitchFamily="18" charset="0"/>
                        </a:rPr>
                        <m:t>=</m:t>
                      </m:r>
                      <m:r>
                        <a:rPr lang="en-US" i="1">
                          <a:latin typeface="Cambria Math" panose="02040503050406030204" pitchFamily="18" charset="0"/>
                        </a:rPr>
                        <m:t>0+</m:t>
                      </m:r>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𝐴</m:t>
                              </m:r>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𝐴</m:t>
                          </m:r>
                          <m:r>
                            <a:rPr lang="en-US" i="1">
                              <a:latin typeface="Cambria Math" panose="02040503050406030204" pitchFamily="18" charset="0"/>
                            </a:rPr>
                            <m:t>0</m:t>
                          </m:r>
                        </m:e>
                      </m:d>
                    </m:oMath>
                    <m:oMath>
                      <m:r>
                        <m:rPr>
                          <m:aln/>
                        </m:rP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𝑏</m:t>
                      </m:r>
                    </m:oMath>
                  </m:oMathPara>
                </a14:m>
                <a:endParaRPr lang="en-US" dirty="0"/>
              </a:p>
              <a:p>
                <a:endParaRPr lang="en-US" dirty="0"/>
              </a:p>
            </p:txBody>
          </p:sp>
        </mc:Choice>
        <mc:Fallback>
          <p:sp>
            <p:nvSpPr>
              <p:cNvPr id="7" name="Tijdelijke aanduiding voor inhoud 6">
                <a:extLst>
                  <a:ext uri="{FF2B5EF4-FFF2-40B4-BE49-F238E27FC236}">
                    <a16:creationId xmlns:a16="http://schemas.microsoft.com/office/drawing/2014/main" id="{AD6F87A2-04FA-DF70-0B82-DB0697A7B22F}"/>
                  </a:ext>
                </a:extLst>
              </p:cNvPr>
              <p:cNvSpPr>
                <a:spLocks noGrp="1" noRot="1" noChangeAspect="1" noMove="1" noResize="1" noEditPoints="1" noAdjustHandles="1" noChangeArrowheads="1" noChangeShapeType="1" noTextEdit="1"/>
              </p:cNvSpPr>
              <p:nvPr>
                <p:ph idx="1"/>
              </p:nvPr>
            </p:nvSpPr>
            <p:spPr>
              <a:blipFill>
                <a:blip r:embed="rId2"/>
                <a:stretch>
                  <a:fillRect l="-1538" t="-1657"/>
                </a:stretch>
              </a:blipFill>
            </p:spPr>
            <p:txBody>
              <a:bodyPr/>
              <a:lstStyle/>
              <a:p>
                <a:r>
                  <a:rPr lang="en-US">
                    <a:noFill/>
                  </a:rPr>
                  <a:t> </a:t>
                </a:r>
              </a:p>
            </p:txBody>
          </p:sp>
        </mc:Fallback>
      </mc:AlternateContent>
      <p:sp>
        <p:nvSpPr>
          <p:cNvPr id="4" name="Tijdelijke aanduiding voor voettekst 3">
            <a:extLst>
              <a:ext uri="{FF2B5EF4-FFF2-40B4-BE49-F238E27FC236}">
                <a16:creationId xmlns:a16="http://schemas.microsoft.com/office/drawing/2014/main" id="{3ABB2275-75C0-F68E-040B-CF3845CF7047}"/>
              </a:ext>
            </a:extLst>
          </p:cNvPr>
          <p:cNvSpPr>
            <a:spLocks noGrp="1"/>
          </p:cNvSpPr>
          <p:nvPr>
            <p:ph type="ftr" sz="quarter" idx="11"/>
          </p:nvPr>
        </p:nvSpPr>
        <p:spPr/>
        <p:txBody>
          <a:bodyPr/>
          <a:lstStyle/>
          <a:p>
            <a:r>
              <a:rPr lang="en-US"/>
              <a:t>Title of the presentation – by tab Insert -&gt; Header text and Footer text</a:t>
            </a:r>
            <a:endParaRPr lang="en-US" dirty="0">
              <a:solidFill>
                <a:schemeClr val="tx1"/>
              </a:solidFill>
            </a:endParaRPr>
          </a:p>
        </p:txBody>
      </p:sp>
      <p:sp>
        <p:nvSpPr>
          <p:cNvPr id="5" name="Tijdelijke aanduiding voor dianummer 4">
            <a:extLst>
              <a:ext uri="{FF2B5EF4-FFF2-40B4-BE49-F238E27FC236}">
                <a16:creationId xmlns:a16="http://schemas.microsoft.com/office/drawing/2014/main" id="{64F94421-2C24-8026-09A1-59ACA3DFFCD3}"/>
              </a:ext>
            </a:extLst>
          </p:cNvPr>
          <p:cNvSpPr>
            <a:spLocks noGrp="1"/>
          </p:cNvSpPr>
          <p:nvPr>
            <p:ph type="sldNum" sz="quarter" idx="12"/>
          </p:nvPr>
        </p:nvSpPr>
        <p:spPr/>
        <p:txBody>
          <a:bodyPr/>
          <a:lstStyle/>
          <a:p>
            <a:fld id="{B7CEC10D-CD46-426F-915E-6C78530279CB}" type="slidenum">
              <a:rPr lang="en-US" smtClean="0"/>
              <a:pPr/>
              <a:t>43</a:t>
            </a:fld>
            <a:endParaRPr lang="en-US" dirty="0"/>
          </a:p>
        </p:txBody>
      </p:sp>
    </p:spTree>
    <p:extLst>
      <p:ext uri="{BB962C8B-B14F-4D97-AF65-F5344CB8AC3E}">
        <p14:creationId xmlns:p14="http://schemas.microsoft.com/office/powerpoint/2010/main" val="2388252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Ue">
  <a:themeElements>
    <a:clrScheme name="TUe_kleuren">
      <a:dk1>
        <a:sysClr val="windowText" lastClr="000000"/>
      </a:dk1>
      <a:lt1>
        <a:sysClr val="window" lastClr="FFFFFF"/>
      </a:lt1>
      <a:dk2>
        <a:srgbClr val="C81919"/>
      </a:dk2>
      <a:lt2>
        <a:srgbClr val="101073"/>
      </a:lt2>
      <a:accent1>
        <a:srgbClr val="C81919"/>
      </a:accent1>
      <a:accent2>
        <a:srgbClr val="101073"/>
      </a:accent2>
      <a:accent3>
        <a:srgbClr val="0066CC"/>
      </a:accent3>
      <a:accent4>
        <a:srgbClr val="00A2DE"/>
      </a:accent4>
      <a:accent5>
        <a:srgbClr val="84D200"/>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presentatie16x9.potx" id="{1B6475F5-D373-4660-89EB-4F03E47D006D}" vid="{2086CB6F-6B0A-48B6-8FD8-51377F4AECB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TUe_presentatie16x9</Template>
  <TotalTime>0</TotalTime>
  <Words>4199</Words>
  <Application>Microsoft Office PowerPoint</Application>
  <PresentationFormat>Diavoorstelling (16:9)</PresentationFormat>
  <Paragraphs>341</Paragraphs>
  <Slides>43</Slides>
  <Notes>34</Notes>
  <HiddenSlides>0</HiddenSlides>
  <MMClips>6</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43</vt:i4>
      </vt:variant>
    </vt:vector>
  </HeadingPairs>
  <TitlesOfParts>
    <vt:vector size="47" baseType="lpstr">
      <vt:lpstr>Arial</vt:lpstr>
      <vt:lpstr>Calibri</vt:lpstr>
      <vt:lpstr>Cambria Math</vt:lpstr>
      <vt:lpstr>TUe</vt:lpstr>
      <vt:lpstr>Probabilistic numerics at scale by distributed inference</vt:lpstr>
      <vt:lpstr>Outline</vt:lpstr>
      <vt:lpstr>1. Problem statement</vt:lpstr>
      <vt:lpstr>Problem statement</vt:lpstr>
      <vt:lpstr>Heat transfer on the die</vt:lpstr>
      <vt:lpstr>System of linear equations</vt:lpstr>
      <vt:lpstr>Sparsity structure of A</vt:lpstr>
      <vt:lpstr>2. Classical numerical approaches</vt:lpstr>
      <vt:lpstr>Jacobi method</vt:lpstr>
      <vt:lpstr>Jacobi method</vt:lpstr>
      <vt:lpstr>Gauss-Seidel method</vt:lpstr>
      <vt:lpstr>Conjugate gradient method</vt:lpstr>
      <vt:lpstr>Conjugate gradient method</vt:lpstr>
      <vt:lpstr>Experiment</vt:lpstr>
      <vt:lpstr>3. Probabilistic numerical approach</vt:lpstr>
      <vt:lpstr>BayesCG</vt:lpstr>
      <vt:lpstr>BayesCG</vt:lpstr>
      <vt:lpstr>Uncertainty</vt:lpstr>
      <vt:lpstr>4. Message passing approach</vt:lpstr>
      <vt:lpstr>Message-passing approach: Setup </vt:lpstr>
      <vt:lpstr>Message-passing approach: Factor-graphs</vt:lpstr>
      <vt:lpstr>Message-passing approach: Belief-propagation </vt:lpstr>
      <vt:lpstr>What is a GMRF (Gaussian Markov Random Field)</vt:lpstr>
      <vt:lpstr>Factorizing the GMRF to construct the graph</vt:lpstr>
      <vt:lpstr>Mean / Marginal inference by message-passing</vt:lpstr>
      <vt:lpstr>Mean / Marginal inference by message-passing</vt:lpstr>
      <vt:lpstr>5. Stacking modular components</vt:lpstr>
      <vt:lpstr>5. Stacking modular components</vt:lpstr>
      <vt:lpstr>Is our generalization useful?</vt:lpstr>
      <vt:lpstr>GaBP is distributed algorithm</vt:lpstr>
      <vt:lpstr>CG needs global synchronization steps</vt:lpstr>
      <vt:lpstr>What algorithm wins and for what topology</vt:lpstr>
      <vt:lpstr>5. Stacking modular components</vt:lpstr>
      <vt:lpstr>Translating from the FFG into Code</vt:lpstr>
      <vt:lpstr>Adding a time hierarchy</vt:lpstr>
      <vt:lpstr>A linear state space model is a probabilistic block</vt:lpstr>
      <vt:lpstr>A linear state space in code</vt:lpstr>
      <vt:lpstr>Compositional payoff</vt:lpstr>
      <vt:lpstr>Let's do some Infer!</vt:lpstr>
      <vt:lpstr>PowerPoint-presentatie</vt:lpstr>
      <vt:lpstr>Extra: convergence of Jacobi iteration</vt:lpstr>
      <vt:lpstr>Extra: error rates</vt:lpstr>
      <vt:lpstr>Extra: CG is posterior mean of BayesCG</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Klinkhamer - Nooijens, C.C.</dc:creator>
  <cp:lastModifiedBy>Kouw, Wouter</cp:lastModifiedBy>
  <cp:revision>148</cp:revision>
  <dcterms:created xsi:type="dcterms:W3CDTF">2018-11-21T12:48:52Z</dcterms:created>
  <dcterms:modified xsi:type="dcterms:W3CDTF">2026-09-04T21:05:10Z</dcterms:modified>
</cp:coreProperties>
</file>