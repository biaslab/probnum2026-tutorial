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3_2CA3C469.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5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9_0.xml" ContentType="application/vnd.ms-powerpoint.comments+xml"/>
  <Override PartName="/ppt/notesSlides/notesSlide7.xml" ContentType="application/vnd.openxmlformats-officedocument.presentationml.notesSlide+xml"/>
  <Override PartName="/ppt/comments/modernComment_107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17_0.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handoutMasterIdLst>
    <p:handoutMasterId r:id="rId46"/>
  </p:handoutMasterIdLst>
  <p:sldIdLst>
    <p:sldId id="259" r:id="rId2"/>
    <p:sldId id="260" r:id="rId3"/>
    <p:sldId id="286" r:id="rId4"/>
    <p:sldId id="261" r:id="rId5"/>
    <p:sldId id="262" r:id="rId6"/>
    <p:sldId id="265" r:id="rId7"/>
    <p:sldId id="263" r:id="rId8"/>
    <p:sldId id="270" r:id="rId9"/>
    <p:sldId id="275" r:id="rId10"/>
    <p:sldId id="292" r:id="rId11"/>
    <p:sldId id="289" r:id="rId12"/>
    <p:sldId id="277" r:id="rId13"/>
    <p:sldId id="298" r:id="rId14"/>
    <p:sldId id="278" r:id="rId15"/>
    <p:sldId id="287" r:id="rId16"/>
    <p:sldId id="279" r:id="rId17"/>
    <p:sldId id="315" r:id="rId18"/>
    <p:sldId id="280" r:id="rId19"/>
    <p:sldId id="288" r:id="rId20"/>
    <p:sldId id="308" r:id="rId21"/>
    <p:sldId id="309" r:id="rId22"/>
    <p:sldId id="310" r:id="rId23"/>
    <p:sldId id="257" r:id="rId24"/>
    <p:sldId id="258" r:id="rId25"/>
    <p:sldId id="294" r:id="rId26"/>
    <p:sldId id="295" r:id="rId27"/>
    <p:sldId id="290" r:id="rId28"/>
    <p:sldId id="302" r:id="rId29"/>
    <p:sldId id="291" r:id="rId30"/>
    <p:sldId id="299" r:id="rId31"/>
    <p:sldId id="301" r:id="rId32"/>
    <p:sldId id="300" r:id="rId33"/>
    <p:sldId id="303" r:id="rId34"/>
    <p:sldId id="307" r:id="rId35"/>
    <p:sldId id="304" r:id="rId36"/>
    <p:sldId id="305" r:id="rId37"/>
    <p:sldId id="306" r:id="rId38"/>
    <p:sldId id="311" r:id="rId39"/>
    <p:sldId id="312" r:id="rId40"/>
    <p:sldId id="313" r:id="rId41"/>
    <p:sldId id="293" r:id="rId42"/>
    <p:sldId id="314" r:id="rId43"/>
    <p:sldId id="316" r:id="rId44"/>
  </p:sldIdLst>
  <p:sldSz cx="9144000" cy="5143500" type="screen16x9"/>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AFB742B-4FE9-43AF-AB4D-BB82680A1399}">
          <p14:sldIdLst>
            <p14:sldId id="259"/>
            <p14:sldId id="260"/>
            <p14:sldId id="286"/>
            <p14:sldId id="261"/>
            <p14:sldId id="262"/>
            <p14:sldId id="265"/>
            <p14:sldId id="263"/>
            <p14:sldId id="270"/>
            <p14:sldId id="275"/>
            <p14:sldId id="292"/>
            <p14:sldId id="289"/>
            <p14:sldId id="277"/>
            <p14:sldId id="298"/>
            <p14:sldId id="278"/>
            <p14:sldId id="287"/>
            <p14:sldId id="279"/>
            <p14:sldId id="315"/>
            <p14:sldId id="280"/>
            <p14:sldId id="288"/>
            <p14:sldId id="308"/>
            <p14:sldId id="309"/>
            <p14:sldId id="310"/>
            <p14:sldId id="257"/>
            <p14:sldId id="258"/>
            <p14:sldId id="294"/>
            <p14:sldId id="295"/>
            <p14:sldId id="290"/>
            <p14:sldId id="302"/>
            <p14:sldId id="291"/>
            <p14:sldId id="299"/>
            <p14:sldId id="301"/>
            <p14:sldId id="300"/>
            <p14:sldId id="303"/>
            <p14:sldId id="307"/>
            <p14:sldId id="304"/>
            <p14:sldId id="305"/>
            <p14:sldId id="306"/>
            <p14:sldId id="311"/>
            <p14:sldId id="312"/>
            <p14:sldId id="313"/>
            <p14:sldId id="293"/>
            <p14:sldId id="314"/>
            <p14:sldId id="316"/>
          </p14:sldIdLst>
        </p14:section>
      </p14:sectionLst>
    </p:ext>
    <p:ext uri="{EFAFB233-063F-42B5-8137-9DF3F51BA10A}">
      <p15:sldGuideLst xmlns:p15="http://schemas.microsoft.com/office/powerpoint/2012/main">
        <p15:guide id="1" orient="horz" pos="1597"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F7C87D-726B-09C6-B6C7-EE23ED915EFC}" name="Ledbetter, Alex" initials="LA" userId="S::a.h.ledbetter@tue.nl::d153b8fa-3c9b-43df-bd2d-76d728ff3ff0" providerId="AD"/>
  <p188:author id="{60D18FD7-CE84-5A8A-6AA3-EFABA8066D6B}" name="Kouw, Wouter" initials="WK" userId="S::w.m.kouw@tue.nl::181af57e-047a-4b62-bb15-f1772c70f04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FFFFF"/>
    <a:srgbClr val="C81919"/>
    <a:srgbClr val="101073"/>
    <a:srgbClr val="F1EFEF"/>
    <a:srgbClr val="4B4B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19" dt="2026-09-04T14:34:50.591"/>
    <p1510:client id="{11AF5B8D-5247-43C9-B19F-13D204493E0D}" v="6045" dt="2026-09-04T21:04:53.819"/>
    <p1510:client id="{5E4975E8-E165-81DA-D68F-A7CAC2FD77B4}" v="186" dt="2026-09-04T17:33:09.124"/>
    <p1510:client id="{66502BDE-3426-AC06-870C-4ED213A505ED}" v="3" dt="2026-09-04T11:16:17.368"/>
    <p1510:client id="{8A132622-C2EA-53AD-DDAC-CAD0B9788F3A}" v="3" dt="2026-09-04T07:25:41.868"/>
    <p1510:client id="{9BD887B5-974F-7515-3018-6F57B390F672}" v="9" dt="2026-09-04T11:15:54.060"/>
    <p1510:client id="{A83E6655-B38E-42D4-903E-5D10A8A9D7AE}" v="9613" dt="2026-09-04T17:12:04.12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889" autoAdjust="0"/>
  </p:normalViewPr>
  <p:slideViewPr>
    <p:cSldViewPr snapToGrid="0">
      <p:cViewPr>
        <p:scale>
          <a:sx n="125" d="100"/>
          <a:sy n="125" d="100"/>
        </p:scale>
        <p:origin x="636" y="252"/>
      </p:cViewPr>
      <p:guideLst>
        <p:guide orient="horz" pos="1597"/>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microsoft.com/office/2018/10/relationships/authors" Target="author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uw, Wouter" userId="S::w.m.kouw@tue.nl::181af57e-047a-4b62-bb15-f1772c70f045" providerId="AD" clId="Web-{22E54525-0624-0DB8-03D2-4B1527BB13FF}"/>
    <pc:docChg chg="delSld modSld sldOrd modSection">
      <pc:chgData name="Kouw, Wouter" userId="S::w.m.kouw@tue.nl::181af57e-047a-4b62-bb15-f1772c70f045" providerId="AD" clId="Web-{22E54525-0624-0DB8-03D2-4B1527BB13FF}" dt="2026-09-03T16:34:57.900" v="707"/>
      <pc:docMkLst>
        <pc:docMk/>
      </pc:docMkLst>
      <pc:sldChg chg="delSp modSp">
        <pc:chgData name="Kouw, Wouter" userId="S::w.m.kouw@tue.nl::181af57e-047a-4b62-bb15-f1772c70f045" providerId="AD" clId="Web-{22E54525-0624-0DB8-03D2-4B1527BB13FF}" dt="2026-09-03T16:06:29.245" v="320" actId="20577"/>
        <pc:sldMkLst>
          <pc:docMk/>
          <pc:sldMk cId="0" sldId="260"/>
        </pc:sldMkLst>
        <pc:spChg chg="mod">
          <ac:chgData name="Kouw, Wouter" userId="S::w.m.kouw@tue.nl::181af57e-047a-4b62-bb15-f1772c70f045" providerId="AD" clId="Web-{22E54525-0624-0DB8-03D2-4B1527BB13FF}" dt="2026-09-03T16:06:29.245" v="320" actId="20577"/>
          <ac:spMkLst>
            <pc:docMk/>
            <pc:sldMk cId="0" sldId="260"/>
            <ac:spMk id="2" creationId="{00000000-0000-0000-0000-000000000000}"/>
          </ac:spMkLst>
        </pc:spChg>
        <pc:spChg chg="del">
          <ac:chgData name="Kouw, Wouter" userId="S::w.m.kouw@tue.nl::181af57e-047a-4b62-bb15-f1772c70f045" providerId="AD" clId="Web-{22E54525-0624-0DB8-03D2-4B1527BB13FF}" dt="2026-09-03T16:05:58.317" v="307"/>
          <ac:spMkLst>
            <pc:docMk/>
            <pc:sldMk cId="0" sldId="260"/>
            <ac:spMk id="7" creationId="{00000000-0000-0000-0000-000000000000}"/>
          </ac:spMkLst>
        </pc:spChg>
        <pc:spChg chg="mod">
          <ac:chgData name="Kouw, Wouter" userId="S::w.m.kouw@tue.nl::181af57e-047a-4b62-bb15-f1772c70f045" providerId="AD" clId="Web-{22E54525-0624-0DB8-03D2-4B1527BB13FF}" dt="2026-09-03T16:06:23.599" v="313" actId="20577"/>
          <ac:spMkLst>
            <pc:docMk/>
            <pc:sldMk cId="0" sldId="260"/>
            <ac:spMk id="9" creationId="{00000000-0000-0000-0000-000000000000}"/>
          </ac:spMkLst>
        </pc:spChg>
        <pc:spChg chg="del">
          <ac:chgData name="Kouw, Wouter" userId="S::w.m.kouw@tue.nl::181af57e-047a-4b62-bb15-f1772c70f045" providerId="AD" clId="Web-{22E54525-0624-0DB8-03D2-4B1527BB13FF}" dt="2026-09-03T16:05:58.333" v="308"/>
          <ac:spMkLst>
            <pc:docMk/>
            <pc:sldMk cId="0" sldId="260"/>
            <ac:spMk id="10" creationId="{00000000-0000-0000-0000-000000000000}"/>
          </ac:spMkLst>
        </pc:spChg>
        <pc:spChg chg="mod">
          <ac:chgData name="Kouw, Wouter" userId="S::w.m.kouw@tue.nl::181af57e-047a-4b62-bb15-f1772c70f045" providerId="AD" clId="Web-{22E54525-0624-0DB8-03D2-4B1527BB13FF}" dt="2026-09-03T16:06:23.678" v="315" actId="20577"/>
          <ac:spMkLst>
            <pc:docMk/>
            <pc:sldMk cId="0" sldId="260"/>
            <ac:spMk id="12" creationId="{00000000-0000-0000-0000-000000000000}"/>
          </ac:spMkLst>
        </pc:spChg>
        <pc:spChg chg="mod">
          <ac:chgData name="Kouw, Wouter" userId="S::w.m.kouw@tue.nl::181af57e-047a-4b62-bb15-f1772c70f045" providerId="AD" clId="Web-{22E54525-0624-0DB8-03D2-4B1527BB13FF}" dt="2026-09-03T16:06:14.880" v="310"/>
          <ac:spMkLst>
            <pc:docMk/>
            <pc:sldMk cId="0" sldId="260"/>
            <ac:spMk id="13" creationId="{00000000-0000-0000-0000-000000000000}"/>
          </ac:spMkLst>
        </pc:spChg>
        <pc:spChg chg="mod">
          <ac:chgData name="Kouw, Wouter" userId="S::w.m.kouw@tue.nl::181af57e-047a-4b62-bb15-f1772c70f045" providerId="AD" clId="Web-{22E54525-0624-0DB8-03D2-4B1527BB13FF}" dt="2026-09-03T16:06:23.740" v="317" actId="20577"/>
          <ac:spMkLst>
            <pc:docMk/>
            <pc:sldMk cId="0" sldId="260"/>
            <ac:spMk id="14" creationId="{00000000-0000-0000-0000-000000000000}"/>
          </ac:spMkLst>
        </pc:spChg>
        <pc:spChg chg="mod">
          <ac:chgData name="Kouw, Wouter" userId="S::w.m.kouw@tue.nl::181af57e-047a-4b62-bb15-f1772c70f045" providerId="AD" clId="Web-{22E54525-0624-0DB8-03D2-4B1527BB13FF}" dt="2026-09-03T16:06:22.506" v="311"/>
          <ac:spMkLst>
            <pc:docMk/>
            <pc:sldMk cId="0" sldId="260"/>
            <ac:spMk id="15" creationId="{00000000-0000-0000-0000-000000000000}"/>
          </ac:spMkLst>
        </pc:spChg>
        <pc:spChg chg="mod">
          <ac:chgData name="Kouw, Wouter" userId="S::w.m.kouw@tue.nl::181af57e-047a-4b62-bb15-f1772c70f045" providerId="AD" clId="Web-{22E54525-0624-0DB8-03D2-4B1527BB13FF}" dt="2026-09-03T16:06:24.912" v="318" actId="20577"/>
          <ac:spMkLst>
            <pc:docMk/>
            <pc:sldMk cId="0" sldId="260"/>
            <ac:spMk id="16" creationId="{00000000-0000-0000-0000-000000000000}"/>
          </ac:spMkLst>
        </pc:spChg>
      </pc:sldChg>
      <pc:sldChg chg="addSp delSp modSp addAnim">
        <pc:chgData name="Kouw, Wouter" userId="S::w.m.kouw@tue.nl::181af57e-047a-4b62-bb15-f1772c70f045" providerId="AD" clId="Web-{22E54525-0624-0DB8-03D2-4B1527BB13FF}" dt="2026-09-03T16:34:57.900" v="707"/>
        <pc:sldMkLst>
          <pc:docMk/>
          <pc:sldMk cId="0" sldId="261"/>
        </pc:sldMkLst>
        <pc:spChg chg="mod">
          <ac:chgData name="Kouw, Wouter" userId="S::w.m.kouw@tue.nl::181af57e-047a-4b62-bb15-f1772c70f045" providerId="AD" clId="Web-{22E54525-0624-0DB8-03D2-4B1527BB13FF}" dt="2026-09-03T13:25:44.119" v="5" actId="20577"/>
          <ac:spMkLst>
            <pc:docMk/>
            <pc:sldMk cId="0" sldId="261"/>
            <ac:spMk id="2" creationId="{00000000-0000-0000-0000-000000000000}"/>
          </ac:spMkLst>
        </pc:spChg>
        <pc:spChg chg="mod">
          <ac:chgData name="Kouw, Wouter" userId="S::w.m.kouw@tue.nl::181af57e-047a-4b62-bb15-f1772c70f045" providerId="AD" clId="Web-{22E54525-0624-0DB8-03D2-4B1527BB13FF}" dt="2026-09-03T14:53:00.675" v="268" actId="20577"/>
          <ac:spMkLst>
            <pc:docMk/>
            <pc:sldMk cId="0" sldId="261"/>
            <ac:spMk id="7" creationId="{00000000-0000-0000-0000-000000000000}"/>
          </ac:spMkLst>
        </pc:spChg>
        <pc:picChg chg="add mod">
          <ac:chgData name="Kouw, Wouter" userId="S::w.m.kouw@tue.nl::181af57e-047a-4b62-bb15-f1772c70f045" providerId="AD" clId="Web-{22E54525-0624-0DB8-03D2-4B1527BB13FF}" dt="2026-09-03T16:32:05.661" v="702" actId="14100"/>
          <ac:picMkLst>
            <pc:docMk/>
            <pc:sldMk cId="0" sldId="261"/>
            <ac:picMk id="3" creationId="{88F691C1-C189-F7EA-3BDC-51F8F89B03B6}"/>
          </ac:picMkLst>
        </pc:picChg>
        <pc:picChg chg="add mod modCrop">
          <ac:chgData name="Kouw, Wouter" userId="S::w.m.kouw@tue.nl::181af57e-047a-4b62-bb15-f1772c70f045" providerId="AD" clId="Web-{22E54525-0624-0DB8-03D2-4B1527BB13FF}" dt="2026-09-03T16:34:57.900" v="707"/>
          <ac:picMkLst>
            <pc:docMk/>
            <pc:sldMk cId="0" sldId="261"/>
            <ac:picMk id="4" creationId="{953436C1-884A-8D74-BD01-BD2B65ACEBE2}"/>
          </ac:picMkLst>
        </pc:picChg>
        <pc:picChg chg="del mod">
          <ac:chgData name="Kouw, Wouter" userId="S::w.m.kouw@tue.nl::181af57e-047a-4b62-bb15-f1772c70f045" providerId="AD" clId="Web-{22E54525-0624-0DB8-03D2-4B1527BB13FF}" dt="2026-09-03T16:31:21.878" v="698"/>
          <ac:picMkLst>
            <pc:docMk/>
            <pc:sldMk cId="0" sldId="261"/>
            <ac:picMk id="8" creationId="{00000000-0000-0000-0000-000000000000}"/>
          </ac:picMkLst>
        </pc:picChg>
      </pc:sldChg>
      <pc:sldChg chg="addSp delSp modSp addAnim">
        <pc:chgData name="Kouw, Wouter" userId="S::w.m.kouw@tue.nl::181af57e-047a-4b62-bb15-f1772c70f045" providerId="AD" clId="Web-{22E54525-0624-0DB8-03D2-4B1527BB13FF}" dt="2026-09-03T16:22:01.127" v="694"/>
        <pc:sldMkLst>
          <pc:docMk/>
          <pc:sldMk cId="0" sldId="262"/>
        </pc:sldMkLst>
        <pc:spChg chg="mod">
          <ac:chgData name="Kouw, Wouter" userId="S::w.m.kouw@tue.nl::181af57e-047a-4b62-bb15-f1772c70f045" providerId="AD" clId="Web-{22E54525-0624-0DB8-03D2-4B1527BB13FF}" dt="2026-09-03T16:09:02.260" v="324" actId="20577"/>
          <ac:spMkLst>
            <pc:docMk/>
            <pc:sldMk cId="0" sldId="262"/>
            <ac:spMk id="2" creationId="{00000000-0000-0000-0000-000000000000}"/>
          </ac:spMkLst>
        </pc:spChg>
        <pc:spChg chg="add mod">
          <ac:chgData name="Kouw, Wouter" userId="S::w.m.kouw@tue.nl::181af57e-047a-4b62-bb15-f1772c70f045" providerId="AD" clId="Web-{22E54525-0624-0DB8-03D2-4B1527BB13FF}" dt="2026-09-03T16:21:50.564" v="690" actId="20577"/>
          <ac:spMkLst>
            <pc:docMk/>
            <pc:sldMk cId="0" sldId="262"/>
            <ac:spMk id="4" creationId="{12929A86-336C-2B3B-654D-3443CF9E6E6F}"/>
          </ac:spMkLst>
        </pc:spChg>
        <pc:spChg chg="mod">
          <ac:chgData name="Kouw, Wouter" userId="S::w.m.kouw@tue.nl::181af57e-047a-4b62-bb15-f1772c70f045" providerId="AD" clId="Web-{22E54525-0624-0DB8-03D2-4B1527BB13FF}" dt="2026-09-03T16:22:00.190" v="693" actId="20577"/>
          <ac:spMkLst>
            <pc:docMk/>
            <pc:sldMk cId="0" sldId="262"/>
            <ac:spMk id="10" creationId="{00000000-0000-0000-0000-000000000000}"/>
          </ac:spMkLst>
        </pc:spChg>
        <pc:picChg chg="mod">
          <ac:chgData name="Kouw, Wouter" userId="S::w.m.kouw@tue.nl::181af57e-047a-4b62-bb15-f1772c70f045" providerId="AD" clId="Web-{22E54525-0624-0DB8-03D2-4B1527BB13FF}" dt="2026-09-03T16:20:32.062" v="576" actId="1076"/>
          <ac:picMkLst>
            <pc:docMk/>
            <pc:sldMk cId="0" sldId="262"/>
            <ac:picMk id="7" creationId="{00000000-0000-0000-0000-000000000000}"/>
          </ac:picMkLst>
        </pc:picChg>
        <pc:picChg chg="del">
          <ac:chgData name="Kouw, Wouter" userId="S::w.m.kouw@tue.nl::181af57e-047a-4b62-bb15-f1772c70f045" providerId="AD" clId="Web-{22E54525-0624-0DB8-03D2-4B1527BB13FF}" dt="2026-09-03T16:22:01.127" v="694"/>
          <ac:picMkLst>
            <pc:docMk/>
            <pc:sldMk cId="0" sldId="262"/>
            <ac:picMk id="11" creationId="{00000000-0000-0000-0000-000000000000}"/>
          </ac:picMkLst>
        </pc:picChg>
      </pc:sldChg>
      <pc:sldChg chg="modSp">
        <pc:chgData name="Kouw, Wouter" userId="S::w.m.kouw@tue.nl::181af57e-047a-4b62-bb15-f1772c70f045" providerId="AD" clId="Web-{22E54525-0624-0DB8-03D2-4B1527BB13FF}" dt="2026-09-03T14:56:32.901" v="304" actId="20577"/>
        <pc:sldMkLst>
          <pc:docMk/>
          <pc:sldMk cId="0" sldId="263"/>
        </pc:sldMkLst>
        <pc:spChg chg="mod">
          <ac:chgData name="Kouw, Wouter" userId="S::w.m.kouw@tue.nl::181af57e-047a-4b62-bb15-f1772c70f045" providerId="AD" clId="Web-{22E54525-0624-0DB8-03D2-4B1527BB13FF}" dt="2026-09-03T14:56:26.400" v="299" actId="20577"/>
          <ac:spMkLst>
            <pc:docMk/>
            <pc:sldMk cId="0" sldId="263"/>
            <ac:spMk id="2" creationId="{00000000-0000-0000-0000-000000000000}"/>
          </ac:spMkLst>
        </pc:spChg>
        <pc:spChg chg="mod">
          <ac:chgData name="Kouw, Wouter" userId="S::w.m.kouw@tue.nl::181af57e-047a-4b62-bb15-f1772c70f045" providerId="AD" clId="Web-{22E54525-0624-0DB8-03D2-4B1527BB13FF}" dt="2026-09-03T14:56:32.901" v="304" actId="20577"/>
          <ac:spMkLst>
            <pc:docMk/>
            <pc:sldMk cId="0" sldId="263"/>
            <ac:spMk id="7" creationId="{00000000-0000-0000-0000-000000000000}"/>
          </ac:spMkLst>
        </pc:spChg>
      </pc:sldChg>
      <pc:sldChg chg="del">
        <pc:chgData name="Kouw, Wouter" userId="S::w.m.kouw@tue.nl::181af57e-047a-4b62-bb15-f1772c70f045" providerId="AD" clId="Web-{22E54525-0624-0DB8-03D2-4B1527BB13FF}" dt="2026-09-03T14:56:49.464" v="305"/>
        <pc:sldMkLst>
          <pc:docMk/>
          <pc:sldMk cId="0" sldId="264"/>
        </pc:sldMkLst>
      </pc:sldChg>
      <pc:sldChg chg="ord">
        <pc:chgData name="Kouw, Wouter" userId="S::w.m.kouw@tue.nl::181af57e-047a-4b62-bb15-f1772c70f045" providerId="AD" clId="Web-{22E54525-0624-0DB8-03D2-4B1527BB13FF}" dt="2026-09-03T16:23:10.082" v="695"/>
        <pc:sldMkLst>
          <pc:docMk/>
          <pc:sldMk cId="0" sldId="265"/>
        </pc:sldMkLst>
      </pc:sldChg>
      <pc:sldChg chg="del">
        <pc:chgData name="Kouw, Wouter" userId="S::w.m.kouw@tue.nl::181af57e-047a-4b62-bb15-f1772c70f045" providerId="AD" clId="Web-{22E54525-0624-0DB8-03D2-4B1527BB13FF}" dt="2026-09-03T16:23:42.255" v="696"/>
        <pc:sldMkLst>
          <pc:docMk/>
          <pc:sldMk cId="0" sldId="266"/>
        </pc:sldMkLst>
      </pc:sldChg>
      <pc:sldChg chg="del">
        <pc:chgData name="Kouw, Wouter" userId="S::w.m.kouw@tue.nl::181af57e-047a-4b62-bb15-f1772c70f045" providerId="AD" clId="Web-{22E54525-0624-0DB8-03D2-4B1527BB13FF}" dt="2026-09-03T16:23:51.958" v="697"/>
        <pc:sldMkLst>
          <pc:docMk/>
          <pc:sldMk cId="0" sldId="267"/>
        </pc:sldMkLst>
      </pc:sldChg>
      <pc:sldChg chg="del">
        <pc:chgData name="Kouw, Wouter" userId="S::w.m.kouw@tue.nl::181af57e-047a-4b62-bb15-f1772c70f045" providerId="AD" clId="Web-{22E54525-0624-0DB8-03D2-4B1527BB13FF}" dt="2026-09-03T16:05:43.161" v="306"/>
        <pc:sldMkLst>
          <pc:docMk/>
          <pc:sldMk cId="0" sldId="274"/>
        </pc:sldMkLst>
      </pc:sldChg>
    </pc:docChg>
  </pc:docChgLst>
  <pc:docChgLst>
    <pc:chgData name="Kouw, Wouter" userId="181af57e-047a-4b62-bb15-f1772c70f045" providerId="ADAL" clId="{E11AB248-0A92-4BC9-91F6-FC63515E54C7}"/>
    <pc:docChg chg="undo custSel addSld delSld modSld sldOrd modMainMaster modSection">
      <pc:chgData name="Kouw, Wouter" userId="181af57e-047a-4b62-bb15-f1772c70f045" providerId="ADAL" clId="{E11AB248-0A92-4BC9-91F6-FC63515E54C7}" dt="2026-09-04T21:04:53.819" v="11091" actId="14100"/>
      <pc:docMkLst>
        <pc:docMk/>
      </pc:docMkLst>
      <pc:sldChg chg="modSp add mod modClrScheme chgLayout">
        <pc:chgData name="Kouw, Wouter" userId="181af57e-047a-4b62-bb15-f1772c70f045" providerId="ADAL" clId="{E11AB248-0A92-4BC9-91F6-FC63515E54C7}" dt="2026-09-04T09:40:17.221" v="6881" actId="1076"/>
        <pc:sldMkLst>
          <pc:docMk/>
          <pc:sldMk cId="2769189401" sldId="257"/>
        </pc:sldMkLst>
        <pc:spChg chg="mod ord">
          <ac:chgData name="Kouw, Wouter" userId="181af57e-047a-4b62-bb15-f1772c70f045" providerId="ADAL" clId="{E11AB248-0A92-4BC9-91F6-FC63515E54C7}" dt="2026-09-04T09:38:58.037" v="6876" actId="2711"/>
          <ac:spMkLst>
            <pc:docMk/>
            <pc:sldMk cId="2769189401" sldId="257"/>
            <ac:spMk id="2" creationId="{41E184DD-623F-634C-B71D-165C2E36F414}"/>
          </ac:spMkLst>
        </pc:spChg>
        <pc:spChg chg="mod ord">
          <ac:chgData name="Kouw, Wouter" userId="181af57e-047a-4b62-bb15-f1772c70f045" providerId="ADAL" clId="{E11AB248-0A92-4BC9-91F6-FC63515E54C7}" dt="2026-09-04T09:40:13.427" v="6880" actId="20577"/>
          <ac:spMkLst>
            <pc:docMk/>
            <pc:sldMk cId="2769189401" sldId="257"/>
            <ac:spMk id="3" creationId="{A1C5E6A0-AEC3-4D43-6E6A-DF67D75A9A72}"/>
          </ac:spMkLst>
        </pc:spChg>
        <pc:spChg chg="mod">
          <ac:chgData name="Kouw, Wouter" userId="181af57e-047a-4b62-bb15-f1772c70f045" providerId="ADAL" clId="{E11AB248-0A92-4BC9-91F6-FC63515E54C7}" dt="2026-09-04T09:40:17.221" v="6881" actId="1076"/>
          <ac:spMkLst>
            <pc:docMk/>
            <pc:sldMk cId="2769189401" sldId="257"/>
            <ac:spMk id="8" creationId="{E4F41FC7-3336-D001-9410-BF9B9A1F751C}"/>
          </ac:spMkLst>
        </pc:spChg>
        <pc:picChg chg="mod">
          <ac:chgData name="Kouw, Wouter" userId="181af57e-047a-4b62-bb15-f1772c70f045" providerId="ADAL" clId="{E11AB248-0A92-4BC9-91F6-FC63515E54C7}" dt="2026-09-04T09:40:17.221" v="6881" actId="1076"/>
          <ac:picMkLst>
            <pc:docMk/>
            <pc:sldMk cId="2769189401" sldId="257"/>
            <ac:picMk id="5" creationId="{486F4DC8-167A-99A6-7076-77E8530E7281}"/>
          </ac:picMkLst>
        </pc:picChg>
        <pc:picChg chg="mod">
          <ac:chgData name="Kouw, Wouter" userId="181af57e-047a-4b62-bb15-f1772c70f045" providerId="ADAL" clId="{E11AB248-0A92-4BC9-91F6-FC63515E54C7}" dt="2026-09-04T09:40:17.221" v="6881" actId="1076"/>
          <ac:picMkLst>
            <pc:docMk/>
            <pc:sldMk cId="2769189401" sldId="257"/>
            <ac:picMk id="6" creationId="{8900BF24-C268-99A1-CB3C-F6A71D4C7268}"/>
          </ac:picMkLst>
        </pc:picChg>
      </pc:sldChg>
      <pc:sldChg chg="modSp add mod modClrScheme chgLayout">
        <pc:chgData name="Kouw, Wouter" userId="181af57e-047a-4b62-bb15-f1772c70f045" providerId="ADAL" clId="{E11AB248-0A92-4BC9-91F6-FC63515E54C7}" dt="2026-09-04T09:39:30.641" v="6877" actId="255"/>
        <pc:sldMkLst>
          <pc:docMk/>
          <pc:sldMk cId="2221638706" sldId="258"/>
        </pc:sldMkLst>
        <pc:spChg chg="mod ord">
          <ac:chgData name="Kouw, Wouter" userId="181af57e-047a-4b62-bb15-f1772c70f045" providerId="ADAL" clId="{E11AB248-0A92-4BC9-91F6-FC63515E54C7}" dt="2026-09-04T09:39:30.641" v="6877" actId="255"/>
          <ac:spMkLst>
            <pc:docMk/>
            <pc:sldMk cId="2221638706" sldId="258"/>
            <ac:spMk id="2" creationId="{A0833A06-3589-C9E7-EE85-F1F4118EBA0D}"/>
          </ac:spMkLst>
        </pc:spChg>
        <pc:spChg chg="mod ord">
          <ac:chgData name="Kouw, Wouter" userId="181af57e-047a-4b62-bb15-f1772c70f045" providerId="ADAL" clId="{E11AB248-0A92-4BC9-91F6-FC63515E54C7}" dt="2026-09-04T09:31:05.142" v="6859" actId="700"/>
          <ac:spMkLst>
            <pc:docMk/>
            <pc:sldMk cId="2221638706" sldId="258"/>
            <ac:spMk id="3" creationId="{7D1FCDAA-B0BD-0BA8-7ED8-B37D73F18566}"/>
          </ac:spMkLst>
        </pc:spChg>
      </pc:sldChg>
      <pc:sldChg chg="modSp mod chgLayout">
        <pc:chgData name="Kouw, Wouter" userId="181af57e-047a-4b62-bb15-f1772c70f045" providerId="ADAL" clId="{E11AB248-0A92-4BC9-91F6-FC63515E54C7}" dt="2026-09-03T18:37:23.964" v="163" actId="14100"/>
        <pc:sldMkLst>
          <pc:docMk/>
          <pc:sldMk cId="748930153" sldId="259"/>
        </pc:sldMkLst>
        <pc:spChg chg="mod ord">
          <ac:chgData name="Kouw, Wouter" userId="181af57e-047a-4b62-bb15-f1772c70f045" providerId="ADAL" clId="{E11AB248-0A92-4BC9-91F6-FC63515E54C7}" dt="2026-09-03T18:37:23.964" v="163" actId="14100"/>
          <ac:spMkLst>
            <pc:docMk/>
            <pc:sldMk cId="748930153" sldId="259"/>
            <ac:spMk id="3" creationId="{00000000-0000-0000-0000-000000000000}"/>
          </ac:spMkLst>
        </pc:spChg>
        <pc:spChg chg="mod ord">
          <ac:chgData name="Kouw, Wouter" userId="181af57e-047a-4b62-bb15-f1772c70f045" providerId="ADAL" clId="{E11AB248-0A92-4BC9-91F6-FC63515E54C7}" dt="2026-09-03T18:37:19.136" v="162" actId="948"/>
          <ac:spMkLst>
            <pc:docMk/>
            <pc:sldMk cId="748930153" sldId="259"/>
            <ac:spMk id="6" creationId="{00000000-0000-0000-0000-000000000000}"/>
          </ac:spMkLst>
        </pc:spChg>
      </pc:sldChg>
      <pc:sldChg chg="addSp delSp modSp mod modClrScheme chgLayout modNotesTx">
        <pc:chgData name="Kouw, Wouter" userId="181af57e-047a-4b62-bb15-f1772c70f045" providerId="ADAL" clId="{E11AB248-0A92-4BC9-91F6-FC63515E54C7}" dt="2026-09-04T14:38:01.654" v="8281" actId="1076"/>
        <pc:sldMkLst>
          <pc:docMk/>
          <pc:sldMk cId="0" sldId="260"/>
        </pc:sldMkLst>
        <pc:spChg chg="mod ord">
          <ac:chgData name="Kouw, Wouter" userId="181af57e-047a-4b62-bb15-f1772c70f045" providerId="ADAL" clId="{E11AB248-0A92-4BC9-91F6-FC63515E54C7}" dt="2026-09-03T18:36:33.066" v="156" actId="700"/>
          <ac:spMkLst>
            <pc:docMk/>
            <pc:sldMk cId="0" sldId="260"/>
            <ac:spMk id="2" creationId="{00000000-0000-0000-0000-000000000000}"/>
          </ac:spMkLst>
        </pc:spChg>
        <pc:spChg chg="add del mod ord">
          <ac:chgData name="Kouw, Wouter" userId="181af57e-047a-4b62-bb15-f1772c70f045" providerId="ADAL" clId="{E11AB248-0A92-4BC9-91F6-FC63515E54C7}" dt="2026-09-03T18:36:37.698" v="157" actId="478"/>
          <ac:spMkLst>
            <pc:docMk/>
            <pc:sldMk cId="0" sldId="260"/>
            <ac:spMk id="3" creationId="{9CC8F7C7-A04E-96D1-B699-DADFE2339985}"/>
          </ac:spMkLst>
        </pc:spChg>
        <pc:spChg chg="add mod">
          <ac:chgData name="Kouw, Wouter" userId="181af57e-047a-4b62-bb15-f1772c70f045" providerId="ADAL" clId="{E11AB248-0A92-4BC9-91F6-FC63515E54C7}" dt="2026-09-04T14:38:01.654" v="8281" actId="1076"/>
          <ac:spMkLst>
            <pc:docMk/>
            <pc:sldMk cId="0" sldId="260"/>
            <ac:spMk id="5" creationId="{64FF2ADB-CC9E-D60C-8E6E-FAA1EB690071}"/>
          </ac:spMkLst>
        </pc:spChg>
        <pc:spChg chg="mod ord">
          <ac:chgData name="Kouw, Wouter" userId="181af57e-047a-4b62-bb15-f1772c70f045" providerId="ADAL" clId="{E11AB248-0A92-4BC9-91F6-FC63515E54C7}" dt="2026-09-03T18:36:33.066" v="156" actId="700"/>
          <ac:spMkLst>
            <pc:docMk/>
            <pc:sldMk cId="0" sldId="260"/>
            <ac:spMk id="6" creationId="{00000000-0000-0000-0000-000000000000}"/>
          </ac:spMkLst>
        </pc:spChg>
        <pc:spChg chg="mod">
          <ac:chgData name="Kouw, Wouter" userId="181af57e-047a-4b62-bb15-f1772c70f045" providerId="ADAL" clId="{E11AB248-0A92-4BC9-91F6-FC63515E54C7}" dt="2026-09-04T14:38:01.654" v="8281" actId="1076"/>
          <ac:spMkLst>
            <pc:docMk/>
            <pc:sldMk cId="0" sldId="260"/>
            <ac:spMk id="8" creationId="{00000000-0000-0000-0000-000000000000}"/>
          </ac:spMkLst>
        </pc:spChg>
        <pc:spChg chg="mod">
          <ac:chgData name="Kouw, Wouter" userId="181af57e-047a-4b62-bb15-f1772c70f045" providerId="ADAL" clId="{E11AB248-0A92-4BC9-91F6-FC63515E54C7}" dt="2026-09-04T14:38:01.654" v="8281" actId="1076"/>
          <ac:spMkLst>
            <pc:docMk/>
            <pc:sldMk cId="0" sldId="260"/>
            <ac:spMk id="9" creationId="{00000000-0000-0000-0000-000000000000}"/>
          </ac:spMkLst>
        </pc:spChg>
        <pc:spChg chg="add mod">
          <ac:chgData name="Kouw, Wouter" userId="181af57e-047a-4b62-bb15-f1772c70f045" providerId="ADAL" clId="{E11AB248-0A92-4BC9-91F6-FC63515E54C7}" dt="2026-09-04T14:38:01.654" v="8281" actId="1076"/>
          <ac:spMkLst>
            <pc:docMk/>
            <pc:sldMk cId="0" sldId="260"/>
            <ac:spMk id="10" creationId="{CD32DF81-4BE5-626C-E2DF-E3F40E117CC9}"/>
          </ac:spMkLst>
        </pc:spChg>
        <pc:spChg chg="mod">
          <ac:chgData name="Kouw, Wouter" userId="181af57e-047a-4b62-bb15-f1772c70f045" providerId="ADAL" clId="{E11AB248-0A92-4BC9-91F6-FC63515E54C7}" dt="2026-09-04T14:38:01.654" v="8281" actId="1076"/>
          <ac:spMkLst>
            <pc:docMk/>
            <pc:sldMk cId="0" sldId="260"/>
            <ac:spMk id="11" creationId="{00000000-0000-0000-0000-000000000000}"/>
          </ac:spMkLst>
        </pc:spChg>
        <pc:spChg chg="mod">
          <ac:chgData name="Kouw, Wouter" userId="181af57e-047a-4b62-bb15-f1772c70f045" providerId="ADAL" clId="{E11AB248-0A92-4BC9-91F6-FC63515E54C7}" dt="2026-09-04T14:38:01.654" v="8281" actId="1076"/>
          <ac:spMkLst>
            <pc:docMk/>
            <pc:sldMk cId="0" sldId="260"/>
            <ac:spMk id="12" creationId="{00000000-0000-0000-0000-000000000000}"/>
          </ac:spMkLst>
        </pc:spChg>
        <pc:spChg chg="mod">
          <ac:chgData name="Kouw, Wouter" userId="181af57e-047a-4b62-bb15-f1772c70f045" providerId="ADAL" clId="{E11AB248-0A92-4BC9-91F6-FC63515E54C7}" dt="2026-09-04T14:38:01.654" v="8281" actId="1076"/>
          <ac:spMkLst>
            <pc:docMk/>
            <pc:sldMk cId="0" sldId="260"/>
            <ac:spMk id="13" creationId="{00000000-0000-0000-0000-000000000000}"/>
          </ac:spMkLst>
        </pc:spChg>
        <pc:spChg chg="mod">
          <ac:chgData name="Kouw, Wouter" userId="181af57e-047a-4b62-bb15-f1772c70f045" providerId="ADAL" clId="{E11AB248-0A92-4BC9-91F6-FC63515E54C7}" dt="2026-09-04T14:38:01.654" v="8281" actId="1076"/>
          <ac:spMkLst>
            <pc:docMk/>
            <pc:sldMk cId="0" sldId="260"/>
            <ac:spMk id="14" creationId="{00000000-0000-0000-0000-000000000000}"/>
          </ac:spMkLst>
        </pc:spChg>
        <pc:spChg chg="mod">
          <ac:chgData name="Kouw, Wouter" userId="181af57e-047a-4b62-bb15-f1772c70f045" providerId="ADAL" clId="{E11AB248-0A92-4BC9-91F6-FC63515E54C7}" dt="2026-09-04T14:38:01.654" v="8281" actId="1076"/>
          <ac:spMkLst>
            <pc:docMk/>
            <pc:sldMk cId="0" sldId="260"/>
            <ac:spMk id="15" creationId="{00000000-0000-0000-0000-000000000000}"/>
          </ac:spMkLst>
        </pc:spChg>
        <pc:spChg chg="mod">
          <ac:chgData name="Kouw, Wouter" userId="181af57e-047a-4b62-bb15-f1772c70f045" providerId="ADAL" clId="{E11AB248-0A92-4BC9-91F6-FC63515E54C7}" dt="2026-09-04T14:38:01.654" v="8281" actId="1076"/>
          <ac:spMkLst>
            <pc:docMk/>
            <pc:sldMk cId="0" sldId="260"/>
            <ac:spMk id="16" creationId="{00000000-0000-0000-0000-000000000000}"/>
          </ac:spMkLst>
        </pc:spChg>
      </pc:sldChg>
      <pc:sldChg chg="addSp delSp modSp mod modClrScheme modAnim chgLayout modNotesTx">
        <pc:chgData name="Kouw, Wouter" userId="181af57e-047a-4b62-bb15-f1772c70f045" providerId="ADAL" clId="{E11AB248-0A92-4BC9-91F6-FC63515E54C7}" dt="2026-09-03T21:30:18.699" v="4048"/>
        <pc:sldMkLst>
          <pc:docMk/>
          <pc:sldMk cId="0" sldId="261"/>
        </pc:sldMkLst>
        <pc:spChg chg="mod ord">
          <ac:chgData name="Kouw, Wouter" userId="181af57e-047a-4b62-bb15-f1772c70f045" providerId="ADAL" clId="{E11AB248-0A92-4BC9-91F6-FC63515E54C7}" dt="2026-09-03T18:36:46.107" v="158" actId="700"/>
          <ac:spMkLst>
            <pc:docMk/>
            <pc:sldMk cId="0" sldId="261"/>
            <ac:spMk id="2" creationId="{00000000-0000-0000-0000-000000000000}"/>
          </ac:spMkLst>
        </pc:spChg>
        <pc:spChg chg="mod ord">
          <ac:chgData name="Kouw, Wouter" userId="181af57e-047a-4b62-bb15-f1772c70f045" providerId="ADAL" clId="{E11AB248-0A92-4BC9-91F6-FC63515E54C7}" dt="2026-09-03T18:36:46.107" v="158" actId="700"/>
          <ac:spMkLst>
            <pc:docMk/>
            <pc:sldMk cId="0" sldId="261"/>
            <ac:spMk id="6" creationId="{00000000-0000-0000-0000-000000000000}"/>
          </ac:spMkLst>
        </pc:spChg>
        <pc:spChg chg="mod">
          <ac:chgData name="Kouw, Wouter" userId="181af57e-047a-4b62-bb15-f1772c70f045" providerId="ADAL" clId="{E11AB248-0A92-4BC9-91F6-FC63515E54C7}" dt="2026-09-03T20:55:32.148" v="2513" actId="20577"/>
          <ac:spMkLst>
            <pc:docMk/>
            <pc:sldMk cId="0" sldId="261"/>
            <ac:spMk id="7" creationId="{00000000-0000-0000-0000-000000000000}"/>
          </ac:spMkLst>
        </pc:spChg>
        <pc:spChg chg="add del mod ord">
          <ac:chgData name="Kouw, Wouter" userId="181af57e-047a-4b62-bb15-f1772c70f045" providerId="ADAL" clId="{E11AB248-0A92-4BC9-91F6-FC63515E54C7}" dt="2026-09-03T18:36:49.510" v="159" actId="478"/>
          <ac:spMkLst>
            <pc:docMk/>
            <pc:sldMk cId="0" sldId="261"/>
            <ac:spMk id="9" creationId="{D33AB919-809C-CF04-D5E2-231A1116BA61}"/>
          </ac:spMkLst>
        </pc:spChg>
        <pc:picChg chg="mod modCrop">
          <ac:chgData name="Kouw, Wouter" userId="181af57e-047a-4b62-bb15-f1772c70f045" providerId="ADAL" clId="{E11AB248-0A92-4BC9-91F6-FC63515E54C7}" dt="2026-09-03T19:33:12.070" v="330" actId="732"/>
          <ac:picMkLst>
            <pc:docMk/>
            <pc:sldMk cId="0" sldId="261"/>
            <ac:picMk id="3" creationId="{88F691C1-C189-F7EA-3BDC-51F8F89B03B6}"/>
          </ac:picMkLst>
        </pc:picChg>
        <pc:picChg chg="del">
          <ac:chgData name="Kouw, Wouter" userId="181af57e-047a-4b62-bb15-f1772c70f045" providerId="ADAL" clId="{E11AB248-0A92-4BC9-91F6-FC63515E54C7}" dt="2026-09-03T18:28:23.989" v="78" actId="478"/>
          <ac:picMkLst>
            <pc:docMk/>
            <pc:sldMk cId="0" sldId="261"/>
            <ac:picMk id="4" creationId="{953436C1-884A-8D74-BD01-BD2B65ACEBE2}"/>
          </ac:picMkLst>
        </pc:picChg>
        <pc:picChg chg="add mod modCrop">
          <ac:chgData name="Kouw, Wouter" userId="181af57e-047a-4b62-bb15-f1772c70f045" providerId="ADAL" clId="{E11AB248-0A92-4BC9-91F6-FC63515E54C7}" dt="2026-09-03T21:02:02.417" v="2836" actId="1076"/>
          <ac:picMkLst>
            <pc:docMk/>
            <pc:sldMk cId="0" sldId="261"/>
            <ac:picMk id="8" creationId="{04359210-E26D-1D33-37AD-710E5F023C9B}"/>
          </ac:picMkLst>
        </pc:picChg>
      </pc:sldChg>
      <pc:sldChg chg="addSp delSp modSp mod modClrScheme addAnim delAnim modAnim chgLayout modNotesTx">
        <pc:chgData name="Kouw, Wouter" userId="181af57e-047a-4b62-bb15-f1772c70f045" providerId="ADAL" clId="{E11AB248-0A92-4BC9-91F6-FC63515E54C7}" dt="2026-09-04T20:55:35.504" v="10794"/>
        <pc:sldMkLst>
          <pc:docMk/>
          <pc:sldMk cId="0" sldId="262"/>
        </pc:sldMkLst>
        <pc:spChg chg="mod ord">
          <ac:chgData name="Kouw, Wouter" userId="181af57e-047a-4b62-bb15-f1772c70f045" providerId="ADAL" clId="{E11AB248-0A92-4BC9-91F6-FC63515E54C7}" dt="2026-09-03T21:30:53.464" v="4062" actId="20577"/>
          <ac:spMkLst>
            <pc:docMk/>
            <pc:sldMk cId="0" sldId="262"/>
            <ac:spMk id="2" creationId="{00000000-0000-0000-0000-000000000000}"/>
          </ac:spMkLst>
        </pc:spChg>
        <pc:spChg chg="add mod ord">
          <ac:chgData name="Kouw, Wouter" userId="181af57e-047a-4b62-bb15-f1772c70f045" providerId="ADAL" clId="{E11AB248-0A92-4BC9-91F6-FC63515E54C7}" dt="2026-09-04T20:55:14.326" v="10789" actId="313"/>
          <ac:spMkLst>
            <pc:docMk/>
            <pc:sldMk cId="0" sldId="262"/>
            <ac:spMk id="3" creationId="{266019CE-1B91-CBE2-4A42-5B161FA8589C}"/>
          </ac:spMkLst>
        </pc:spChg>
        <pc:spChg chg="del mod">
          <ac:chgData name="Kouw, Wouter" userId="181af57e-047a-4b62-bb15-f1772c70f045" providerId="ADAL" clId="{E11AB248-0A92-4BC9-91F6-FC63515E54C7}" dt="2026-09-03T20:04:52.775" v="390" actId="478"/>
          <ac:spMkLst>
            <pc:docMk/>
            <pc:sldMk cId="0" sldId="262"/>
            <ac:spMk id="4" creationId="{12929A86-336C-2B3B-654D-3443CF9E6E6F}"/>
          </ac:spMkLst>
        </pc:spChg>
        <pc:spChg chg="add del mod">
          <ac:chgData name="Kouw, Wouter" userId="181af57e-047a-4b62-bb15-f1772c70f045" providerId="ADAL" clId="{E11AB248-0A92-4BC9-91F6-FC63515E54C7}" dt="2026-09-04T09:49:11.290" v="6884" actId="478"/>
          <ac:spMkLst>
            <pc:docMk/>
            <pc:sldMk cId="0" sldId="262"/>
            <ac:spMk id="5" creationId="{9515A75B-0E9B-4402-ABAE-AA47D31B583E}"/>
          </ac:spMkLst>
        </pc:spChg>
        <pc:spChg chg="mod ord">
          <ac:chgData name="Kouw, Wouter" userId="181af57e-047a-4b62-bb15-f1772c70f045" providerId="ADAL" clId="{E11AB248-0A92-4BC9-91F6-FC63515E54C7}" dt="2026-09-03T19:31:35.860" v="241" actId="700"/>
          <ac:spMkLst>
            <pc:docMk/>
            <pc:sldMk cId="0" sldId="262"/>
            <ac:spMk id="6" creationId="{00000000-0000-0000-0000-000000000000}"/>
          </ac:spMkLst>
        </pc:spChg>
        <pc:spChg chg="del">
          <ac:chgData name="Kouw, Wouter" userId="181af57e-047a-4b62-bb15-f1772c70f045" providerId="ADAL" clId="{E11AB248-0A92-4BC9-91F6-FC63515E54C7}" dt="2026-09-03T20:04:55.734" v="391" actId="478"/>
          <ac:spMkLst>
            <pc:docMk/>
            <pc:sldMk cId="0" sldId="262"/>
            <ac:spMk id="8" creationId="{00000000-0000-0000-0000-000000000000}"/>
          </ac:spMkLst>
        </pc:spChg>
        <pc:spChg chg="del mod">
          <ac:chgData name="Kouw, Wouter" userId="181af57e-047a-4b62-bb15-f1772c70f045" providerId="ADAL" clId="{E11AB248-0A92-4BC9-91F6-FC63515E54C7}" dt="2026-09-03T20:06:37.228" v="462" actId="478"/>
          <ac:spMkLst>
            <pc:docMk/>
            <pc:sldMk cId="0" sldId="262"/>
            <ac:spMk id="10" creationId="{00000000-0000-0000-0000-000000000000}"/>
          </ac:spMkLst>
        </pc:spChg>
        <pc:picChg chg="add del mod">
          <ac:chgData name="Kouw, Wouter" userId="181af57e-047a-4b62-bb15-f1772c70f045" providerId="ADAL" clId="{E11AB248-0A92-4BC9-91F6-FC63515E54C7}" dt="2026-09-04T13:16:07.071" v="6903" actId="478"/>
          <ac:picMkLst>
            <pc:docMk/>
            <pc:sldMk cId="0" sldId="262"/>
            <ac:picMk id="7" creationId="{00000000-0000-0000-0000-000000000000}"/>
          </ac:picMkLst>
        </pc:picChg>
        <pc:picChg chg="del mod">
          <ac:chgData name="Kouw, Wouter" userId="181af57e-047a-4b62-bb15-f1772c70f045" providerId="ADAL" clId="{E11AB248-0A92-4BC9-91F6-FC63515E54C7}" dt="2026-09-03T20:05:42.220" v="443" actId="478"/>
          <ac:picMkLst>
            <pc:docMk/>
            <pc:sldMk cId="0" sldId="262"/>
            <ac:picMk id="9" creationId="{00000000-0000-0000-0000-000000000000}"/>
          </ac:picMkLst>
        </pc:picChg>
        <pc:picChg chg="add mod">
          <ac:chgData name="Kouw, Wouter" userId="181af57e-047a-4b62-bb15-f1772c70f045" providerId="ADAL" clId="{E11AB248-0A92-4BC9-91F6-FC63515E54C7}" dt="2026-09-04T14:36:49.204" v="8271" actId="1076"/>
          <ac:picMkLst>
            <pc:docMk/>
            <pc:sldMk cId="0" sldId="262"/>
            <ac:picMk id="12" creationId="{5EA7F8F9-3E30-4178-65D8-983A386643EA}"/>
          </ac:picMkLst>
        </pc:picChg>
        <pc:picChg chg="add mod modCrop">
          <ac:chgData name="Kouw, Wouter" userId="181af57e-047a-4b62-bb15-f1772c70f045" providerId="ADAL" clId="{E11AB248-0A92-4BC9-91F6-FC63515E54C7}" dt="2026-09-04T20:55:20.751" v="10790" actId="1076"/>
          <ac:picMkLst>
            <pc:docMk/>
            <pc:sldMk cId="0" sldId="262"/>
            <ac:picMk id="14" creationId="{2D2E66D7-231A-C8A2-FE01-7E9F07E3A5E3}"/>
          </ac:picMkLst>
        </pc:picChg>
      </pc:sldChg>
      <pc:sldChg chg="addSp delSp modSp mod modClrScheme addAnim delAnim modAnim chgLayout modNotesTx">
        <pc:chgData name="Kouw, Wouter" userId="181af57e-047a-4b62-bb15-f1772c70f045" providerId="ADAL" clId="{E11AB248-0A92-4BC9-91F6-FC63515E54C7}" dt="2026-09-04T14:36:57.626" v="8272" actId="1076"/>
        <pc:sldMkLst>
          <pc:docMk/>
          <pc:sldMk cId="0" sldId="263"/>
        </pc:sldMkLst>
        <pc:spChg chg="mod ord">
          <ac:chgData name="Kouw, Wouter" userId="181af57e-047a-4b62-bb15-f1772c70f045" providerId="ADAL" clId="{E11AB248-0A92-4BC9-91F6-FC63515E54C7}" dt="2026-09-03T21:00:25.081" v="2683" actId="20577"/>
          <ac:spMkLst>
            <pc:docMk/>
            <pc:sldMk cId="0" sldId="263"/>
            <ac:spMk id="2" creationId="{00000000-0000-0000-0000-000000000000}"/>
          </ac:spMkLst>
        </pc:spChg>
        <pc:spChg chg="add del mod ord">
          <ac:chgData name="Kouw, Wouter" userId="181af57e-047a-4b62-bb15-f1772c70f045" providerId="ADAL" clId="{E11AB248-0A92-4BC9-91F6-FC63515E54C7}" dt="2026-09-03T21:40:25.158" v="4512" actId="931"/>
          <ac:spMkLst>
            <pc:docMk/>
            <pc:sldMk cId="0" sldId="263"/>
            <ac:spMk id="3" creationId="{1AF6DABB-CBE5-45D3-CC8E-A9E3BE507C03}"/>
          </ac:spMkLst>
        </pc:spChg>
        <pc:spChg chg="mod ord">
          <ac:chgData name="Kouw, Wouter" userId="181af57e-047a-4b62-bb15-f1772c70f045" providerId="ADAL" clId="{E11AB248-0A92-4BC9-91F6-FC63515E54C7}" dt="2026-09-03T20:36:56.084" v="1880" actId="700"/>
          <ac:spMkLst>
            <pc:docMk/>
            <pc:sldMk cId="0" sldId="263"/>
            <ac:spMk id="6" creationId="{00000000-0000-0000-0000-000000000000}"/>
          </ac:spMkLst>
        </pc:spChg>
        <pc:spChg chg="del mod">
          <ac:chgData name="Kouw, Wouter" userId="181af57e-047a-4b62-bb15-f1772c70f045" providerId="ADAL" clId="{E11AB248-0A92-4BC9-91F6-FC63515E54C7}" dt="2026-09-03T20:36:52.135" v="1879" actId="478"/>
          <ac:spMkLst>
            <pc:docMk/>
            <pc:sldMk cId="0" sldId="263"/>
            <ac:spMk id="7" creationId="{00000000-0000-0000-0000-000000000000}"/>
          </ac:spMkLst>
        </pc:spChg>
        <pc:spChg chg="del">
          <ac:chgData name="Kouw, Wouter" userId="181af57e-047a-4b62-bb15-f1772c70f045" providerId="ADAL" clId="{E11AB248-0A92-4BC9-91F6-FC63515E54C7}" dt="2026-09-03T20:35:50.247" v="1838" actId="478"/>
          <ac:spMkLst>
            <pc:docMk/>
            <pc:sldMk cId="0" sldId="263"/>
            <ac:spMk id="9" creationId="{00000000-0000-0000-0000-000000000000}"/>
          </ac:spMkLst>
        </pc:spChg>
        <pc:spChg chg="add del mod">
          <ac:chgData name="Kouw, Wouter" userId="181af57e-047a-4b62-bb15-f1772c70f045" providerId="ADAL" clId="{E11AB248-0A92-4BC9-91F6-FC63515E54C7}" dt="2026-09-03T21:06:05.974" v="2971" actId="478"/>
          <ac:spMkLst>
            <pc:docMk/>
            <pc:sldMk cId="0" sldId="263"/>
            <ac:spMk id="12" creationId="{ECD5005B-362C-624E-8B98-855078CC3E6E}"/>
          </ac:spMkLst>
        </pc:spChg>
        <pc:spChg chg="add del mod">
          <ac:chgData name="Kouw, Wouter" userId="181af57e-047a-4b62-bb15-f1772c70f045" providerId="ADAL" clId="{E11AB248-0A92-4BC9-91F6-FC63515E54C7}" dt="2026-09-03T21:06:07.907" v="2972" actId="478"/>
          <ac:spMkLst>
            <pc:docMk/>
            <pc:sldMk cId="0" sldId="263"/>
            <ac:spMk id="14" creationId="{065A7A3E-2D2B-13CA-0E77-B15F34E7BB81}"/>
          </ac:spMkLst>
        </pc:spChg>
        <pc:spChg chg="add mod">
          <ac:chgData name="Kouw, Wouter" userId="181af57e-047a-4b62-bb15-f1772c70f045" providerId="ADAL" clId="{E11AB248-0A92-4BC9-91F6-FC63515E54C7}" dt="2026-09-03T21:15:27.149" v="3605" actId="14100"/>
          <ac:spMkLst>
            <pc:docMk/>
            <pc:sldMk cId="0" sldId="263"/>
            <ac:spMk id="16" creationId="{8A2B916B-8192-81E4-C3B2-2E1D3E16E599}"/>
          </ac:spMkLst>
        </pc:spChg>
        <pc:spChg chg="add del mod">
          <ac:chgData name="Kouw, Wouter" userId="181af57e-047a-4b62-bb15-f1772c70f045" providerId="ADAL" clId="{E11AB248-0A92-4BC9-91F6-FC63515E54C7}" dt="2026-09-03T21:03:58.767" v="2869" actId="478"/>
          <ac:spMkLst>
            <pc:docMk/>
            <pc:sldMk cId="0" sldId="263"/>
            <ac:spMk id="18" creationId="{F8F7B9D6-1227-1848-CCF9-0D59256468A8}"/>
          </ac:spMkLst>
        </pc:spChg>
        <pc:spChg chg="add del mod">
          <ac:chgData name="Kouw, Wouter" userId="181af57e-047a-4b62-bb15-f1772c70f045" providerId="ADAL" clId="{E11AB248-0A92-4BC9-91F6-FC63515E54C7}" dt="2026-09-03T21:03:59.402" v="2870" actId="478"/>
          <ac:spMkLst>
            <pc:docMk/>
            <pc:sldMk cId="0" sldId="263"/>
            <ac:spMk id="20" creationId="{57263E17-6906-864F-3E1C-88E6DAB6F446}"/>
          </ac:spMkLst>
        </pc:spChg>
        <pc:spChg chg="add del mod">
          <ac:chgData name="Kouw, Wouter" userId="181af57e-047a-4b62-bb15-f1772c70f045" providerId="ADAL" clId="{E11AB248-0A92-4BC9-91F6-FC63515E54C7}" dt="2026-09-03T21:05:12.032" v="2894" actId="478"/>
          <ac:spMkLst>
            <pc:docMk/>
            <pc:sldMk cId="0" sldId="263"/>
            <ac:spMk id="22" creationId="{6FA7298A-17B7-21DF-5D86-3AE9E138F69F}"/>
          </ac:spMkLst>
        </pc:spChg>
        <pc:spChg chg="add del mod">
          <ac:chgData name="Kouw, Wouter" userId="181af57e-047a-4b62-bb15-f1772c70f045" providerId="ADAL" clId="{E11AB248-0A92-4BC9-91F6-FC63515E54C7}" dt="2026-09-03T21:05:12.785" v="2895" actId="478"/>
          <ac:spMkLst>
            <pc:docMk/>
            <pc:sldMk cId="0" sldId="263"/>
            <ac:spMk id="24" creationId="{3A44EF69-D955-F1AA-0AE7-B07AC81DDF5D}"/>
          </ac:spMkLst>
        </pc:spChg>
        <pc:spChg chg="add del mod">
          <ac:chgData name="Kouw, Wouter" userId="181af57e-047a-4b62-bb15-f1772c70f045" providerId="ADAL" clId="{E11AB248-0A92-4BC9-91F6-FC63515E54C7}" dt="2026-09-03T21:08:48.389" v="3187" actId="478"/>
          <ac:spMkLst>
            <pc:docMk/>
            <pc:sldMk cId="0" sldId="263"/>
            <ac:spMk id="26" creationId="{49A75476-3B9D-F87B-CF65-F199710A0B48}"/>
          </ac:spMkLst>
        </pc:spChg>
        <pc:spChg chg="add del mod">
          <ac:chgData name="Kouw, Wouter" userId="181af57e-047a-4b62-bb15-f1772c70f045" providerId="ADAL" clId="{E11AB248-0A92-4BC9-91F6-FC63515E54C7}" dt="2026-09-03T21:08:48.947" v="3188" actId="478"/>
          <ac:spMkLst>
            <pc:docMk/>
            <pc:sldMk cId="0" sldId="263"/>
            <ac:spMk id="28" creationId="{3265CEE3-4C53-1982-0112-0CC78D9C1206}"/>
          </ac:spMkLst>
        </pc:spChg>
        <pc:spChg chg="add del mod">
          <ac:chgData name="Kouw, Wouter" userId="181af57e-047a-4b62-bb15-f1772c70f045" providerId="ADAL" clId="{E11AB248-0A92-4BC9-91F6-FC63515E54C7}" dt="2026-09-03T21:08:49.830" v="3189" actId="478"/>
          <ac:spMkLst>
            <pc:docMk/>
            <pc:sldMk cId="0" sldId="263"/>
            <ac:spMk id="30" creationId="{F8EB739E-BCBA-AC42-B0F4-BC39E4002CBF}"/>
          </ac:spMkLst>
        </pc:spChg>
        <pc:spChg chg="add mod">
          <ac:chgData name="Kouw, Wouter" userId="181af57e-047a-4b62-bb15-f1772c70f045" providerId="ADAL" clId="{E11AB248-0A92-4BC9-91F6-FC63515E54C7}" dt="2026-09-03T21:41:53.771" v="4537" actId="1076"/>
          <ac:spMkLst>
            <pc:docMk/>
            <pc:sldMk cId="0" sldId="263"/>
            <ac:spMk id="31" creationId="{FB5C3AE9-C401-7BB5-5804-7860C7DB635C}"/>
          </ac:spMkLst>
        </pc:spChg>
        <pc:spChg chg="add mod">
          <ac:chgData name="Kouw, Wouter" userId="181af57e-047a-4b62-bb15-f1772c70f045" providerId="ADAL" clId="{E11AB248-0A92-4BC9-91F6-FC63515E54C7}" dt="2026-09-03T21:41:57.079" v="4538" actId="14100"/>
          <ac:spMkLst>
            <pc:docMk/>
            <pc:sldMk cId="0" sldId="263"/>
            <ac:spMk id="32" creationId="{97661441-F790-94B7-C715-6517A482C96C}"/>
          </ac:spMkLst>
        </pc:spChg>
        <pc:spChg chg="add mod">
          <ac:chgData name="Kouw, Wouter" userId="181af57e-047a-4b62-bb15-f1772c70f045" providerId="ADAL" clId="{E11AB248-0A92-4BC9-91F6-FC63515E54C7}" dt="2026-09-03T21:15:31.154" v="3607" actId="14100"/>
          <ac:spMkLst>
            <pc:docMk/>
            <pc:sldMk cId="0" sldId="263"/>
            <ac:spMk id="33" creationId="{17E52980-7982-9EDF-A007-D310D6E7EB02}"/>
          </ac:spMkLst>
        </pc:spChg>
        <pc:spChg chg="add mod">
          <ac:chgData name="Kouw, Wouter" userId="181af57e-047a-4b62-bb15-f1772c70f045" providerId="ADAL" clId="{E11AB248-0A92-4BC9-91F6-FC63515E54C7}" dt="2026-09-03T21:15:32.938" v="3608" actId="14100"/>
          <ac:spMkLst>
            <pc:docMk/>
            <pc:sldMk cId="0" sldId="263"/>
            <ac:spMk id="34" creationId="{DECE462C-92E4-FD3F-5BDB-488FA2858E33}"/>
          </ac:spMkLst>
        </pc:spChg>
        <pc:spChg chg="add mod">
          <ac:chgData name="Kouw, Wouter" userId="181af57e-047a-4b62-bb15-f1772c70f045" providerId="ADAL" clId="{E11AB248-0A92-4BC9-91F6-FC63515E54C7}" dt="2026-09-03T21:15:34.768" v="3609" actId="14100"/>
          <ac:spMkLst>
            <pc:docMk/>
            <pc:sldMk cId="0" sldId="263"/>
            <ac:spMk id="35" creationId="{785C5BF1-08B6-7AFC-4B78-BFCED3C44B24}"/>
          </ac:spMkLst>
        </pc:spChg>
        <pc:spChg chg="add mod topLvl">
          <ac:chgData name="Kouw, Wouter" userId="181af57e-047a-4b62-bb15-f1772c70f045" providerId="ADAL" clId="{E11AB248-0A92-4BC9-91F6-FC63515E54C7}" dt="2026-09-03T21:14:59.744" v="3594" actId="14100"/>
          <ac:spMkLst>
            <pc:docMk/>
            <pc:sldMk cId="0" sldId="263"/>
            <ac:spMk id="36" creationId="{9EBCDE95-7DB0-043E-FDAB-726A5208D616}"/>
          </ac:spMkLst>
        </pc:spChg>
        <pc:spChg chg="add mod topLvl">
          <ac:chgData name="Kouw, Wouter" userId="181af57e-047a-4b62-bb15-f1772c70f045" providerId="ADAL" clId="{E11AB248-0A92-4BC9-91F6-FC63515E54C7}" dt="2026-09-03T21:15:06.629" v="3596" actId="14100"/>
          <ac:spMkLst>
            <pc:docMk/>
            <pc:sldMk cId="0" sldId="263"/>
            <ac:spMk id="37" creationId="{B442EA44-2B00-33B5-A545-FDC8BA480DD9}"/>
          </ac:spMkLst>
        </pc:spChg>
        <pc:spChg chg="add mod topLvl">
          <ac:chgData name="Kouw, Wouter" userId="181af57e-047a-4b62-bb15-f1772c70f045" providerId="ADAL" clId="{E11AB248-0A92-4BC9-91F6-FC63515E54C7}" dt="2026-09-03T21:15:11.954" v="3598" actId="14100"/>
          <ac:spMkLst>
            <pc:docMk/>
            <pc:sldMk cId="0" sldId="263"/>
            <ac:spMk id="38" creationId="{51EC0BCE-394F-534D-B6F4-6255DB6D1BD1}"/>
          </ac:spMkLst>
        </pc:spChg>
        <pc:spChg chg="add mod topLvl">
          <ac:chgData name="Kouw, Wouter" userId="181af57e-047a-4b62-bb15-f1772c70f045" providerId="ADAL" clId="{E11AB248-0A92-4BC9-91F6-FC63515E54C7}" dt="2026-09-03T21:15:16.357" v="3600" actId="14100"/>
          <ac:spMkLst>
            <pc:docMk/>
            <pc:sldMk cId="0" sldId="263"/>
            <ac:spMk id="39" creationId="{D3B08553-9421-69A9-FE38-88AD971DC2A7}"/>
          </ac:spMkLst>
        </pc:spChg>
        <pc:spChg chg="add del mod">
          <ac:chgData name="Kouw, Wouter" userId="181af57e-047a-4b62-bb15-f1772c70f045" providerId="ADAL" clId="{E11AB248-0A92-4BC9-91F6-FC63515E54C7}" dt="2026-09-04T09:49:28.086" v="6888" actId="478"/>
          <ac:spMkLst>
            <pc:docMk/>
            <pc:sldMk cId="0" sldId="263"/>
            <ac:spMk id="42" creationId="{09BCF170-169E-9A78-5B06-302DF6E08B94}"/>
          </ac:spMkLst>
        </pc:spChg>
        <pc:grpChg chg="add del mod">
          <ac:chgData name="Kouw, Wouter" userId="181af57e-047a-4b62-bb15-f1772c70f045" providerId="ADAL" clId="{E11AB248-0A92-4BC9-91F6-FC63515E54C7}" dt="2026-09-03T21:14:51.359" v="3592" actId="165"/>
          <ac:grpSpMkLst>
            <pc:docMk/>
            <pc:sldMk cId="0" sldId="263"/>
            <ac:grpSpMk id="40" creationId="{C37A4624-1B2C-30D4-D939-6B67E8FFD275}"/>
          </ac:grpSpMkLst>
        </pc:grpChg>
        <pc:picChg chg="add del mod">
          <ac:chgData name="Kouw, Wouter" userId="181af57e-047a-4b62-bb15-f1772c70f045" providerId="ADAL" clId="{E11AB248-0A92-4BC9-91F6-FC63515E54C7}" dt="2026-09-03T21:02:13.135" v="2837" actId="478"/>
          <ac:picMkLst>
            <pc:docMk/>
            <pc:sldMk cId="0" sldId="263"/>
            <ac:picMk id="5" creationId="{CC7BCFA4-C916-4A1B-3442-BFEC08722DC5}"/>
          </ac:picMkLst>
        </pc:picChg>
        <pc:picChg chg="del">
          <ac:chgData name="Kouw, Wouter" userId="181af57e-047a-4b62-bb15-f1772c70f045" providerId="ADAL" clId="{E11AB248-0A92-4BC9-91F6-FC63515E54C7}" dt="2026-09-03T20:36:50.431" v="1877" actId="478"/>
          <ac:picMkLst>
            <pc:docMk/>
            <pc:sldMk cId="0" sldId="263"/>
            <ac:picMk id="8" creationId="{00000000-0000-0000-0000-000000000000}"/>
          </ac:picMkLst>
        </pc:picChg>
        <pc:picChg chg="del">
          <ac:chgData name="Kouw, Wouter" userId="181af57e-047a-4b62-bb15-f1772c70f045" providerId="ADAL" clId="{E11AB248-0A92-4BC9-91F6-FC63515E54C7}" dt="2026-09-03T20:36:49.415" v="1876" actId="478"/>
          <ac:picMkLst>
            <pc:docMk/>
            <pc:sldMk cId="0" sldId="263"/>
            <ac:picMk id="10" creationId="{00000000-0000-0000-0000-000000000000}"/>
          </ac:picMkLst>
        </pc:picChg>
        <pc:picChg chg="add mod">
          <ac:chgData name="Kouw, Wouter" userId="181af57e-047a-4b62-bb15-f1772c70f045" providerId="ADAL" clId="{E11AB248-0A92-4BC9-91F6-FC63515E54C7}" dt="2026-09-03T21:10:38.724" v="3323" actId="1038"/>
          <ac:picMkLst>
            <pc:docMk/>
            <pc:sldMk cId="0" sldId="263"/>
            <ac:picMk id="15" creationId="{4445D8E7-8984-D104-3750-65E74F9A8435}"/>
          </ac:picMkLst>
        </pc:picChg>
        <pc:picChg chg="add mod ord modCrop">
          <ac:chgData name="Kouw, Wouter" userId="181af57e-047a-4b62-bb15-f1772c70f045" providerId="ADAL" clId="{E11AB248-0A92-4BC9-91F6-FC63515E54C7}" dt="2026-09-03T21:41:08.570" v="4523" actId="1076"/>
          <ac:picMkLst>
            <pc:docMk/>
            <pc:sldMk cId="0" sldId="263"/>
            <ac:picMk id="44" creationId="{AF683F6A-F21D-C296-1BE6-96F653599A9E}"/>
          </ac:picMkLst>
        </pc:picChg>
        <pc:picChg chg="add mod modCrop">
          <ac:chgData name="Kouw, Wouter" userId="181af57e-047a-4b62-bb15-f1772c70f045" providerId="ADAL" clId="{E11AB248-0A92-4BC9-91F6-FC63515E54C7}" dt="2026-09-03T21:41:47.853" v="4535" actId="1076"/>
          <ac:picMkLst>
            <pc:docMk/>
            <pc:sldMk cId="0" sldId="263"/>
            <ac:picMk id="46" creationId="{1B406BB6-CDE0-2B81-B086-FD2906EDD52B}"/>
          </ac:picMkLst>
        </pc:picChg>
        <pc:picChg chg="add mod">
          <ac:chgData name="Kouw, Wouter" userId="181af57e-047a-4b62-bb15-f1772c70f045" providerId="ADAL" clId="{E11AB248-0A92-4BC9-91F6-FC63515E54C7}" dt="2026-09-04T14:36:57.626" v="8272" actId="1076"/>
          <ac:picMkLst>
            <pc:docMk/>
            <pc:sldMk cId="0" sldId="263"/>
            <ac:picMk id="47" creationId="{AED86D63-A02E-D21C-F4E6-A4A482A5B56C}"/>
          </ac:picMkLst>
        </pc:picChg>
      </pc:sldChg>
      <pc:sldChg chg="addSp delSp modSp mod modClrScheme addAnim delAnim modAnim chgLayout modNotesTx">
        <pc:chgData name="Kouw, Wouter" userId="181af57e-047a-4b62-bb15-f1772c70f045" providerId="ADAL" clId="{E11AB248-0A92-4BC9-91F6-FC63515E54C7}" dt="2026-09-04T20:55:49.370" v="10795" actId="1076"/>
        <pc:sldMkLst>
          <pc:docMk/>
          <pc:sldMk cId="0" sldId="265"/>
        </pc:sldMkLst>
        <pc:spChg chg="mod ord">
          <ac:chgData name="Kouw, Wouter" userId="181af57e-047a-4b62-bb15-f1772c70f045" providerId="ADAL" clId="{E11AB248-0A92-4BC9-91F6-FC63515E54C7}" dt="2026-09-04T07:19:10.922" v="4541" actId="1076"/>
          <ac:spMkLst>
            <pc:docMk/>
            <pc:sldMk cId="0" sldId="265"/>
            <ac:spMk id="2" creationId="{00000000-0000-0000-0000-000000000000}"/>
          </ac:spMkLst>
        </pc:spChg>
        <pc:spChg chg="add mod ord">
          <ac:chgData name="Kouw, Wouter" userId="181af57e-047a-4b62-bb15-f1772c70f045" providerId="ADAL" clId="{E11AB248-0A92-4BC9-91F6-FC63515E54C7}" dt="2026-09-04T19:33:43.562" v="8482" actId="20577"/>
          <ac:spMkLst>
            <pc:docMk/>
            <pc:sldMk cId="0" sldId="265"/>
            <ac:spMk id="3" creationId="{15F39207-6ADE-BDC1-81AF-31A97A34378F}"/>
          </ac:spMkLst>
        </pc:spChg>
        <pc:spChg chg="mod ord">
          <ac:chgData name="Kouw, Wouter" userId="181af57e-047a-4b62-bb15-f1772c70f045" providerId="ADAL" clId="{E11AB248-0A92-4BC9-91F6-FC63515E54C7}" dt="2026-09-03T20:29:29.458" v="1315" actId="700"/>
          <ac:spMkLst>
            <pc:docMk/>
            <pc:sldMk cId="0" sldId="265"/>
            <ac:spMk id="6" creationId="{00000000-0000-0000-0000-000000000000}"/>
          </ac:spMkLst>
        </pc:spChg>
        <pc:spChg chg="del mod">
          <ac:chgData name="Kouw, Wouter" userId="181af57e-047a-4b62-bb15-f1772c70f045" providerId="ADAL" clId="{E11AB248-0A92-4BC9-91F6-FC63515E54C7}" dt="2026-09-03T20:29:45.933" v="1367" actId="478"/>
          <ac:spMkLst>
            <pc:docMk/>
            <pc:sldMk cId="0" sldId="265"/>
            <ac:spMk id="7" creationId="{00000000-0000-0000-0000-000000000000}"/>
          </ac:spMkLst>
        </pc:spChg>
        <pc:spChg chg="add del mod">
          <ac:chgData name="Kouw, Wouter" userId="181af57e-047a-4b62-bb15-f1772c70f045" providerId="ADAL" clId="{E11AB248-0A92-4BC9-91F6-FC63515E54C7}" dt="2026-09-04T07:27:31.700" v="4864" actId="478"/>
          <ac:spMkLst>
            <pc:docMk/>
            <pc:sldMk cId="0" sldId="265"/>
            <ac:spMk id="9" creationId="{CC70AA28-0AAD-CF5C-C354-8E664B5AC1D7}"/>
          </ac:spMkLst>
        </pc:spChg>
        <pc:spChg chg="add del mod">
          <ac:chgData name="Kouw, Wouter" userId="181af57e-047a-4b62-bb15-f1772c70f045" providerId="ADAL" clId="{E11AB248-0A92-4BC9-91F6-FC63515E54C7}" dt="2026-09-04T07:30:25.439" v="5057" actId="478"/>
          <ac:spMkLst>
            <pc:docMk/>
            <pc:sldMk cId="0" sldId="265"/>
            <ac:spMk id="10" creationId="{B5333589-EE65-E79B-8919-0316F5A26D3F}"/>
          </ac:spMkLst>
        </pc:spChg>
        <pc:spChg chg="add del mod">
          <ac:chgData name="Kouw, Wouter" userId="181af57e-047a-4b62-bb15-f1772c70f045" providerId="ADAL" clId="{E11AB248-0A92-4BC9-91F6-FC63515E54C7}" dt="2026-09-04T08:15:59.189" v="5140" actId="478"/>
          <ac:spMkLst>
            <pc:docMk/>
            <pc:sldMk cId="0" sldId="265"/>
            <ac:spMk id="11" creationId="{901A9411-0E7B-B5E0-F991-6B5068DF7DA8}"/>
          </ac:spMkLst>
        </pc:spChg>
        <pc:spChg chg="add del mod">
          <ac:chgData name="Kouw, Wouter" userId="181af57e-047a-4b62-bb15-f1772c70f045" providerId="ADAL" clId="{E11AB248-0A92-4BC9-91F6-FC63515E54C7}" dt="2026-09-04T07:30:25.978" v="5058" actId="478"/>
          <ac:spMkLst>
            <pc:docMk/>
            <pc:sldMk cId="0" sldId="265"/>
            <ac:spMk id="12" creationId="{67893C32-D69A-6E22-0A3D-2FC8942BCEC3}"/>
          </ac:spMkLst>
        </pc:spChg>
        <pc:spChg chg="add del">
          <ac:chgData name="Kouw, Wouter" userId="181af57e-047a-4b62-bb15-f1772c70f045" providerId="ADAL" clId="{E11AB248-0A92-4BC9-91F6-FC63515E54C7}" dt="2026-09-04T19:34:10.879" v="8486" actId="478"/>
          <ac:spMkLst>
            <pc:docMk/>
            <pc:sldMk cId="0" sldId="265"/>
            <ac:spMk id="14" creationId="{223A825A-A6A9-7BB3-E721-7CAD89EA409D}"/>
          </ac:spMkLst>
        </pc:spChg>
        <pc:graphicFrameChg chg="add mod modGraphic">
          <ac:chgData name="Kouw, Wouter" userId="181af57e-047a-4b62-bb15-f1772c70f045" providerId="ADAL" clId="{E11AB248-0A92-4BC9-91F6-FC63515E54C7}" dt="2026-09-04T20:55:49.370" v="10795" actId="1076"/>
          <ac:graphicFrameMkLst>
            <pc:docMk/>
            <pc:sldMk cId="0" sldId="265"/>
            <ac:graphicFrameMk id="13" creationId="{C287D5CC-AE2E-D8B0-EAE3-B992D08013F4}"/>
          </ac:graphicFrameMkLst>
        </pc:graphicFrameChg>
        <pc:picChg chg="add del mod modCrop">
          <ac:chgData name="Kouw, Wouter" userId="181af57e-047a-4b62-bb15-f1772c70f045" providerId="ADAL" clId="{E11AB248-0A92-4BC9-91F6-FC63515E54C7}" dt="2026-09-03T20:44:50.599" v="1959" actId="478"/>
          <ac:picMkLst>
            <pc:docMk/>
            <pc:sldMk cId="0" sldId="265"/>
            <ac:picMk id="5" creationId="{71D47F49-564A-05A4-9210-6EB2F9B5FE2D}"/>
          </ac:picMkLst>
        </pc:picChg>
        <pc:picChg chg="del mod">
          <ac:chgData name="Kouw, Wouter" userId="181af57e-047a-4b62-bb15-f1772c70f045" providerId="ADAL" clId="{E11AB248-0A92-4BC9-91F6-FC63515E54C7}" dt="2026-09-03T20:36:00.394" v="1840" actId="478"/>
          <ac:picMkLst>
            <pc:docMk/>
            <pc:sldMk cId="0" sldId="265"/>
            <ac:picMk id="8" creationId="{00000000-0000-0000-0000-000000000000}"/>
          </ac:picMkLst>
        </pc:picChg>
      </pc:sldChg>
      <pc:sldChg chg="delSp del mod">
        <pc:chgData name="Kouw, Wouter" userId="181af57e-047a-4b62-bb15-f1772c70f045" providerId="ADAL" clId="{E11AB248-0A92-4BC9-91F6-FC63515E54C7}" dt="2026-09-03T20:38:30.629" v="1943" actId="47"/>
        <pc:sldMkLst>
          <pc:docMk/>
          <pc:sldMk cId="0" sldId="268"/>
        </pc:sldMkLst>
        <pc:picChg chg="del">
          <ac:chgData name="Kouw, Wouter" userId="181af57e-047a-4b62-bb15-f1772c70f045" providerId="ADAL" clId="{E11AB248-0A92-4BC9-91F6-FC63515E54C7}" dt="2026-09-03T20:37:45.950" v="1883" actId="21"/>
          <ac:picMkLst>
            <pc:docMk/>
            <pc:sldMk cId="0" sldId="268"/>
            <ac:picMk id="7" creationId="{00000000-0000-0000-0000-000000000000}"/>
          </ac:picMkLst>
        </pc:picChg>
      </pc:sldChg>
      <pc:sldChg chg="addSp delSp modSp del mod ord modClrScheme modShow chgLayout modNotesTx">
        <pc:chgData name="Kouw, Wouter" userId="181af57e-047a-4b62-bb15-f1772c70f045" providerId="ADAL" clId="{E11AB248-0A92-4BC9-91F6-FC63515E54C7}" dt="2026-09-04T19:29:18.903" v="8299" actId="47"/>
        <pc:sldMkLst>
          <pc:docMk/>
          <pc:sldMk cId="0" sldId="269"/>
        </pc:sldMkLst>
        <pc:spChg chg="mod ord">
          <ac:chgData name="Kouw, Wouter" userId="181af57e-047a-4b62-bb15-f1772c70f045" providerId="ADAL" clId="{E11AB248-0A92-4BC9-91F6-FC63515E54C7}" dt="2026-09-03T21:11:29.354" v="3353" actId="207"/>
          <ac:spMkLst>
            <pc:docMk/>
            <pc:sldMk cId="0" sldId="269"/>
            <ac:spMk id="2" creationId="{00000000-0000-0000-0000-000000000000}"/>
          </ac:spMkLst>
        </pc:spChg>
        <pc:spChg chg="add del">
          <ac:chgData name="Kouw, Wouter" userId="181af57e-047a-4b62-bb15-f1772c70f045" providerId="ADAL" clId="{E11AB248-0A92-4BC9-91F6-FC63515E54C7}" dt="2026-09-03T20:44:31.149" v="1956" actId="478"/>
          <ac:spMkLst>
            <pc:docMk/>
            <pc:sldMk cId="0" sldId="269"/>
            <ac:spMk id="4" creationId="{C02601AF-F1D7-57D8-0F9E-26C73E153B4A}"/>
          </ac:spMkLst>
        </pc:spChg>
        <pc:spChg chg="add mod ord">
          <ac:chgData name="Kouw, Wouter" userId="181af57e-047a-4b62-bb15-f1772c70f045" providerId="ADAL" clId="{E11AB248-0A92-4BC9-91F6-FC63515E54C7}" dt="2026-09-03T21:13:10.778" v="3570" actId="20577"/>
          <ac:spMkLst>
            <pc:docMk/>
            <pc:sldMk cId="0" sldId="269"/>
            <ac:spMk id="5" creationId="{4EABA81D-D22A-6DDE-04CC-4A04651F72EB}"/>
          </ac:spMkLst>
        </pc:spChg>
        <pc:spChg chg="mod ord">
          <ac:chgData name="Kouw, Wouter" userId="181af57e-047a-4b62-bb15-f1772c70f045" providerId="ADAL" clId="{E11AB248-0A92-4BC9-91F6-FC63515E54C7}" dt="2026-09-03T21:11:27.337" v="3352" actId="700"/>
          <ac:spMkLst>
            <pc:docMk/>
            <pc:sldMk cId="0" sldId="269"/>
            <ac:spMk id="6" creationId="{00000000-0000-0000-0000-000000000000}"/>
          </ac:spMkLst>
        </pc:spChg>
        <pc:spChg chg="del mod">
          <ac:chgData name="Kouw, Wouter" userId="181af57e-047a-4b62-bb15-f1772c70f045" providerId="ADAL" clId="{E11AB248-0A92-4BC9-91F6-FC63515E54C7}" dt="2026-09-03T21:12:32.873" v="3464" actId="478"/>
          <ac:spMkLst>
            <pc:docMk/>
            <pc:sldMk cId="0" sldId="269"/>
            <ac:spMk id="8" creationId="{00000000-0000-0000-0000-000000000000}"/>
          </ac:spMkLst>
        </pc:spChg>
        <pc:picChg chg="mod modCrop">
          <ac:chgData name="Kouw, Wouter" userId="181af57e-047a-4b62-bb15-f1772c70f045" providerId="ADAL" clId="{E11AB248-0A92-4BC9-91F6-FC63515E54C7}" dt="2026-09-03T21:13:14.477" v="3571" actId="1076"/>
          <ac:picMkLst>
            <pc:docMk/>
            <pc:sldMk cId="0" sldId="269"/>
            <ac:picMk id="7" creationId="{00000000-0000-0000-0000-000000000000}"/>
          </ac:picMkLst>
        </pc:picChg>
      </pc:sldChg>
      <pc:sldChg chg="delSp modSp mod modNotesTx">
        <pc:chgData name="Kouw, Wouter" userId="181af57e-047a-4b62-bb15-f1772c70f045" providerId="ADAL" clId="{E11AB248-0A92-4BC9-91F6-FC63515E54C7}" dt="2026-09-04T13:32:54.182" v="7241" actId="20577"/>
        <pc:sldMkLst>
          <pc:docMk/>
          <pc:sldMk cId="0" sldId="270"/>
        </pc:sldMkLst>
        <pc:spChg chg="mod">
          <ac:chgData name="Kouw, Wouter" userId="181af57e-047a-4b62-bb15-f1772c70f045" providerId="ADAL" clId="{E11AB248-0A92-4BC9-91F6-FC63515E54C7}" dt="2026-09-04T13:32:54.182" v="7241" actId="20577"/>
          <ac:spMkLst>
            <pc:docMk/>
            <pc:sldMk cId="0" sldId="270"/>
            <ac:spMk id="2" creationId="{00000000-0000-0000-0000-000000000000}"/>
          </ac:spMkLst>
        </pc:spChg>
        <pc:spChg chg="del mod">
          <ac:chgData name="Kouw, Wouter" userId="181af57e-047a-4b62-bb15-f1772c70f045" providerId="ADAL" clId="{E11AB248-0A92-4BC9-91F6-FC63515E54C7}" dt="2026-09-03T20:48:19.454" v="1991"/>
          <ac:spMkLst>
            <pc:docMk/>
            <pc:sldMk cId="0" sldId="270"/>
            <ac:spMk id="5" creationId="{00000000-0000-0000-0000-000000000000}"/>
          </ac:spMkLst>
        </pc:spChg>
        <pc:spChg chg="mod">
          <ac:chgData name="Kouw, Wouter" userId="181af57e-047a-4b62-bb15-f1772c70f045" providerId="ADAL" clId="{E11AB248-0A92-4BC9-91F6-FC63515E54C7}" dt="2026-09-03T21:13:40.895" v="3576" actId="20577"/>
          <ac:spMkLst>
            <pc:docMk/>
            <pc:sldMk cId="0" sldId="270"/>
            <ac:spMk id="6" creationId="{00000000-0000-0000-0000-000000000000}"/>
          </ac:spMkLst>
        </pc:spChg>
        <pc:spChg chg="mod">
          <ac:chgData name="Kouw, Wouter" userId="181af57e-047a-4b62-bb15-f1772c70f045" providerId="ADAL" clId="{E11AB248-0A92-4BC9-91F6-FC63515E54C7}" dt="2026-09-04T13:32:41.511" v="7225" actId="20577"/>
          <ac:spMkLst>
            <pc:docMk/>
            <pc:sldMk cId="0" sldId="270"/>
            <ac:spMk id="7" creationId="{00000000-0000-0000-0000-000000000000}"/>
          </ac:spMkLst>
        </pc:spChg>
        <pc:spChg chg="mod">
          <ac:chgData name="Kouw, Wouter" userId="181af57e-047a-4b62-bb15-f1772c70f045" providerId="ADAL" clId="{E11AB248-0A92-4BC9-91F6-FC63515E54C7}" dt="2026-09-03T21:13:43.143" v="3577" actId="20577"/>
          <ac:spMkLst>
            <pc:docMk/>
            <pc:sldMk cId="0" sldId="270"/>
            <ac:spMk id="8" creationId="{00000000-0000-0000-0000-000000000000}"/>
          </ac:spMkLst>
        </pc:spChg>
        <pc:spChg chg="mod">
          <ac:chgData name="Kouw, Wouter" userId="181af57e-047a-4b62-bb15-f1772c70f045" providerId="ADAL" clId="{E11AB248-0A92-4BC9-91F6-FC63515E54C7}" dt="2026-09-04T13:32:45.392" v="7232" actId="20577"/>
          <ac:spMkLst>
            <pc:docMk/>
            <pc:sldMk cId="0" sldId="270"/>
            <ac:spMk id="9" creationId="{00000000-0000-0000-0000-000000000000}"/>
          </ac:spMkLst>
        </pc:spChg>
        <pc:spChg chg="mod">
          <ac:chgData name="Kouw, Wouter" userId="181af57e-047a-4b62-bb15-f1772c70f045" providerId="ADAL" clId="{E11AB248-0A92-4BC9-91F6-FC63515E54C7}" dt="2026-09-03T21:13:48.599" v="3578" actId="20577"/>
          <ac:spMkLst>
            <pc:docMk/>
            <pc:sldMk cId="0" sldId="270"/>
            <ac:spMk id="10" creationId="{00000000-0000-0000-0000-000000000000}"/>
          </ac:spMkLst>
        </pc:spChg>
        <pc:spChg chg="mod">
          <ac:chgData name="Kouw, Wouter" userId="181af57e-047a-4b62-bb15-f1772c70f045" providerId="ADAL" clId="{E11AB248-0A92-4BC9-91F6-FC63515E54C7}" dt="2026-09-04T13:32:49.598" v="7239" actId="20577"/>
          <ac:spMkLst>
            <pc:docMk/>
            <pc:sldMk cId="0" sldId="270"/>
            <ac:spMk id="11" creationId="{00000000-0000-0000-0000-000000000000}"/>
          </ac:spMkLst>
        </pc:spChg>
      </pc:sldChg>
      <pc:sldChg chg="addSp delSp modSp del mod modClrScheme chgLayout">
        <pc:chgData name="Kouw, Wouter" userId="181af57e-047a-4b62-bb15-f1772c70f045" providerId="ADAL" clId="{E11AB248-0A92-4BC9-91F6-FC63515E54C7}" dt="2026-09-04T08:17:30.595" v="5141" actId="47"/>
        <pc:sldMkLst>
          <pc:docMk/>
          <pc:sldMk cId="0" sldId="271"/>
        </pc:sldMkLst>
        <pc:spChg chg="mod ord">
          <ac:chgData name="Kouw, Wouter" userId="181af57e-047a-4b62-bb15-f1772c70f045" providerId="ADAL" clId="{E11AB248-0A92-4BC9-91F6-FC63515E54C7}" dt="2026-09-03T21:26:12.539" v="3968" actId="207"/>
          <ac:spMkLst>
            <pc:docMk/>
            <pc:sldMk cId="0" sldId="271"/>
            <ac:spMk id="2" creationId="{00000000-0000-0000-0000-000000000000}"/>
          </ac:spMkLst>
        </pc:spChg>
        <pc:spChg chg="add mod ord">
          <ac:chgData name="Kouw, Wouter" userId="181af57e-047a-4b62-bb15-f1772c70f045" providerId="ADAL" clId="{E11AB248-0A92-4BC9-91F6-FC63515E54C7}" dt="2026-09-04T07:24:16.933" v="4862" actId="20577"/>
          <ac:spMkLst>
            <pc:docMk/>
            <pc:sldMk cId="0" sldId="271"/>
            <ac:spMk id="3" creationId="{3C7CF2F6-7AB3-9373-36A6-A69407A920BC}"/>
          </ac:spMkLst>
        </pc:spChg>
        <pc:spChg chg="mod ord">
          <ac:chgData name="Kouw, Wouter" userId="181af57e-047a-4b62-bb15-f1772c70f045" providerId="ADAL" clId="{E11AB248-0A92-4BC9-91F6-FC63515E54C7}" dt="2026-09-03T21:20:49.993" v="3915" actId="700"/>
          <ac:spMkLst>
            <pc:docMk/>
            <pc:sldMk cId="0" sldId="271"/>
            <ac:spMk id="6" creationId="{00000000-0000-0000-0000-000000000000}"/>
          </ac:spMkLst>
        </pc:spChg>
        <pc:spChg chg="del mod">
          <ac:chgData name="Kouw, Wouter" userId="181af57e-047a-4b62-bb15-f1772c70f045" providerId="ADAL" clId="{E11AB248-0A92-4BC9-91F6-FC63515E54C7}" dt="2026-09-03T21:37:06.037" v="4317" actId="478"/>
          <ac:spMkLst>
            <pc:docMk/>
            <pc:sldMk cId="0" sldId="271"/>
            <ac:spMk id="7" creationId="{00000000-0000-0000-0000-000000000000}"/>
          </ac:spMkLst>
        </pc:spChg>
        <pc:spChg chg="del mod">
          <ac:chgData name="Kouw, Wouter" userId="181af57e-047a-4b62-bb15-f1772c70f045" providerId="ADAL" clId="{E11AB248-0A92-4BC9-91F6-FC63515E54C7}" dt="2026-09-03T21:39:27.323" v="4508"/>
          <ac:spMkLst>
            <pc:docMk/>
            <pc:sldMk cId="0" sldId="271"/>
            <ac:spMk id="9" creationId="{00000000-0000-0000-0000-000000000000}"/>
          </ac:spMkLst>
        </pc:spChg>
        <pc:picChg chg="del">
          <ac:chgData name="Kouw, Wouter" userId="181af57e-047a-4b62-bb15-f1772c70f045" providerId="ADAL" clId="{E11AB248-0A92-4BC9-91F6-FC63515E54C7}" dt="2026-09-03T21:37:10.421" v="4318" actId="478"/>
          <ac:picMkLst>
            <pc:docMk/>
            <pc:sldMk cId="0" sldId="271"/>
            <ac:picMk id="8" creationId="{00000000-0000-0000-0000-000000000000}"/>
          </ac:picMkLst>
        </pc:picChg>
        <pc:picChg chg="mod modCrop">
          <ac:chgData name="Kouw, Wouter" userId="181af57e-047a-4b62-bb15-f1772c70f045" providerId="ADAL" clId="{E11AB248-0A92-4BC9-91F6-FC63515E54C7}" dt="2026-09-04T07:24:00.539" v="4847" actId="1076"/>
          <ac:picMkLst>
            <pc:docMk/>
            <pc:sldMk cId="0" sldId="271"/>
            <ac:picMk id="10" creationId="{00000000-0000-0000-0000-000000000000}"/>
          </ac:picMkLst>
        </pc:picChg>
      </pc:sldChg>
      <pc:sldChg chg="addSp delSp modSp mod modClrScheme addAnim delAnim modAnim chgLayout modNotesTx">
        <pc:chgData name="Kouw, Wouter" userId="181af57e-047a-4b62-bb15-f1772c70f045" providerId="ADAL" clId="{E11AB248-0A92-4BC9-91F6-FC63515E54C7}" dt="2026-09-04T19:28:02.294" v="8296" actId="478"/>
        <pc:sldMkLst>
          <pc:docMk/>
          <pc:sldMk cId="0" sldId="275"/>
        </pc:sldMkLst>
        <pc:spChg chg="mod ord">
          <ac:chgData name="Kouw, Wouter" userId="181af57e-047a-4b62-bb15-f1772c70f045" providerId="ADAL" clId="{E11AB248-0A92-4BC9-91F6-FC63515E54C7}" dt="2026-09-04T13:33:02.522" v="7247" actId="20577"/>
          <ac:spMkLst>
            <pc:docMk/>
            <pc:sldMk cId="0" sldId="275"/>
            <ac:spMk id="2" creationId="{00000000-0000-0000-0000-000000000000}"/>
          </ac:spMkLst>
        </pc:spChg>
        <pc:spChg chg="add mod ord">
          <ac:chgData name="Kouw, Wouter" userId="181af57e-047a-4b62-bb15-f1772c70f045" providerId="ADAL" clId="{E11AB248-0A92-4BC9-91F6-FC63515E54C7}" dt="2026-09-04T13:16:46.879" v="6939" actId="20577"/>
          <ac:spMkLst>
            <pc:docMk/>
            <pc:sldMk cId="0" sldId="275"/>
            <ac:spMk id="3" creationId="{AB34F4C4-04AA-83F7-FF9F-6752F26C3CC5}"/>
          </ac:spMkLst>
        </pc:spChg>
        <pc:spChg chg="add del">
          <ac:chgData name="Kouw, Wouter" userId="181af57e-047a-4b62-bb15-f1772c70f045" providerId="ADAL" clId="{E11AB248-0A92-4BC9-91F6-FC63515E54C7}" dt="2026-09-03T21:27:12.620" v="3992" actId="478"/>
          <ac:spMkLst>
            <pc:docMk/>
            <pc:sldMk cId="0" sldId="275"/>
            <ac:spMk id="5" creationId="{A3F986CF-2A36-7F31-98D6-26F22D8C861C}"/>
          </ac:spMkLst>
        </pc:spChg>
        <pc:spChg chg="mod ord">
          <ac:chgData name="Kouw, Wouter" userId="181af57e-047a-4b62-bb15-f1772c70f045" providerId="ADAL" clId="{E11AB248-0A92-4BC9-91F6-FC63515E54C7}" dt="2026-09-03T21:20:49.993" v="3915" actId="700"/>
          <ac:spMkLst>
            <pc:docMk/>
            <pc:sldMk cId="0" sldId="275"/>
            <ac:spMk id="6" creationId="{00000000-0000-0000-0000-000000000000}"/>
          </ac:spMkLst>
        </pc:spChg>
        <pc:spChg chg="add del mod">
          <ac:chgData name="Kouw, Wouter" userId="181af57e-047a-4b62-bb15-f1772c70f045" providerId="ADAL" clId="{E11AB248-0A92-4BC9-91F6-FC63515E54C7}" dt="2026-09-04T08:19:20.989" v="5347" actId="478"/>
          <ac:spMkLst>
            <pc:docMk/>
            <pc:sldMk cId="0" sldId="275"/>
            <ac:spMk id="7" creationId="{00000000-0000-0000-0000-000000000000}"/>
          </ac:spMkLst>
        </pc:spChg>
        <pc:spChg chg="del mod">
          <ac:chgData name="Kouw, Wouter" userId="181af57e-047a-4b62-bb15-f1772c70f045" providerId="ADAL" clId="{E11AB248-0A92-4BC9-91F6-FC63515E54C7}" dt="2026-09-04T08:20:25.054" v="5389" actId="478"/>
          <ac:spMkLst>
            <pc:docMk/>
            <pc:sldMk cId="0" sldId="275"/>
            <ac:spMk id="9" creationId="{00000000-0000-0000-0000-000000000000}"/>
          </ac:spMkLst>
        </pc:spChg>
        <pc:spChg chg="del mod">
          <ac:chgData name="Kouw, Wouter" userId="181af57e-047a-4b62-bb15-f1772c70f045" providerId="ADAL" clId="{E11AB248-0A92-4BC9-91F6-FC63515E54C7}" dt="2026-09-04T08:28:29.970" v="5485" actId="478"/>
          <ac:spMkLst>
            <pc:docMk/>
            <pc:sldMk cId="0" sldId="275"/>
            <ac:spMk id="10" creationId="{00000000-0000-0000-0000-000000000000}"/>
          </ac:spMkLst>
        </pc:spChg>
        <pc:spChg chg="del">
          <ac:chgData name="Kouw, Wouter" userId="181af57e-047a-4b62-bb15-f1772c70f045" providerId="ADAL" clId="{E11AB248-0A92-4BC9-91F6-FC63515E54C7}" dt="2026-09-04T08:19:00.997" v="5342" actId="478"/>
          <ac:spMkLst>
            <pc:docMk/>
            <pc:sldMk cId="0" sldId="275"/>
            <ac:spMk id="12" creationId="{00000000-0000-0000-0000-000000000000}"/>
          </ac:spMkLst>
        </pc:spChg>
        <pc:spChg chg="del">
          <ac:chgData name="Kouw, Wouter" userId="181af57e-047a-4b62-bb15-f1772c70f045" providerId="ADAL" clId="{E11AB248-0A92-4BC9-91F6-FC63515E54C7}" dt="2026-09-03T21:27:16.111" v="3994" actId="478"/>
          <ac:spMkLst>
            <pc:docMk/>
            <pc:sldMk cId="0" sldId="275"/>
            <ac:spMk id="13" creationId="{00000000-0000-0000-0000-000000000000}"/>
          </ac:spMkLst>
        </pc:spChg>
        <pc:spChg chg="del">
          <ac:chgData name="Kouw, Wouter" userId="181af57e-047a-4b62-bb15-f1772c70f045" providerId="ADAL" clId="{E11AB248-0A92-4BC9-91F6-FC63515E54C7}" dt="2026-09-03T21:27:15.325" v="3993" actId="478"/>
          <ac:spMkLst>
            <pc:docMk/>
            <pc:sldMk cId="0" sldId="275"/>
            <ac:spMk id="14" creationId="{00000000-0000-0000-0000-000000000000}"/>
          </ac:spMkLst>
        </pc:spChg>
        <pc:spChg chg="del">
          <ac:chgData name="Kouw, Wouter" userId="181af57e-047a-4b62-bb15-f1772c70f045" providerId="ADAL" clId="{E11AB248-0A92-4BC9-91F6-FC63515E54C7}" dt="2026-09-03T21:27:18.829" v="3996" actId="478"/>
          <ac:spMkLst>
            <pc:docMk/>
            <pc:sldMk cId="0" sldId="275"/>
            <ac:spMk id="16" creationId="{00000000-0000-0000-0000-000000000000}"/>
          </ac:spMkLst>
        </pc:spChg>
        <pc:spChg chg="del mod">
          <ac:chgData name="Kouw, Wouter" userId="181af57e-047a-4b62-bb15-f1772c70f045" providerId="ADAL" clId="{E11AB248-0A92-4BC9-91F6-FC63515E54C7}" dt="2026-09-04T19:28:02.294" v="8296" actId="478"/>
          <ac:spMkLst>
            <pc:docMk/>
            <pc:sldMk cId="0" sldId="275"/>
            <ac:spMk id="17" creationId="{00000000-0000-0000-0000-000000000000}"/>
          </ac:spMkLst>
        </pc:spChg>
        <pc:spChg chg="add del mod">
          <ac:chgData name="Kouw, Wouter" userId="181af57e-047a-4b62-bb15-f1772c70f045" providerId="ADAL" clId="{E11AB248-0A92-4BC9-91F6-FC63515E54C7}" dt="2026-09-04T08:34:18.020" v="5800" actId="478"/>
          <ac:spMkLst>
            <pc:docMk/>
            <pc:sldMk cId="0" sldId="275"/>
            <ac:spMk id="19" creationId="{00000000-0000-0000-0000-000000000000}"/>
          </ac:spMkLst>
        </pc:spChg>
        <pc:picChg chg="del">
          <ac:chgData name="Kouw, Wouter" userId="181af57e-047a-4b62-bb15-f1772c70f045" providerId="ADAL" clId="{E11AB248-0A92-4BC9-91F6-FC63515E54C7}" dt="2026-09-04T08:19:24.316" v="5348" actId="478"/>
          <ac:picMkLst>
            <pc:docMk/>
            <pc:sldMk cId="0" sldId="275"/>
            <ac:picMk id="8" creationId="{00000000-0000-0000-0000-000000000000}"/>
          </ac:picMkLst>
        </pc:picChg>
        <pc:picChg chg="del mod">
          <ac:chgData name="Kouw, Wouter" userId="181af57e-047a-4b62-bb15-f1772c70f045" providerId="ADAL" clId="{E11AB248-0A92-4BC9-91F6-FC63515E54C7}" dt="2026-09-04T08:28:46.893" v="5489" actId="478"/>
          <ac:picMkLst>
            <pc:docMk/>
            <pc:sldMk cId="0" sldId="275"/>
            <ac:picMk id="11" creationId="{00000000-0000-0000-0000-000000000000}"/>
          </ac:picMkLst>
        </pc:picChg>
        <pc:picChg chg="del">
          <ac:chgData name="Kouw, Wouter" userId="181af57e-047a-4b62-bb15-f1772c70f045" providerId="ADAL" clId="{E11AB248-0A92-4BC9-91F6-FC63515E54C7}" dt="2026-09-03T21:27:17.772" v="3995" actId="478"/>
          <ac:picMkLst>
            <pc:docMk/>
            <pc:sldMk cId="0" sldId="275"/>
            <ac:picMk id="15" creationId="{00000000-0000-0000-0000-000000000000}"/>
          </ac:picMkLst>
        </pc:picChg>
        <pc:picChg chg="add del mod">
          <ac:chgData name="Kouw, Wouter" userId="181af57e-047a-4b62-bb15-f1772c70f045" providerId="ADAL" clId="{E11AB248-0A92-4BC9-91F6-FC63515E54C7}" dt="2026-09-04T08:34:16.243" v="5799" actId="478"/>
          <ac:picMkLst>
            <pc:docMk/>
            <pc:sldMk cId="0" sldId="275"/>
            <ac:picMk id="18" creationId="{00000000-0000-0000-0000-000000000000}"/>
          </ac:picMkLst>
        </pc:picChg>
      </pc:sldChg>
      <pc:sldChg chg="addSp delSp modSp del mod ord modClrScheme chgLayout">
        <pc:chgData name="Kouw, Wouter" userId="181af57e-047a-4b62-bb15-f1772c70f045" providerId="ADAL" clId="{E11AB248-0A92-4BC9-91F6-FC63515E54C7}" dt="2026-09-04T19:51:17.283" v="9154" actId="47"/>
        <pc:sldMkLst>
          <pc:docMk/>
          <pc:sldMk cId="0" sldId="276"/>
        </pc:sldMkLst>
        <pc:spChg chg="mod ord">
          <ac:chgData name="Kouw, Wouter" userId="181af57e-047a-4b62-bb15-f1772c70f045" providerId="ADAL" clId="{E11AB248-0A92-4BC9-91F6-FC63515E54C7}" dt="2026-09-04T13:34:02.271" v="7359" actId="6549"/>
          <ac:spMkLst>
            <pc:docMk/>
            <pc:sldMk cId="0" sldId="276"/>
            <ac:spMk id="2" creationId="{00000000-0000-0000-0000-000000000000}"/>
          </ac:spMkLst>
        </pc:spChg>
        <pc:spChg chg="add mod ord">
          <ac:chgData name="Kouw, Wouter" userId="181af57e-047a-4b62-bb15-f1772c70f045" providerId="ADAL" clId="{E11AB248-0A92-4BC9-91F6-FC63515E54C7}" dt="2026-09-03T21:20:49.993" v="3915" actId="700"/>
          <ac:spMkLst>
            <pc:docMk/>
            <pc:sldMk cId="0" sldId="276"/>
            <ac:spMk id="3" creationId="{343FA264-8B53-BF4F-A386-7F2368EDC0A8}"/>
          </ac:spMkLst>
        </pc:spChg>
        <pc:spChg chg="mod ord">
          <ac:chgData name="Kouw, Wouter" userId="181af57e-047a-4b62-bb15-f1772c70f045" providerId="ADAL" clId="{E11AB248-0A92-4BC9-91F6-FC63515E54C7}" dt="2026-09-03T21:20:49.993" v="3915" actId="700"/>
          <ac:spMkLst>
            <pc:docMk/>
            <pc:sldMk cId="0" sldId="276"/>
            <ac:spMk id="6" creationId="{00000000-0000-0000-0000-000000000000}"/>
          </ac:spMkLst>
        </pc:spChg>
        <pc:picChg chg="del">
          <ac:chgData name="Kouw, Wouter" userId="181af57e-047a-4b62-bb15-f1772c70f045" providerId="ADAL" clId="{E11AB248-0A92-4BC9-91F6-FC63515E54C7}" dt="2026-09-04T19:50:48.169" v="9148" actId="21"/>
          <ac:picMkLst>
            <pc:docMk/>
            <pc:sldMk cId="0" sldId="276"/>
            <ac:picMk id="9" creationId="{00000000-0000-0000-0000-000000000000}"/>
          </ac:picMkLst>
        </pc:picChg>
      </pc:sldChg>
      <pc:sldChg chg="addSp delSp modSp mod modClrScheme addAnim delAnim modAnim chgLayout modNotesTx">
        <pc:chgData name="Kouw, Wouter" userId="181af57e-047a-4b62-bb15-f1772c70f045" providerId="ADAL" clId="{E11AB248-0A92-4BC9-91F6-FC63515E54C7}" dt="2026-09-04T20:44:37.219" v="10166" actId="20577"/>
        <pc:sldMkLst>
          <pc:docMk/>
          <pc:sldMk cId="0" sldId="277"/>
        </pc:sldMkLst>
        <pc:spChg chg="mod ord">
          <ac:chgData name="Kouw, Wouter" userId="181af57e-047a-4b62-bb15-f1772c70f045" providerId="ADAL" clId="{E11AB248-0A92-4BC9-91F6-FC63515E54C7}" dt="2026-09-04T13:33:28.518" v="7288" actId="20577"/>
          <ac:spMkLst>
            <pc:docMk/>
            <pc:sldMk cId="0" sldId="277"/>
            <ac:spMk id="2" creationId="{00000000-0000-0000-0000-000000000000}"/>
          </ac:spMkLst>
        </pc:spChg>
        <pc:spChg chg="add mod ord">
          <ac:chgData name="Kouw, Wouter" userId="181af57e-047a-4b62-bb15-f1772c70f045" providerId="ADAL" clId="{E11AB248-0A92-4BC9-91F6-FC63515E54C7}" dt="2026-09-04T20:44:37.219" v="10166" actId="20577"/>
          <ac:spMkLst>
            <pc:docMk/>
            <pc:sldMk cId="0" sldId="277"/>
            <ac:spMk id="3" creationId="{2E202ECF-003B-64D8-7712-B7D4E0EB8AFC}"/>
          </ac:spMkLst>
        </pc:spChg>
        <pc:spChg chg="mod ord">
          <ac:chgData name="Kouw, Wouter" userId="181af57e-047a-4b62-bb15-f1772c70f045" providerId="ADAL" clId="{E11AB248-0A92-4BC9-91F6-FC63515E54C7}" dt="2026-09-03T21:20:49.993" v="3915" actId="700"/>
          <ac:spMkLst>
            <pc:docMk/>
            <pc:sldMk cId="0" sldId="277"/>
            <ac:spMk id="6" creationId="{00000000-0000-0000-0000-000000000000}"/>
          </ac:spMkLst>
        </pc:spChg>
        <pc:spChg chg="del mod">
          <ac:chgData name="Kouw, Wouter" userId="181af57e-047a-4b62-bb15-f1772c70f045" providerId="ADAL" clId="{E11AB248-0A92-4BC9-91F6-FC63515E54C7}" dt="2026-09-04T13:33:33.327" v="7290" actId="478"/>
          <ac:spMkLst>
            <pc:docMk/>
            <pc:sldMk cId="0" sldId="277"/>
            <ac:spMk id="7" creationId="{00000000-0000-0000-0000-000000000000}"/>
          </ac:spMkLst>
        </pc:spChg>
        <pc:spChg chg="del">
          <ac:chgData name="Kouw, Wouter" userId="181af57e-047a-4b62-bb15-f1772c70f045" providerId="ADAL" clId="{E11AB248-0A92-4BC9-91F6-FC63515E54C7}" dt="2026-09-04T13:40:44.938" v="7371" actId="478"/>
          <ac:spMkLst>
            <pc:docMk/>
            <pc:sldMk cId="0" sldId="277"/>
            <ac:spMk id="9" creationId="{00000000-0000-0000-0000-000000000000}"/>
          </ac:spMkLst>
        </pc:spChg>
        <pc:spChg chg="del">
          <ac:chgData name="Kouw, Wouter" userId="181af57e-047a-4b62-bb15-f1772c70f045" providerId="ADAL" clId="{E11AB248-0A92-4BC9-91F6-FC63515E54C7}" dt="2026-09-04T13:40:42.126" v="7369" actId="478"/>
          <ac:spMkLst>
            <pc:docMk/>
            <pc:sldMk cId="0" sldId="277"/>
            <ac:spMk id="11" creationId="{00000000-0000-0000-0000-000000000000}"/>
          </ac:spMkLst>
        </pc:spChg>
        <pc:spChg chg="del">
          <ac:chgData name="Kouw, Wouter" userId="181af57e-047a-4b62-bb15-f1772c70f045" providerId="ADAL" clId="{E11AB248-0A92-4BC9-91F6-FC63515E54C7}" dt="2026-09-04T13:30:48.137" v="7213" actId="478"/>
          <ac:spMkLst>
            <pc:docMk/>
            <pc:sldMk cId="0" sldId="277"/>
            <ac:spMk id="12" creationId="{00000000-0000-0000-0000-000000000000}"/>
          </ac:spMkLst>
        </pc:spChg>
        <pc:spChg chg="del">
          <ac:chgData name="Kouw, Wouter" userId="181af57e-047a-4b62-bb15-f1772c70f045" providerId="ADAL" clId="{E11AB248-0A92-4BC9-91F6-FC63515E54C7}" dt="2026-09-04T13:30:50.534" v="7214" actId="478"/>
          <ac:spMkLst>
            <pc:docMk/>
            <pc:sldMk cId="0" sldId="277"/>
            <ac:spMk id="13" creationId="{00000000-0000-0000-0000-000000000000}"/>
          </ac:spMkLst>
        </pc:spChg>
        <pc:spChg chg="del">
          <ac:chgData name="Kouw, Wouter" userId="181af57e-047a-4b62-bb15-f1772c70f045" providerId="ADAL" clId="{E11AB248-0A92-4BC9-91F6-FC63515E54C7}" dt="2026-09-04T13:30:53.643" v="7216" actId="478"/>
          <ac:spMkLst>
            <pc:docMk/>
            <pc:sldMk cId="0" sldId="277"/>
            <ac:spMk id="15" creationId="{00000000-0000-0000-0000-000000000000}"/>
          </ac:spMkLst>
        </pc:spChg>
        <pc:picChg chg="del mod">
          <ac:chgData name="Kouw, Wouter" userId="181af57e-047a-4b62-bb15-f1772c70f045" providerId="ADAL" clId="{E11AB248-0A92-4BC9-91F6-FC63515E54C7}" dt="2026-09-04T13:40:43.582" v="7370" actId="478"/>
          <ac:picMkLst>
            <pc:docMk/>
            <pc:sldMk cId="0" sldId="277"/>
            <ac:picMk id="8" creationId="{00000000-0000-0000-0000-000000000000}"/>
          </ac:picMkLst>
        </pc:picChg>
        <pc:picChg chg="del">
          <ac:chgData name="Kouw, Wouter" userId="181af57e-047a-4b62-bb15-f1772c70f045" providerId="ADAL" clId="{E11AB248-0A92-4BC9-91F6-FC63515E54C7}" dt="2026-09-04T13:40:39.478" v="7368" actId="478"/>
          <ac:picMkLst>
            <pc:docMk/>
            <pc:sldMk cId="0" sldId="277"/>
            <ac:picMk id="10" creationId="{00000000-0000-0000-0000-000000000000}"/>
          </ac:picMkLst>
        </pc:picChg>
        <pc:picChg chg="del">
          <ac:chgData name="Kouw, Wouter" userId="181af57e-047a-4b62-bb15-f1772c70f045" providerId="ADAL" clId="{E11AB248-0A92-4BC9-91F6-FC63515E54C7}" dt="2026-09-04T13:30:51.621" v="7215" actId="478"/>
          <ac:picMkLst>
            <pc:docMk/>
            <pc:sldMk cId="0" sldId="277"/>
            <ac:picMk id="14" creationId="{00000000-0000-0000-0000-000000000000}"/>
          </ac:picMkLst>
        </pc:picChg>
      </pc:sldChg>
      <pc:sldChg chg="addSp delSp modSp mod modClrScheme modAnim chgLayout modNotesTx">
        <pc:chgData name="Kouw, Wouter" userId="181af57e-047a-4b62-bb15-f1772c70f045" providerId="ADAL" clId="{E11AB248-0A92-4BC9-91F6-FC63515E54C7}" dt="2026-09-04T19:49:26.881" v="9147" actId="1076"/>
        <pc:sldMkLst>
          <pc:docMk/>
          <pc:sldMk cId="0" sldId="278"/>
        </pc:sldMkLst>
        <pc:spChg chg="mod ord">
          <ac:chgData name="Kouw, Wouter" userId="181af57e-047a-4b62-bb15-f1772c70f045" providerId="ADAL" clId="{E11AB248-0A92-4BC9-91F6-FC63515E54C7}" dt="2026-09-04T19:48:16.420" v="9070" actId="20577"/>
          <ac:spMkLst>
            <pc:docMk/>
            <pc:sldMk cId="0" sldId="278"/>
            <ac:spMk id="2" creationId="{00000000-0000-0000-0000-000000000000}"/>
          </ac:spMkLst>
        </pc:spChg>
        <pc:spChg chg="add del mod ord">
          <ac:chgData name="Kouw, Wouter" userId="181af57e-047a-4b62-bb15-f1772c70f045" providerId="ADAL" clId="{E11AB248-0A92-4BC9-91F6-FC63515E54C7}" dt="2026-09-04T19:37:00.952" v="8576" actId="700"/>
          <ac:spMkLst>
            <pc:docMk/>
            <pc:sldMk cId="0" sldId="278"/>
            <ac:spMk id="3" creationId="{35881F83-BB84-9AB4-C6E4-6F5F34824A0B}"/>
          </ac:spMkLst>
        </pc:spChg>
        <pc:spChg chg="add del">
          <ac:chgData name="Kouw, Wouter" userId="181af57e-047a-4b62-bb15-f1772c70f045" providerId="ADAL" clId="{E11AB248-0A92-4BC9-91F6-FC63515E54C7}" dt="2026-09-04T09:50:20.207" v="6900" actId="478"/>
          <ac:spMkLst>
            <pc:docMk/>
            <pc:sldMk cId="0" sldId="278"/>
            <ac:spMk id="5" creationId="{FF058B94-C58C-F945-002A-17BC0F30FED2}"/>
          </ac:spMkLst>
        </pc:spChg>
        <pc:spChg chg="mod ord">
          <ac:chgData name="Kouw, Wouter" userId="181af57e-047a-4b62-bb15-f1772c70f045" providerId="ADAL" clId="{E11AB248-0A92-4BC9-91F6-FC63515E54C7}" dt="2026-09-04T19:37:00.952" v="8576" actId="700"/>
          <ac:spMkLst>
            <pc:docMk/>
            <pc:sldMk cId="0" sldId="278"/>
            <ac:spMk id="6" creationId="{00000000-0000-0000-0000-000000000000}"/>
          </ac:spMkLst>
        </pc:spChg>
        <pc:spChg chg="del">
          <ac:chgData name="Kouw, Wouter" userId="181af57e-047a-4b62-bb15-f1772c70f045" providerId="ADAL" clId="{E11AB248-0A92-4BC9-91F6-FC63515E54C7}" dt="2026-09-04T19:39:07.392" v="8581" actId="478"/>
          <ac:spMkLst>
            <pc:docMk/>
            <pc:sldMk cId="0" sldId="278"/>
            <ac:spMk id="8" creationId="{00000000-0000-0000-0000-000000000000}"/>
          </ac:spMkLst>
        </pc:spChg>
        <pc:spChg chg="add mod ord">
          <ac:chgData name="Kouw, Wouter" userId="181af57e-047a-4b62-bb15-f1772c70f045" providerId="ADAL" clId="{E11AB248-0A92-4BC9-91F6-FC63515E54C7}" dt="2026-09-04T19:49:21.509" v="9146" actId="20577"/>
          <ac:spMkLst>
            <pc:docMk/>
            <pc:sldMk cId="0" sldId="278"/>
            <ac:spMk id="11" creationId="{208AC068-79AC-8246-CE28-EF9AF4B46612}"/>
          </ac:spMkLst>
        </pc:spChg>
        <pc:picChg chg="del mod">
          <ac:chgData name="Kouw, Wouter" userId="181af57e-047a-4b62-bb15-f1772c70f045" providerId="ADAL" clId="{E11AB248-0A92-4BC9-91F6-FC63515E54C7}" dt="2026-09-04T19:43:54.979" v="8851" actId="478"/>
          <ac:picMkLst>
            <pc:docMk/>
            <pc:sldMk cId="0" sldId="278"/>
            <ac:picMk id="7" creationId="{00000000-0000-0000-0000-000000000000}"/>
          </ac:picMkLst>
        </pc:picChg>
        <pc:picChg chg="mod modCrop">
          <ac:chgData name="Kouw, Wouter" userId="181af57e-047a-4b62-bb15-f1772c70f045" providerId="ADAL" clId="{E11AB248-0A92-4BC9-91F6-FC63515E54C7}" dt="2026-09-04T19:49:26.881" v="9147" actId="1076"/>
          <ac:picMkLst>
            <pc:docMk/>
            <pc:sldMk cId="0" sldId="278"/>
            <ac:picMk id="9" creationId="{00000000-0000-0000-0000-000000000000}"/>
          </ac:picMkLst>
        </pc:picChg>
        <pc:picChg chg="add mod">
          <ac:chgData name="Kouw, Wouter" userId="181af57e-047a-4b62-bb15-f1772c70f045" providerId="ADAL" clId="{E11AB248-0A92-4BC9-91F6-FC63515E54C7}" dt="2026-09-04T19:46:04.471" v="8915" actId="1076"/>
          <ac:picMkLst>
            <pc:docMk/>
            <pc:sldMk cId="0" sldId="278"/>
            <ac:picMk id="10" creationId="{F35F9AA0-83D4-CAE2-52EE-6366A1C2BCC9}"/>
          </ac:picMkLst>
        </pc:picChg>
      </pc:sldChg>
      <pc:sldChg chg="addSp delSp modSp mod modClrScheme addAnim delAnim modAnim chgLayout modNotesTx">
        <pc:chgData name="Kouw, Wouter" userId="181af57e-047a-4b62-bb15-f1772c70f045" providerId="ADAL" clId="{E11AB248-0A92-4BC9-91F6-FC63515E54C7}" dt="2026-09-04T20:59:17.072" v="10816" actId="207"/>
        <pc:sldMkLst>
          <pc:docMk/>
          <pc:sldMk cId="0" sldId="279"/>
        </pc:sldMkLst>
        <pc:spChg chg="mod ord">
          <ac:chgData name="Kouw, Wouter" userId="181af57e-047a-4b62-bb15-f1772c70f045" providerId="ADAL" clId="{E11AB248-0A92-4BC9-91F6-FC63515E54C7}" dt="2026-09-04T20:59:17.072" v="10816" actId="207"/>
          <ac:spMkLst>
            <pc:docMk/>
            <pc:sldMk cId="0" sldId="279"/>
            <ac:spMk id="2" creationId="{00000000-0000-0000-0000-000000000000}"/>
          </ac:spMkLst>
        </pc:spChg>
        <pc:spChg chg="add del mod ord">
          <ac:chgData name="Kouw, Wouter" userId="181af57e-047a-4b62-bb15-f1772c70f045" providerId="ADAL" clId="{E11AB248-0A92-4BC9-91F6-FC63515E54C7}" dt="2026-09-04T19:51:42.923" v="9155" actId="700"/>
          <ac:spMkLst>
            <pc:docMk/>
            <pc:sldMk cId="0" sldId="279"/>
            <ac:spMk id="3" creationId="{1FCE4001-6F1C-AB13-90A9-6CD7232D55A4}"/>
          </ac:spMkLst>
        </pc:spChg>
        <pc:spChg chg="add mod ord">
          <ac:chgData name="Kouw, Wouter" userId="181af57e-047a-4b62-bb15-f1772c70f045" providerId="ADAL" clId="{E11AB248-0A92-4BC9-91F6-FC63515E54C7}" dt="2026-09-04T20:36:18.921" v="10003" actId="20577"/>
          <ac:spMkLst>
            <pc:docMk/>
            <pc:sldMk cId="0" sldId="279"/>
            <ac:spMk id="4" creationId="{6ECA2006-38E2-1759-671E-B0AA9EDE19E6}"/>
          </ac:spMkLst>
        </pc:spChg>
        <pc:spChg chg="mod ord">
          <ac:chgData name="Kouw, Wouter" userId="181af57e-047a-4b62-bb15-f1772c70f045" providerId="ADAL" clId="{E11AB248-0A92-4BC9-91F6-FC63515E54C7}" dt="2026-09-04T19:51:42.923" v="9155" actId="700"/>
          <ac:spMkLst>
            <pc:docMk/>
            <pc:sldMk cId="0" sldId="279"/>
            <ac:spMk id="6" creationId="{00000000-0000-0000-0000-000000000000}"/>
          </ac:spMkLst>
        </pc:spChg>
        <pc:spChg chg="del mod">
          <ac:chgData name="Kouw, Wouter" userId="181af57e-047a-4b62-bb15-f1772c70f045" providerId="ADAL" clId="{E11AB248-0A92-4BC9-91F6-FC63515E54C7}" dt="2026-09-04T20:21:22.061" v="9215" actId="478"/>
          <ac:spMkLst>
            <pc:docMk/>
            <pc:sldMk cId="0" sldId="279"/>
            <ac:spMk id="7" creationId="{00000000-0000-0000-0000-000000000000}"/>
          </ac:spMkLst>
        </pc:spChg>
        <pc:spChg chg="del">
          <ac:chgData name="Kouw, Wouter" userId="181af57e-047a-4b62-bb15-f1772c70f045" providerId="ADAL" clId="{E11AB248-0A92-4BC9-91F6-FC63515E54C7}" dt="2026-09-04T20:21:16.015" v="9213" actId="478"/>
          <ac:spMkLst>
            <pc:docMk/>
            <pc:sldMk cId="0" sldId="279"/>
            <ac:spMk id="9" creationId="{00000000-0000-0000-0000-000000000000}"/>
          </ac:spMkLst>
        </pc:spChg>
        <pc:spChg chg="del">
          <ac:chgData name="Kouw, Wouter" userId="181af57e-047a-4b62-bb15-f1772c70f045" providerId="ADAL" clId="{E11AB248-0A92-4BC9-91F6-FC63515E54C7}" dt="2026-09-04T20:19:02.079" v="9210" actId="478"/>
          <ac:spMkLst>
            <pc:docMk/>
            <pc:sldMk cId="0" sldId="279"/>
            <ac:spMk id="11" creationId="{00000000-0000-0000-0000-000000000000}"/>
          </ac:spMkLst>
        </pc:spChg>
        <pc:picChg chg="del">
          <ac:chgData name="Kouw, Wouter" userId="181af57e-047a-4b62-bb15-f1772c70f045" providerId="ADAL" clId="{E11AB248-0A92-4BC9-91F6-FC63515E54C7}" dt="2026-09-04T20:21:18.398" v="9214" actId="478"/>
          <ac:picMkLst>
            <pc:docMk/>
            <pc:sldMk cId="0" sldId="279"/>
            <ac:picMk id="8" creationId="{00000000-0000-0000-0000-000000000000}"/>
          </ac:picMkLst>
        </pc:picChg>
        <pc:picChg chg="del">
          <ac:chgData name="Kouw, Wouter" userId="181af57e-047a-4b62-bb15-f1772c70f045" providerId="ADAL" clId="{E11AB248-0A92-4BC9-91F6-FC63515E54C7}" dt="2026-09-04T20:21:14.884" v="9212" actId="478"/>
          <ac:picMkLst>
            <pc:docMk/>
            <pc:sldMk cId="0" sldId="279"/>
            <ac:picMk id="10" creationId="{00000000-0000-0000-0000-000000000000}"/>
          </ac:picMkLst>
        </pc:picChg>
        <pc:picChg chg="add del mod">
          <ac:chgData name="Kouw, Wouter" userId="181af57e-047a-4b62-bb15-f1772c70f045" providerId="ADAL" clId="{E11AB248-0A92-4BC9-91F6-FC63515E54C7}" dt="2026-09-04T20:46:24.318" v="10203" actId="478"/>
          <ac:picMkLst>
            <pc:docMk/>
            <pc:sldMk cId="0" sldId="279"/>
            <ac:picMk id="12" creationId="{00000000-0000-0000-0000-000000000000}"/>
          </ac:picMkLst>
        </pc:picChg>
      </pc:sldChg>
      <pc:sldChg chg="addSp delSp modSp mod modClrScheme addAnim delAnim modAnim chgLayout modNotesTx">
        <pc:chgData name="Kouw, Wouter" userId="181af57e-047a-4b62-bb15-f1772c70f045" providerId="ADAL" clId="{E11AB248-0A92-4BC9-91F6-FC63515E54C7}" dt="2026-09-04T21:04:18.197" v="11089" actId="14100"/>
        <pc:sldMkLst>
          <pc:docMk/>
          <pc:sldMk cId="0" sldId="280"/>
        </pc:sldMkLst>
        <pc:spChg chg="mod ord">
          <ac:chgData name="Kouw, Wouter" userId="181af57e-047a-4b62-bb15-f1772c70f045" providerId="ADAL" clId="{E11AB248-0A92-4BC9-91F6-FC63515E54C7}" dt="2026-09-04T21:01:06.424" v="10835" actId="20577"/>
          <ac:spMkLst>
            <pc:docMk/>
            <pc:sldMk cId="0" sldId="280"/>
            <ac:spMk id="2" creationId="{00000000-0000-0000-0000-000000000000}"/>
          </ac:spMkLst>
        </pc:spChg>
        <pc:spChg chg="add del mod ord">
          <ac:chgData name="Kouw, Wouter" userId="181af57e-047a-4b62-bb15-f1772c70f045" providerId="ADAL" clId="{E11AB248-0A92-4BC9-91F6-FC63515E54C7}" dt="2026-09-04T20:36:55.283" v="10006" actId="700"/>
          <ac:spMkLst>
            <pc:docMk/>
            <pc:sldMk cId="0" sldId="280"/>
            <ac:spMk id="3" creationId="{5EC3F9E9-A097-69CE-1591-9D0E9701BD0D}"/>
          </ac:spMkLst>
        </pc:spChg>
        <pc:spChg chg="add mod ord">
          <ac:chgData name="Kouw, Wouter" userId="181af57e-047a-4b62-bb15-f1772c70f045" providerId="ADAL" clId="{E11AB248-0A92-4BC9-91F6-FC63515E54C7}" dt="2026-09-04T21:04:14.627" v="11087" actId="6549"/>
          <ac:spMkLst>
            <pc:docMk/>
            <pc:sldMk cId="0" sldId="280"/>
            <ac:spMk id="4" creationId="{83C62EDA-7C5D-28F6-3F3F-DF45D99DD0AF}"/>
          </ac:spMkLst>
        </pc:spChg>
        <pc:spChg chg="mod ord">
          <ac:chgData name="Kouw, Wouter" userId="181af57e-047a-4b62-bb15-f1772c70f045" providerId="ADAL" clId="{E11AB248-0A92-4BC9-91F6-FC63515E54C7}" dt="2026-09-04T20:36:55.283" v="10006" actId="700"/>
          <ac:spMkLst>
            <pc:docMk/>
            <pc:sldMk cId="0" sldId="280"/>
            <ac:spMk id="6" creationId="{00000000-0000-0000-0000-000000000000}"/>
          </ac:spMkLst>
        </pc:spChg>
        <pc:spChg chg="del">
          <ac:chgData name="Kouw, Wouter" userId="181af57e-047a-4b62-bb15-f1772c70f045" providerId="ADAL" clId="{E11AB248-0A92-4BC9-91F6-FC63515E54C7}" dt="2026-09-04T20:37:48.136" v="10013" actId="478"/>
          <ac:spMkLst>
            <pc:docMk/>
            <pc:sldMk cId="0" sldId="280"/>
            <ac:spMk id="7" creationId="{00000000-0000-0000-0000-000000000000}"/>
          </ac:spMkLst>
        </pc:spChg>
        <pc:spChg chg="del mod">
          <ac:chgData name="Kouw, Wouter" userId="181af57e-047a-4b62-bb15-f1772c70f045" providerId="ADAL" clId="{E11AB248-0A92-4BC9-91F6-FC63515E54C7}" dt="2026-09-04T20:37:48.138" v="10015"/>
          <ac:spMkLst>
            <pc:docMk/>
            <pc:sldMk cId="0" sldId="280"/>
            <ac:spMk id="8" creationId="{00000000-0000-0000-0000-000000000000}"/>
          </ac:spMkLst>
        </pc:spChg>
        <pc:spChg chg="del mod">
          <ac:chgData name="Kouw, Wouter" userId="181af57e-047a-4b62-bb15-f1772c70f045" providerId="ADAL" clId="{E11AB248-0A92-4BC9-91F6-FC63515E54C7}" dt="2026-09-04T20:41:59.711" v="10149" actId="478"/>
          <ac:spMkLst>
            <pc:docMk/>
            <pc:sldMk cId="0" sldId="280"/>
            <ac:spMk id="9" creationId="{00000000-0000-0000-0000-000000000000}"/>
          </ac:spMkLst>
        </pc:spChg>
        <pc:picChg chg="del mod">
          <ac:chgData name="Kouw, Wouter" userId="181af57e-047a-4b62-bb15-f1772c70f045" providerId="ADAL" clId="{E11AB248-0A92-4BC9-91F6-FC63515E54C7}" dt="2026-09-04T20:52:06.818" v="10567" actId="478"/>
          <ac:picMkLst>
            <pc:docMk/>
            <pc:sldMk cId="0" sldId="280"/>
            <ac:picMk id="10" creationId="{00000000-0000-0000-0000-000000000000}"/>
          </ac:picMkLst>
        </pc:picChg>
        <pc:picChg chg="add mod">
          <ac:chgData name="Kouw, Wouter" userId="181af57e-047a-4b62-bb15-f1772c70f045" providerId="ADAL" clId="{E11AB248-0A92-4BC9-91F6-FC63515E54C7}" dt="2026-09-04T21:04:18.197" v="11089" actId="14100"/>
          <ac:picMkLst>
            <pc:docMk/>
            <pc:sldMk cId="0" sldId="280"/>
            <ac:picMk id="12" creationId="{00000000-0000-0000-0000-000000000000}"/>
          </ac:picMkLst>
        </pc:picChg>
      </pc:sldChg>
      <pc:sldChg chg="addSp delSp modSp del mod modClrScheme addAnim delAnim modAnim chgLayout modNotesTx">
        <pc:chgData name="Kouw, Wouter" userId="181af57e-047a-4b62-bb15-f1772c70f045" providerId="ADAL" clId="{E11AB248-0A92-4BC9-91F6-FC63515E54C7}" dt="2026-09-04T21:02:55.726" v="10941" actId="47"/>
        <pc:sldMkLst>
          <pc:docMk/>
          <pc:sldMk cId="0" sldId="281"/>
        </pc:sldMkLst>
        <pc:spChg chg="mod ord">
          <ac:chgData name="Kouw, Wouter" userId="181af57e-047a-4b62-bb15-f1772c70f045" providerId="ADAL" clId="{E11AB248-0A92-4BC9-91F6-FC63515E54C7}" dt="2026-09-04T20:45:28.568" v="10201" actId="20577"/>
          <ac:spMkLst>
            <pc:docMk/>
            <pc:sldMk cId="0" sldId="281"/>
            <ac:spMk id="2" creationId="{00000000-0000-0000-0000-000000000000}"/>
          </ac:spMkLst>
        </pc:spChg>
        <pc:spChg chg="add del mod ord">
          <ac:chgData name="Kouw, Wouter" userId="181af57e-047a-4b62-bb15-f1772c70f045" providerId="ADAL" clId="{E11AB248-0A92-4BC9-91F6-FC63515E54C7}" dt="2026-09-04T20:45:14.915" v="10167" actId="700"/>
          <ac:spMkLst>
            <pc:docMk/>
            <pc:sldMk cId="0" sldId="281"/>
            <ac:spMk id="3" creationId="{50EEF955-B378-8053-715C-1DE1ADF10A72}"/>
          </ac:spMkLst>
        </pc:spChg>
        <pc:spChg chg="add mod ord">
          <ac:chgData name="Kouw, Wouter" userId="181af57e-047a-4b62-bb15-f1772c70f045" providerId="ADAL" clId="{E11AB248-0A92-4BC9-91F6-FC63515E54C7}" dt="2026-09-04T21:02:52.288" v="10940" actId="21"/>
          <ac:spMkLst>
            <pc:docMk/>
            <pc:sldMk cId="0" sldId="281"/>
            <ac:spMk id="4" creationId="{E177FB37-5D08-B019-754B-5F7766430FEE}"/>
          </ac:spMkLst>
        </pc:spChg>
        <pc:spChg chg="mod ord">
          <ac:chgData name="Kouw, Wouter" userId="181af57e-047a-4b62-bb15-f1772c70f045" providerId="ADAL" clId="{E11AB248-0A92-4BC9-91F6-FC63515E54C7}" dt="2026-09-04T20:45:14.915" v="10167" actId="700"/>
          <ac:spMkLst>
            <pc:docMk/>
            <pc:sldMk cId="0" sldId="281"/>
            <ac:spMk id="6" creationId="{00000000-0000-0000-0000-000000000000}"/>
          </ac:spMkLst>
        </pc:spChg>
        <pc:spChg chg="del mod">
          <ac:chgData name="Kouw, Wouter" userId="181af57e-047a-4b62-bb15-f1772c70f045" providerId="ADAL" clId="{E11AB248-0A92-4BC9-91F6-FC63515E54C7}" dt="2026-09-04T20:52:31.093" v="10580" actId="478"/>
          <ac:spMkLst>
            <pc:docMk/>
            <pc:sldMk cId="0" sldId="281"/>
            <ac:spMk id="7" creationId="{00000000-0000-0000-0000-000000000000}"/>
          </ac:spMkLst>
        </pc:spChg>
        <pc:spChg chg="del">
          <ac:chgData name="Kouw, Wouter" userId="181af57e-047a-4b62-bb15-f1772c70f045" providerId="ADAL" clId="{E11AB248-0A92-4BC9-91F6-FC63515E54C7}" dt="2026-09-04T20:51:21.290" v="10527" actId="478"/>
          <ac:spMkLst>
            <pc:docMk/>
            <pc:sldMk cId="0" sldId="281"/>
            <ac:spMk id="8" creationId="{00000000-0000-0000-0000-000000000000}"/>
          </ac:spMkLst>
        </pc:spChg>
        <pc:spChg chg="del">
          <ac:chgData name="Kouw, Wouter" userId="181af57e-047a-4b62-bb15-f1772c70f045" providerId="ADAL" clId="{E11AB248-0A92-4BC9-91F6-FC63515E54C7}" dt="2026-09-04T20:53:12.177" v="10642" actId="478"/>
          <ac:spMkLst>
            <pc:docMk/>
            <pc:sldMk cId="0" sldId="281"/>
            <ac:spMk id="9" creationId="{00000000-0000-0000-0000-000000000000}"/>
          </ac:spMkLst>
        </pc:spChg>
        <pc:spChg chg="del">
          <ac:chgData name="Kouw, Wouter" userId="181af57e-047a-4b62-bb15-f1772c70f045" providerId="ADAL" clId="{E11AB248-0A92-4BC9-91F6-FC63515E54C7}" dt="2026-09-04T20:51:17.370" v="10524" actId="478"/>
          <ac:spMkLst>
            <pc:docMk/>
            <pc:sldMk cId="0" sldId="281"/>
            <ac:spMk id="10" creationId="{00000000-0000-0000-0000-000000000000}"/>
          </ac:spMkLst>
        </pc:spChg>
        <pc:spChg chg="del mod">
          <ac:chgData name="Kouw, Wouter" userId="181af57e-047a-4b62-bb15-f1772c70f045" providerId="ADAL" clId="{E11AB248-0A92-4BC9-91F6-FC63515E54C7}" dt="2026-09-04T20:51:17.374" v="10526"/>
          <ac:spMkLst>
            <pc:docMk/>
            <pc:sldMk cId="0" sldId="281"/>
            <ac:spMk id="11" creationId="{00000000-0000-0000-0000-000000000000}"/>
          </ac:spMkLst>
        </pc:spChg>
        <pc:picChg chg="del mod">
          <ac:chgData name="Kouw, Wouter" userId="181af57e-047a-4b62-bb15-f1772c70f045" providerId="ADAL" clId="{E11AB248-0A92-4BC9-91F6-FC63515E54C7}" dt="2026-09-04T21:02:42.063" v="10936" actId="21"/>
          <ac:picMkLst>
            <pc:docMk/>
            <pc:sldMk cId="0" sldId="281"/>
            <ac:picMk id="12" creationId="{00000000-0000-0000-0000-000000000000}"/>
          </ac:picMkLst>
        </pc:picChg>
      </pc:sldChg>
      <pc:sldChg chg="delSp modSp del mod modClrScheme chgLayout">
        <pc:chgData name="Kouw, Wouter" userId="181af57e-047a-4b62-bb15-f1772c70f045" providerId="ADAL" clId="{E11AB248-0A92-4BC9-91F6-FC63515E54C7}" dt="2026-09-04T09:30:56.562" v="6853" actId="47"/>
        <pc:sldMkLst>
          <pc:docMk/>
          <pc:sldMk cId="387444520" sldId="282"/>
        </pc:sldMkLst>
        <pc:spChg chg="mod ord">
          <ac:chgData name="Kouw, Wouter" userId="181af57e-047a-4b62-bb15-f1772c70f045" providerId="ADAL" clId="{E11AB248-0A92-4BC9-91F6-FC63515E54C7}" dt="2026-09-03T21:20:31.437" v="3913" actId="700"/>
          <ac:spMkLst>
            <pc:docMk/>
            <pc:sldMk cId="387444520" sldId="282"/>
            <ac:spMk id="2" creationId="{BB828B4F-F498-4280-BA6C-D916C0880F60}"/>
          </ac:spMkLst>
        </pc:spChg>
        <pc:spChg chg="mod ord">
          <ac:chgData name="Kouw, Wouter" userId="181af57e-047a-4b62-bb15-f1772c70f045" providerId="ADAL" clId="{E11AB248-0A92-4BC9-91F6-FC63515E54C7}" dt="2026-09-03T21:20:31.437" v="3913" actId="700"/>
          <ac:spMkLst>
            <pc:docMk/>
            <pc:sldMk cId="387444520" sldId="282"/>
            <ac:spMk id="3" creationId="{30818E2B-862C-451E-E5F0-9F69E9D8482B}"/>
          </ac:spMkLst>
        </pc:spChg>
        <pc:spChg chg="del mod ord">
          <ac:chgData name="Kouw, Wouter" userId="181af57e-047a-4b62-bb15-f1772c70f045" providerId="ADAL" clId="{E11AB248-0A92-4BC9-91F6-FC63515E54C7}" dt="2026-09-03T21:34:49.731" v="4270" actId="478"/>
          <ac:spMkLst>
            <pc:docMk/>
            <pc:sldMk cId="387444520" sldId="282"/>
            <ac:spMk id="4" creationId="{73BB2A33-B030-F237-E0EE-72111E6CE324}"/>
          </ac:spMkLst>
        </pc:spChg>
        <pc:spChg chg="mod ord">
          <ac:chgData name="Kouw, Wouter" userId="181af57e-047a-4b62-bb15-f1772c70f045" providerId="ADAL" clId="{E11AB248-0A92-4BC9-91F6-FC63515E54C7}" dt="2026-09-03T21:20:31.437" v="3913" actId="700"/>
          <ac:spMkLst>
            <pc:docMk/>
            <pc:sldMk cId="387444520" sldId="282"/>
            <ac:spMk id="5" creationId="{C3489608-961D-2B89-5B71-28AAB925417A}"/>
          </ac:spMkLst>
        </pc:spChg>
      </pc:sldChg>
      <pc:sldChg chg="del">
        <pc:chgData name="Kouw, Wouter" userId="181af57e-047a-4b62-bb15-f1772c70f045" providerId="ADAL" clId="{E11AB248-0A92-4BC9-91F6-FC63515E54C7}" dt="2026-09-03T21:20:27.761" v="3912" actId="47"/>
        <pc:sldMkLst>
          <pc:docMk/>
          <pc:sldMk cId="4123703414" sldId="283"/>
        </pc:sldMkLst>
      </pc:sldChg>
      <pc:sldChg chg="del">
        <pc:chgData name="Kouw, Wouter" userId="181af57e-047a-4b62-bb15-f1772c70f045" providerId="ADAL" clId="{E11AB248-0A92-4BC9-91F6-FC63515E54C7}" dt="2026-09-03T21:20:27.761" v="3912" actId="47"/>
        <pc:sldMkLst>
          <pc:docMk/>
          <pc:sldMk cId="3226109829" sldId="284"/>
        </pc:sldMkLst>
      </pc:sldChg>
      <pc:sldChg chg="del">
        <pc:chgData name="Kouw, Wouter" userId="181af57e-047a-4b62-bb15-f1772c70f045" providerId="ADAL" clId="{E11AB248-0A92-4BC9-91F6-FC63515E54C7}" dt="2026-09-03T21:20:27.761" v="3912" actId="47"/>
        <pc:sldMkLst>
          <pc:docMk/>
          <pc:sldMk cId="1182412578" sldId="285"/>
        </pc:sldMkLst>
      </pc:sldChg>
      <pc:sldChg chg="delSp modSp add mod modNotesTx">
        <pc:chgData name="Kouw, Wouter" userId="181af57e-047a-4b62-bb15-f1772c70f045" providerId="ADAL" clId="{E11AB248-0A92-4BC9-91F6-FC63515E54C7}" dt="2026-09-04T09:21:36.786" v="6852" actId="20577"/>
        <pc:sldMkLst>
          <pc:docMk/>
          <pc:sldMk cId="1665593068" sldId="286"/>
        </pc:sldMkLst>
        <pc:spChg chg="mod">
          <ac:chgData name="Kouw, Wouter" userId="181af57e-047a-4b62-bb15-f1772c70f045" providerId="ADAL" clId="{E11AB248-0A92-4BC9-91F6-FC63515E54C7}" dt="2026-09-03T21:14:01.511" v="3587" actId="20577"/>
          <ac:spMkLst>
            <pc:docMk/>
            <pc:sldMk cId="1665593068" sldId="286"/>
            <ac:spMk id="2" creationId="{A9003C85-2ED4-5032-922C-A109A2C9763A}"/>
          </ac:spMkLst>
        </pc:spChg>
        <pc:spChg chg="del">
          <ac:chgData name="Kouw, Wouter" userId="181af57e-047a-4b62-bb15-f1772c70f045" providerId="ADAL" clId="{E11AB248-0A92-4BC9-91F6-FC63515E54C7}" dt="2026-09-03T20:49:01.042" v="1999" actId="478"/>
          <ac:spMkLst>
            <pc:docMk/>
            <pc:sldMk cId="1665593068" sldId="286"/>
            <ac:spMk id="5" creationId="{4AD2FC5A-0294-6FA7-68E3-B024A618A23E}"/>
          </ac:spMkLst>
        </pc:spChg>
        <pc:spChg chg="mod">
          <ac:chgData name="Kouw, Wouter" userId="181af57e-047a-4b62-bb15-f1772c70f045" providerId="ADAL" clId="{E11AB248-0A92-4BC9-91F6-FC63515E54C7}" dt="2026-09-03T21:13:28.835" v="3573" actId="20577"/>
          <ac:spMkLst>
            <pc:docMk/>
            <pc:sldMk cId="1665593068" sldId="286"/>
            <ac:spMk id="6" creationId="{2C3CB70F-5633-3EBD-1B1B-8F54D3C970B8}"/>
          </ac:spMkLst>
        </pc:spChg>
        <pc:spChg chg="mod">
          <ac:chgData name="Kouw, Wouter" userId="181af57e-047a-4b62-bb15-f1772c70f045" providerId="ADAL" clId="{E11AB248-0A92-4BC9-91F6-FC63515E54C7}" dt="2026-09-03T20:49:25.506" v="2040" actId="1076"/>
          <ac:spMkLst>
            <pc:docMk/>
            <pc:sldMk cId="1665593068" sldId="286"/>
            <ac:spMk id="7" creationId="{8C3CA46A-4744-776F-20BF-542C3F8E0960}"/>
          </ac:spMkLst>
        </pc:spChg>
        <pc:spChg chg="mod">
          <ac:chgData name="Kouw, Wouter" userId="181af57e-047a-4b62-bb15-f1772c70f045" providerId="ADAL" clId="{E11AB248-0A92-4BC9-91F6-FC63515E54C7}" dt="2026-09-03T21:13:31.602" v="3574" actId="20577"/>
          <ac:spMkLst>
            <pc:docMk/>
            <pc:sldMk cId="1665593068" sldId="286"/>
            <ac:spMk id="8" creationId="{A7A1525D-D331-84BD-BE6D-649651932D44}"/>
          </ac:spMkLst>
        </pc:spChg>
        <pc:spChg chg="mod">
          <ac:chgData name="Kouw, Wouter" userId="181af57e-047a-4b62-bb15-f1772c70f045" providerId="ADAL" clId="{E11AB248-0A92-4BC9-91F6-FC63515E54C7}" dt="2026-09-03T20:49:47.375" v="2078" actId="1076"/>
          <ac:spMkLst>
            <pc:docMk/>
            <pc:sldMk cId="1665593068" sldId="286"/>
            <ac:spMk id="9" creationId="{573344DC-942E-59AD-ABD6-CC2BB89AD623}"/>
          </ac:spMkLst>
        </pc:spChg>
        <pc:spChg chg="mod">
          <ac:chgData name="Kouw, Wouter" userId="181af57e-047a-4b62-bb15-f1772c70f045" providerId="ADAL" clId="{E11AB248-0A92-4BC9-91F6-FC63515E54C7}" dt="2026-09-03T21:13:33.594" v="3575" actId="20577"/>
          <ac:spMkLst>
            <pc:docMk/>
            <pc:sldMk cId="1665593068" sldId="286"/>
            <ac:spMk id="10" creationId="{89804900-B886-0BD9-06F0-5E484D0AB683}"/>
          </ac:spMkLst>
        </pc:spChg>
        <pc:spChg chg="mod">
          <ac:chgData name="Kouw, Wouter" userId="181af57e-047a-4b62-bb15-f1772c70f045" providerId="ADAL" clId="{E11AB248-0A92-4BC9-91F6-FC63515E54C7}" dt="2026-09-03T20:50:01.648" v="2107" actId="1076"/>
          <ac:spMkLst>
            <pc:docMk/>
            <pc:sldMk cId="1665593068" sldId="286"/>
            <ac:spMk id="11" creationId="{F596654D-E057-13F6-34B0-A8C04EE1C531}"/>
          </ac:spMkLst>
        </pc:spChg>
      </pc:sldChg>
      <pc:sldChg chg="delSp modSp add mod">
        <pc:chgData name="Kouw, Wouter" userId="181af57e-047a-4b62-bb15-f1772c70f045" providerId="ADAL" clId="{E11AB248-0A92-4BC9-91F6-FC63515E54C7}" dt="2026-09-03T21:19:13.180" v="3911" actId="478"/>
        <pc:sldMkLst>
          <pc:docMk/>
          <pc:sldMk cId="4050334659" sldId="287"/>
        </pc:sldMkLst>
        <pc:spChg chg="mod">
          <ac:chgData name="Kouw, Wouter" userId="181af57e-047a-4b62-bb15-f1772c70f045" providerId="ADAL" clId="{E11AB248-0A92-4BC9-91F6-FC63515E54C7}" dt="2026-09-03T21:18:52.908" v="3888" actId="20577"/>
          <ac:spMkLst>
            <pc:docMk/>
            <pc:sldMk cId="4050334659" sldId="287"/>
            <ac:spMk id="2" creationId="{86718309-16BB-DBB0-7FEC-4C315985C3B5}"/>
          </ac:spMkLst>
        </pc:spChg>
        <pc:spChg chg="mod">
          <ac:chgData name="Kouw, Wouter" userId="181af57e-047a-4b62-bb15-f1772c70f045" providerId="ADAL" clId="{E11AB248-0A92-4BC9-91F6-FC63515E54C7}" dt="2026-09-03T21:16:40.504" v="3631" actId="1076"/>
          <ac:spMkLst>
            <pc:docMk/>
            <pc:sldMk cId="4050334659" sldId="287"/>
            <ac:spMk id="7" creationId="{9C6FFDAC-E19F-6597-92AD-A552DF8ACDD1}"/>
          </ac:spMkLst>
        </pc:spChg>
        <pc:spChg chg="mod">
          <ac:chgData name="Kouw, Wouter" userId="181af57e-047a-4b62-bb15-f1772c70f045" providerId="ADAL" clId="{E11AB248-0A92-4BC9-91F6-FC63515E54C7}" dt="2026-09-03T21:19:10.281" v="3909" actId="20577"/>
          <ac:spMkLst>
            <pc:docMk/>
            <pc:sldMk cId="4050334659" sldId="287"/>
            <ac:spMk id="9" creationId="{30586C04-57E8-D0AC-28AF-14E81F476836}"/>
          </ac:spMkLst>
        </pc:spChg>
        <pc:spChg chg="del">
          <ac:chgData name="Kouw, Wouter" userId="181af57e-047a-4b62-bb15-f1772c70f045" providerId="ADAL" clId="{E11AB248-0A92-4BC9-91F6-FC63515E54C7}" dt="2026-09-03T21:19:13.180" v="3911" actId="478"/>
          <ac:spMkLst>
            <pc:docMk/>
            <pc:sldMk cId="4050334659" sldId="287"/>
            <ac:spMk id="10" creationId="{EA553E01-A61B-AAD3-82F4-A7B6FE2D1CF4}"/>
          </ac:spMkLst>
        </pc:spChg>
        <pc:spChg chg="del">
          <ac:chgData name="Kouw, Wouter" userId="181af57e-047a-4b62-bb15-f1772c70f045" providerId="ADAL" clId="{E11AB248-0A92-4BC9-91F6-FC63515E54C7}" dt="2026-09-03T21:19:12.612" v="3910" actId="478"/>
          <ac:spMkLst>
            <pc:docMk/>
            <pc:sldMk cId="4050334659" sldId="287"/>
            <ac:spMk id="11" creationId="{57BB9AFB-15C1-8391-E031-5FA8AD0C2246}"/>
          </ac:spMkLst>
        </pc:spChg>
      </pc:sldChg>
      <pc:sldChg chg="delSp modSp add mod">
        <pc:chgData name="Kouw, Wouter" userId="181af57e-047a-4b62-bb15-f1772c70f045" providerId="ADAL" clId="{E11AB248-0A92-4BC9-91F6-FC63515E54C7}" dt="2026-09-04T09:18:55.904" v="6850" actId="20577"/>
        <pc:sldMkLst>
          <pc:docMk/>
          <pc:sldMk cId="1209517097" sldId="288"/>
        </pc:sldMkLst>
        <pc:spChg chg="mod">
          <ac:chgData name="Kouw, Wouter" userId="181af57e-047a-4b62-bb15-f1772c70f045" providerId="ADAL" clId="{E11AB248-0A92-4BC9-91F6-FC63515E54C7}" dt="2026-09-04T09:18:55.904" v="6850" actId="20577"/>
          <ac:spMkLst>
            <pc:docMk/>
            <pc:sldMk cId="1209517097" sldId="288"/>
            <ac:spMk id="2" creationId="{4F00810C-347B-18FB-67F3-40F0A27AEBF4}"/>
          </ac:spMkLst>
        </pc:spChg>
        <pc:spChg chg="mod">
          <ac:chgData name="Kouw, Wouter" userId="181af57e-047a-4b62-bb15-f1772c70f045" providerId="ADAL" clId="{E11AB248-0A92-4BC9-91F6-FC63515E54C7}" dt="2026-09-03T21:33:47.896" v="4184" actId="20577"/>
          <ac:spMkLst>
            <pc:docMk/>
            <pc:sldMk cId="1209517097" sldId="288"/>
            <ac:spMk id="7" creationId="{F330C549-E42B-6959-FC5A-C506273D4B2F}"/>
          </ac:spMkLst>
        </pc:spChg>
        <pc:spChg chg="mod">
          <ac:chgData name="Kouw, Wouter" userId="181af57e-047a-4b62-bb15-f1772c70f045" providerId="ADAL" clId="{E11AB248-0A92-4BC9-91F6-FC63515E54C7}" dt="2026-09-03T21:35:24.223" v="4315" actId="20577"/>
          <ac:spMkLst>
            <pc:docMk/>
            <pc:sldMk cId="1209517097" sldId="288"/>
            <ac:spMk id="9" creationId="{FE3E6C40-28A7-8E37-8C4A-C4DCFC82E921}"/>
          </ac:spMkLst>
        </pc:spChg>
        <pc:spChg chg="del">
          <ac:chgData name="Kouw, Wouter" userId="181af57e-047a-4b62-bb15-f1772c70f045" providerId="ADAL" clId="{E11AB248-0A92-4BC9-91F6-FC63515E54C7}" dt="2026-09-03T21:34:07.900" v="4266" actId="478"/>
          <ac:spMkLst>
            <pc:docMk/>
            <pc:sldMk cId="1209517097" sldId="288"/>
            <ac:spMk id="10" creationId="{C75247C0-3AF4-C5E1-FBED-604BDFFF3793}"/>
          </ac:spMkLst>
        </pc:spChg>
        <pc:spChg chg="del mod">
          <ac:chgData name="Kouw, Wouter" userId="181af57e-047a-4b62-bb15-f1772c70f045" providerId="ADAL" clId="{E11AB248-0A92-4BC9-91F6-FC63515E54C7}" dt="2026-09-03T21:34:07.118" v="4265" actId="478"/>
          <ac:spMkLst>
            <pc:docMk/>
            <pc:sldMk cId="1209517097" sldId="288"/>
            <ac:spMk id="11" creationId="{08ECE4F1-0477-FBB8-3AA8-07366835F32C}"/>
          </ac:spMkLst>
        </pc:spChg>
      </pc:sldChg>
      <pc:sldChg chg="add del">
        <pc:chgData name="Kouw, Wouter" userId="181af57e-047a-4b62-bb15-f1772c70f045" providerId="ADAL" clId="{E11AB248-0A92-4BC9-91F6-FC63515E54C7}" dt="2026-09-03T21:16:52.196" v="3634" actId="47"/>
        <pc:sldMkLst>
          <pc:docMk/>
          <pc:sldMk cId="2616486444" sldId="288"/>
        </pc:sldMkLst>
      </pc:sldChg>
      <pc:sldChg chg="addSp delSp modSp add mod modAnim modNotesTx">
        <pc:chgData name="Kouw, Wouter" userId="181af57e-047a-4b62-bb15-f1772c70f045" providerId="ADAL" clId="{E11AB248-0A92-4BC9-91F6-FC63515E54C7}" dt="2026-09-04T20:57:01.711" v="10805" actId="732"/>
        <pc:sldMkLst>
          <pc:docMk/>
          <pc:sldMk cId="696880382" sldId="289"/>
        </pc:sldMkLst>
        <pc:spChg chg="mod">
          <ac:chgData name="Kouw, Wouter" userId="181af57e-047a-4b62-bb15-f1772c70f045" providerId="ADAL" clId="{E11AB248-0A92-4BC9-91F6-FC63515E54C7}" dt="2026-09-04T13:33:20.405" v="7259" actId="20577"/>
          <ac:spMkLst>
            <pc:docMk/>
            <pc:sldMk cId="696880382" sldId="289"/>
            <ac:spMk id="2" creationId="{DC48FBA4-B6AC-AFA4-7AE5-EC7FBC8473B7}"/>
          </ac:spMkLst>
        </pc:spChg>
        <pc:spChg chg="mod">
          <ac:chgData name="Kouw, Wouter" userId="181af57e-047a-4b62-bb15-f1772c70f045" providerId="ADAL" clId="{E11AB248-0A92-4BC9-91F6-FC63515E54C7}" dt="2026-09-04T14:37:20" v="8278" actId="20577"/>
          <ac:spMkLst>
            <pc:docMk/>
            <pc:sldMk cId="696880382" sldId="289"/>
            <ac:spMk id="3" creationId="{7A34600D-FF2F-84CA-42A2-88972CA1D819}"/>
          </ac:spMkLst>
        </pc:spChg>
        <pc:spChg chg="del">
          <ac:chgData name="Kouw, Wouter" userId="181af57e-047a-4b62-bb15-f1772c70f045" providerId="ADAL" clId="{E11AB248-0A92-4BC9-91F6-FC63515E54C7}" dt="2026-09-04T09:50:14.176" v="6898" actId="478"/>
          <ac:spMkLst>
            <pc:docMk/>
            <pc:sldMk cId="696880382" sldId="289"/>
            <ac:spMk id="5" creationId="{6878E244-CA6E-C702-CA5D-D4EEB6EBCC5D}"/>
          </ac:spMkLst>
        </pc:spChg>
        <pc:spChg chg="del mod">
          <ac:chgData name="Kouw, Wouter" userId="181af57e-047a-4b62-bb15-f1772c70f045" providerId="ADAL" clId="{E11AB248-0A92-4BC9-91F6-FC63515E54C7}" dt="2026-09-04T13:17:20.834" v="6942" actId="478"/>
          <ac:spMkLst>
            <pc:docMk/>
            <pc:sldMk cId="696880382" sldId="289"/>
            <ac:spMk id="7" creationId="{CC654EF6-3627-DCC8-281D-471325DC1168}"/>
          </ac:spMkLst>
        </pc:spChg>
        <pc:spChg chg="del">
          <ac:chgData name="Kouw, Wouter" userId="181af57e-047a-4b62-bb15-f1772c70f045" providerId="ADAL" clId="{E11AB248-0A92-4BC9-91F6-FC63515E54C7}" dt="2026-09-03T21:27:39.143" v="4012" actId="478"/>
          <ac:spMkLst>
            <pc:docMk/>
            <pc:sldMk cId="696880382" sldId="289"/>
            <ac:spMk id="9" creationId="{2E3E72FC-BF04-63EC-3896-C500FC258EBC}"/>
          </ac:spMkLst>
        </pc:spChg>
        <pc:spChg chg="del">
          <ac:chgData name="Kouw, Wouter" userId="181af57e-047a-4b62-bb15-f1772c70f045" providerId="ADAL" clId="{E11AB248-0A92-4BC9-91F6-FC63515E54C7}" dt="2026-09-03T21:27:37.668" v="4010" actId="478"/>
          <ac:spMkLst>
            <pc:docMk/>
            <pc:sldMk cId="696880382" sldId="289"/>
            <ac:spMk id="10" creationId="{60412979-8D58-F4AA-4ECF-92553FA78E5F}"/>
          </ac:spMkLst>
        </pc:spChg>
        <pc:spChg chg="del">
          <ac:chgData name="Kouw, Wouter" userId="181af57e-047a-4b62-bb15-f1772c70f045" providerId="ADAL" clId="{E11AB248-0A92-4BC9-91F6-FC63515E54C7}" dt="2026-09-03T21:27:40.711" v="4013" actId="478"/>
          <ac:spMkLst>
            <pc:docMk/>
            <pc:sldMk cId="696880382" sldId="289"/>
            <ac:spMk id="12" creationId="{6597C34F-9AE7-CCBB-D0F1-35D11BFD45A2}"/>
          </ac:spMkLst>
        </pc:spChg>
        <pc:spChg chg="del">
          <ac:chgData name="Kouw, Wouter" userId="181af57e-047a-4b62-bb15-f1772c70f045" providerId="ADAL" clId="{E11AB248-0A92-4BC9-91F6-FC63515E54C7}" dt="2026-09-04T13:18:24.867" v="7120" actId="478"/>
          <ac:spMkLst>
            <pc:docMk/>
            <pc:sldMk cId="696880382" sldId="289"/>
            <ac:spMk id="13" creationId="{96250319-A44B-1DF8-30EC-D88D97279632}"/>
          </ac:spMkLst>
        </pc:spChg>
        <pc:spChg chg="del">
          <ac:chgData name="Kouw, Wouter" userId="181af57e-047a-4b62-bb15-f1772c70f045" providerId="ADAL" clId="{E11AB248-0A92-4BC9-91F6-FC63515E54C7}" dt="2026-09-04T13:18:26.253" v="7121" actId="478"/>
          <ac:spMkLst>
            <pc:docMk/>
            <pc:sldMk cId="696880382" sldId="289"/>
            <ac:spMk id="14" creationId="{3DD58816-1391-5AEF-B254-46E13B1C99C1}"/>
          </ac:spMkLst>
        </pc:spChg>
        <pc:spChg chg="del">
          <ac:chgData name="Kouw, Wouter" userId="181af57e-047a-4b62-bb15-f1772c70f045" providerId="ADAL" clId="{E11AB248-0A92-4BC9-91F6-FC63515E54C7}" dt="2026-09-04T13:18:22.094" v="7119" actId="478"/>
          <ac:spMkLst>
            <pc:docMk/>
            <pc:sldMk cId="696880382" sldId="289"/>
            <ac:spMk id="16" creationId="{DC41A3DE-F9A3-C9F3-E463-09A90B75FDE5}"/>
          </ac:spMkLst>
        </pc:spChg>
        <pc:spChg chg="del">
          <ac:chgData name="Kouw, Wouter" userId="181af57e-047a-4b62-bb15-f1772c70f045" providerId="ADAL" clId="{E11AB248-0A92-4BC9-91F6-FC63515E54C7}" dt="2026-09-04T13:24:38.229" v="7209" actId="478"/>
          <ac:spMkLst>
            <pc:docMk/>
            <pc:sldMk cId="696880382" sldId="289"/>
            <ac:spMk id="17" creationId="{F8DDBB45-437C-4BA1-54FC-5BA0CE2E5E1B}"/>
          </ac:spMkLst>
        </pc:spChg>
        <pc:spChg chg="del">
          <ac:chgData name="Kouw, Wouter" userId="181af57e-047a-4b62-bb15-f1772c70f045" providerId="ADAL" clId="{E11AB248-0A92-4BC9-91F6-FC63515E54C7}" dt="2026-09-04T13:24:39.341" v="7210" actId="478"/>
          <ac:spMkLst>
            <pc:docMk/>
            <pc:sldMk cId="696880382" sldId="289"/>
            <ac:spMk id="19" creationId="{45BCEF9C-A8D3-6A20-3479-81105CCA0EFE}"/>
          </ac:spMkLst>
        </pc:spChg>
        <pc:picChg chg="add mod">
          <ac:chgData name="Kouw, Wouter" userId="181af57e-047a-4b62-bb15-f1772c70f045" providerId="ADAL" clId="{E11AB248-0A92-4BC9-91F6-FC63515E54C7}" dt="2026-09-04T14:37:04.465" v="8273" actId="1076"/>
          <ac:picMkLst>
            <pc:docMk/>
            <pc:sldMk cId="696880382" sldId="289"/>
            <ac:picMk id="4" creationId="{C99955C5-ADD6-BCC2-E13E-F461B8F301CB}"/>
          </ac:picMkLst>
        </pc:picChg>
        <pc:picChg chg="del">
          <ac:chgData name="Kouw, Wouter" userId="181af57e-047a-4b62-bb15-f1772c70f045" providerId="ADAL" clId="{E11AB248-0A92-4BC9-91F6-FC63515E54C7}" dt="2026-09-04T13:17:12.701" v="6940" actId="478"/>
          <ac:picMkLst>
            <pc:docMk/>
            <pc:sldMk cId="696880382" sldId="289"/>
            <ac:picMk id="8" creationId="{8682AD75-6EA2-5FAA-320A-468F38D8BF10}"/>
          </ac:picMkLst>
        </pc:picChg>
        <pc:picChg chg="del">
          <ac:chgData name="Kouw, Wouter" userId="181af57e-047a-4b62-bb15-f1772c70f045" providerId="ADAL" clId="{E11AB248-0A92-4BC9-91F6-FC63515E54C7}" dt="2026-09-03T21:27:38.652" v="4011" actId="478"/>
          <ac:picMkLst>
            <pc:docMk/>
            <pc:sldMk cId="696880382" sldId="289"/>
            <ac:picMk id="11" creationId="{89726A6D-8128-34DE-82A9-D97D33DD91C8}"/>
          </ac:picMkLst>
        </pc:picChg>
        <pc:picChg chg="del">
          <ac:chgData name="Kouw, Wouter" userId="181af57e-047a-4b62-bb15-f1772c70f045" providerId="ADAL" clId="{E11AB248-0A92-4BC9-91F6-FC63515E54C7}" dt="2026-09-04T13:18:51.931" v="7152" actId="478"/>
          <ac:picMkLst>
            <pc:docMk/>
            <pc:sldMk cId="696880382" sldId="289"/>
            <ac:picMk id="15" creationId="{2C342240-1E5E-9238-D3C4-11DB7A8269B8}"/>
          </ac:picMkLst>
        </pc:picChg>
        <pc:picChg chg="del">
          <ac:chgData name="Kouw, Wouter" userId="181af57e-047a-4b62-bb15-f1772c70f045" providerId="ADAL" clId="{E11AB248-0A92-4BC9-91F6-FC63515E54C7}" dt="2026-09-04T13:24:36.461" v="7208" actId="478"/>
          <ac:picMkLst>
            <pc:docMk/>
            <pc:sldMk cId="696880382" sldId="289"/>
            <ac:picMk id="18" creationId="{35816B02-163F-3639-F7C4-E1CF6C7947B9}"/>
          </ac:picMkLst>
        </pc:picChg>
        <pc:picChg chg="add del mod">
          <ac:chgData name="Kouw, Wouter" userId="181af57e-047a-4b62-bb15-f1772c70f045" providerId="ADAL" clId="{E11AB248-0A92-4BC9-91F6-FC63515E54C7}" dt="2026-09-04T13:38:52.500" v="7361" actId="478"/>
          <ac:picMkLst>
            <pc:docMk/>
            <pc:sldMk cId="696880382" sldId="289"/>
            <ac:picMk id="21" creationId="{BB52C9A0-4433-2018-1398-6F0396992F74}"/>
          </ac:picMkLst>
        </pc:picChg>
        <pc:picChg chg="add mod modCrop">
          <ac:chgData name="Kouw, Wouter" userId="181af57e-047a-4b62-bb15-f1772c70f045" providerId="ADAL" clId="{E11AB248-0A92-4BC9-91F6-FC63515E54C7}" dt="2026-09-04T20:57:01.711" v="10805" actId="732"/>
          <ac:picMkLst>
            <pc:docMk/>
            <pc:sldMk cId="696880382" sldId="289"/>
            <ac:picMk id="22" creationId="{25F900F9-A7CD-2A36-FD9A-7A755BB8A291}"/>
          </ac:picMkLst>
        </pc:picChg>
      </pc:sldChg>
      <pc:sldChg chg="delSp modSp add mod ord">
        <pc:chgData name="Kouw, Wouter" userId="181af57e-047a-4b62-bb15-f1772c70f045" providerId="ADAL" clId="{E11AB248-0A92-4BC9-91F6-FC63515E54C7}" dt="2026-09-03T21:35:18.446" v="4314" actId="20577"/>
        <pc:sldMkLst>
          <pc:docMk/>
          <pc:sldMk cId="223733262" sldId="290"/>
        </pc:sldMkLst>
        <pc:spChg chg="mod">
          <ac:chgData name="Kouw, Wouter" userId="181af57e-047a-4b62-bb15-f1772c70f045" providerId="ADAL" clId="{E11AB248-0A92-4BC9-91F6-FC63515E54C7}" dt="2026-09-03T21:33:24.671" v="4168" actId="20577"/>
          <ac:spMkLst>
            <pc:docMk/>
            <pc:sldMk cId="223733262" sldId="290"/>
            <ac:spMk id="2" creationId="{D2549B6C-22A1-22DB-BF52-5A9C85DE291C}"/>
          </ac:spMkLst>
        </pc:spChg>
        <pc:spChg chg="mod">
          <ac:chgData name="Kouw, Wouter" userId="181af57e-047a-4b62-bb15-f1772c70f045" providerId="ADAL" clId="{E11AB248-0A92-4BC9-91F6-FC63515E54C7}" dt="2026-09-03T21:35:00.455" v="4294" actId="20577"/>
          <ac:spMkLst>
            <pc:docMk/>
            <pc:sldMk cId="223733262" sldId="290"/>
            <ac:spMk id="7" creationId="{E5B68853-2B00-08CA-EE0E-7F9DB28C83B3}"/>
          </ac:spMkLst>
        </pc:spChg>
        <pc:spChg chg="mod">
          <ac:chgData name="Kouw, Wouter" userId="181af57e-047a-4b62-bb15-f1772c70f045" providerId="ADAL" clId="{E11AB248-0A92-4BC9-91F6-FC63515E54C7}" dt="2026-09-03T21:35:18.446" v="4314" actId="20577"/>
          <ac:spMkLst>
            <pc:docMk/>
            <pc:sldMk cId="223733262" sldId="290"/>
            <ac:spMk id="9" creationId="{EF1109E7-3506-DB87-CDA5-556748BFB1D9}"/>
          </ac:spMkLst>
        </pc:spChg>
        <pc:spChg chg="del mod">
          <ac:chgData name="Kouw, Wouter" userId="181af57e-047a-4b62-bb15-f1772c70f045" providerId="ADAL" clId="{E11AB248-0A92-4BC9-91F6-FC63515E54C7}" dt="2026-09-03T21:33:33.262" v="4171" actId="478"/>
          <ac:spMkLst>
            <pc:docMk/>
            <pc:sldMk cId="223733262" sldId="290"/>
            <ac:spMk id="10" creationId="{07AC89EF-41CF-087F-7A5F-7761849759BD}"/>
          </ac:spMkLst>
        </pc:spChg>
        <pc:spChg chg="del">
          <ac:chgData name="Kouw, Wouter" userId="181af57e-047a-4b62-bb15-f1772c70f045" providerId="ADAL" clId="{E11AB248-0A92-4BC9-91F6-FC63515E54C7}" dt="2026-09-03T21:33:30.215" v="4169" actId="478"/>
          <ac:spMkLst>
            <pc:docMk/>
            <pc:sldMk cId="223733262" sldId="290"/>
            <ac:spMk id="11" creationId="{598446DC-7386-6557-1A77-FC47FB997C3F}"/>
          </ac:spMkLst>
        </pc:spChg>
      </pc:sldChg>
      <pc:sldChg chg="addSp delSp modSp new mod chgLayout">
        <pc:chgData name="Kouw, Wouter" userId="181af57e-047a-4b62-bb15-f1772c70f045" providerId="ADAL" clId="{E11AB248-0A92-4BC9-91F6-FC63515E54C7}" dt="2026-09-03T21:34:40.647" v="4269" actId="478"/>
        <pc:sldMkLst>
          <pc:docMk/>
          <pc:sldMk cId="884098859" sldId="291"/>
        </pc:sldMkLst>
        <pc:spChg chg="del mod ord">
          <ac:chgData name="Kouw, Wouter" userId="181af57e-047a-4b62-bb15-f1772c70f045" providerId="ADAL" clId="{E11AB248-0A92-4BC9-91F6-FC63515E54C7}" dt="2026-09-03T21:34:40.647" v="4269" actId="478"/>
          <ac:spMkLst>
            <pc:docMk/>
            <pc:sldMk cId="884098859" sldId="291"/>
            <ac:spMk id="2" creationId="{CFE2653D-4241-DA8D-AEE4-DF8760E5C374}"/>
          </ac:spMkLst>
        </pc:spChg>
        <pc:spChg chg="mod ord">
          <ac:chgData name="Kouw, Wouter" userId="181af57e-047a-4b62-bb15-f1772c70f045" providerId="ADAL" clId="{E11AB248-0A92-4BC9-91F6-FC63515E54C7}" dt="2026-09-03T21:34:36.591" v="4268" actId="700"/>
          <ac:spMkLst>
            <pc:docMk/>
            <pc:sldMk cId="884098859" sldId="291"/>
            <ac:spMk id="3" creationId="{0C4EF258-21C6-19FA-5400-7A91DEA0E21E}"/>
          </ac:spMkLst>
        </pc:spChg>
        <pc:spChg chg="del mod ord">
          <ac:chgData name="Kouw, Wouter" userId="181af57e-047a-4b62-bb15-f1772c70f045" providerId="ADAL" clId="{E11AB248-0A92-4BC9-91F6-FC63515E54C7}" dt="2026-09-03T21:34:36.591" v="4268" actId="700"/>
          <ac:spMkLst>
            <pc:docMk/>
            <pc:sldMk cId="884098859" sldId="291"/>
            <ac:spMk id="4" creationId="{CF9A5E0B-FC8F-6CE9-2E19-3B051A240332}"/>
          </ac:spMkLst>
        </pc:spChg>
        <pc:spChg chg="del mod ord">
          <ac:chgData name="Kouw, Wouter" userId="181af57e-047a-4b62-bb15-f1772c70f045" providerId="ADAL" clId="{E11AB248-0A92-4BC9-91F6-FC63515E54C7}" dt="2026-09-03T21:34:36.591" v="4268" actId="700"/>
          <ac:spMkLst>
            <pc:docMk/>
            <pc:sldMk cId="884098859" sldId="291"/>
            <ac:spMk id="5" creationId="{B72E0FF0-17B3-1921-35CC-B061DF143B3B}"/>
          </ac:spMkLst>
        </pc:spChg>
        <pc:spChg chg="add mod ord">
          <ac:chgData name="Kouw, Wouter" userId="181af57e-047a-4b62-bb15-f1772c70f045" providerId="ADAL" clId="{E11AB248-0A92-4BC9-91F6-FC63515E54C7}" dt="2026-09-03T21:34:36.591" v="4268" actId="700"/>
          <ac:spMkLst>
            <pc:docMk/>
            <pc:sldMk cId="884098859" sldId="291"/>
            <ac:spMk id="6" creationId="{9F3FA552-F7FD-D627-8607-3E881DD5F56B}"/>
          </ac:spMkLst>
        </pc:spChg>
        <pc:spChg chg="add mod ord">
          <ac:chgData name="Kouw, Wouter" userId="181af57e-047a-4b62-bb15-f1772c70f045" providerId="ADAL" clId="{E11AB248-0A92-4BC9-91F6-FC63515E54C7}" dt="2026-09-03T21:34:36.591" v="4268" actId="700"/>
          <ac:spMkLst>
            <pc:docMk/>
            <pc:sldMk cId="884098859" sldId="291"/>
            <ac:spMk id="7" creationId="{B4A2971D-1A31-AB07-FE41-7F55DB4FCDB2}"/>
          </ac:spMkLst>
        </pc:spChg>
      </pc:sldChg>
      <pc:sldChg chg="addSp delSp modSp add mod addAnim delAnim modAnim modShow">
        <pc:chgData name="Kouw, Wouter" userId="181af57e-047a-4b62-bb15-f1772c70f045" providerId="ADAL" clId="{E11AB248-0A92-4BC9-91F6-FC63515E54C7}" dt="2026-09-04T20:56:40.927" v="10801" actId="1076"/>
        <pc:sldMkLst>
          <pc:docMk/>
          <pc:sldMk cId="4065210449" sldId="292"/>
        </pc:sldMkLst>
        <pc:spChg chg="mod">
          <ac:chgData name="Kouw, Wouter" userId="181af57e-047a-4b62-bb15-f1772c70f045" providerId="ADAL" clId="{E11AB248-0A92-4BC9-91F6-FC63515E54C7}" dt="2026-09-04T13:33:15.296" v="7253" actId="20577"/>
          <ac:spMkLst>
            <pc:docMk/>
            <pc:sldMk cId="4065210449" sldId="292"/>
            <ac:spMk id="2" creationId="{ADBF6158-C3C3-6241-32F3-C591B515584F}"/>
          </ac:spMkLst>
        </pc:spChg>
        <pc:spChg chg="del mod">
          <ac:chgData name="Kouw, Wouter" userId="181af57e-047a-4b62-bb15-f1772c70f045" providerId="ADAL" clId="{E11AB248-0A92-4BC9-91F6-FC63515E54C7}" dt="2026-09-04T09:09:29.759" v="6791"/>
          <ac:spMkLst>
            <pc:docMk/>
            <pc:sldMk cId="4065210449" sldId="292"/>
            <ac:spMk id="3" creationId="{6CE99AC0-6441-C4D7-3658-E651851528D6}"/>
          </ac:spMkLst>
        </pc:spChg>
        <pc:spChg chg="del">
          <ac:chgData name="Kouw, Wouter" userId="181af57e-047a-4b62-bb15-f1772c70f045" providerId="ADAL" clId="{E11AB248-0A92-4BC9-91F6-FC63515E54C7}" dt="2026-09-04T19:27:58.695" v="8295" actId="478"/>
          <ac:spMkLst>
            <pc:docMk/>
            <pc:sldMk cId="4065210449" sldId="292"/>
            <ac:spMk id="17" creationId="{12CED8B1-C2C3-3CD7-1457-8949FF6CB1AF}"/>
          </ac:spMkLst>
        </pc:spChg>
        <pc:spChg chg="del mod">
          <ac:chgData name="Kouw, Wouter" userId="181af57e-047a-4b62-bb15-f1772c70f045" providerId="ADAL" clId="{E11AB248-0A92-4BC9-91F6-FC63515E54C7}" dt="2026-09-04T08:36:40.304" v="5975" actId="478"/>
          <ac:spMkLst>
            <pc:docMk/>
            <pc:sldMk cId="4065210449" sldId="292"/>
            <ac:spMk id="19" creationId="{203C76D8-8C64-74BB-AF86-9A4808CFB621}"/>
          </ac:spMkLst>
        </pc:spChg>
        <pc:picChg chg="add mod modCrop">
          <ac:chgData name="Kouw, Wouter" userId="181af57e-047a-4b62-bb15-f1772c70f045" providerId="ADAL" clId="{E11AB248-0A92-4BC9-91F6-FC63515E54C7}" dt="2026-09-04T20:56:40.927" v="10801" actId="1076"/>
          <ac:picMkLst>
            <pc:docMk/>
            <pc:sldMk cId="4065210449" sldId="292"/>
            <ac:picMk id="4" creationId="{C901A669-050F-0656-92FE-89F9DEBB33A9}"/>
          </ac:picMkLst>
        </pc:picChg>
        <pc:picChg chg="del mod">
          <ac:chgData name="Kouw, Wouter" userId="181af57e-047a-4b62-bb15-f1772c70f045" providerId="ADAL" clId="{E11AB248-0A92-4BC9-91F6-FC63515E54C7}" dt="2026-09-04T08:37:50.938" v="5982" actId="478"/>
          <ac:picMkLst>
            <pc:docMk/>
            <pc:sldMk cId="4065210449" sldId="292"/>
            <ac:picMk id="18" creationId="{16EE65AE-BDA5-8D65-709C-DDCF65E56613}"/>
          </ac:picMkLst>
        </pc:picChg>
      </pc:sldChg>
      <pc:sldChg chg="delSp add del mod">
        <pc:chgData name="Kouw, Wouter" userId="181af57e-047a-4b62-bb15-f1772c70f045" providerId="ADAL" clId="{E11AB248-0A92-4BC9-91F6-FC63515E54C7}" dt="2026-09-04T19:35:50.566" v="8544" actId="2696"/>
        <pc:sldMkLst>
          <pc:docMk/>
          <pc:sldMk cId="1067359612" sldId="293"/>
        </pc:sldMkLst>
        <pc:spChg chg="del">
          <ac:chgData name="Kouw, Wouter" userId="181af57e-047a-4b62-bb15-f1772c70f045" providerId="ADAL" clId="{E11AB248-0A92-4BC9-91F6-FC63515E54C7}" dt="2026-09-04T19:28:07.117" v="8297" actId="478"/>
          <ac:spMkLst>
            <pc:docMk/>
            <pc:sldMk cId="1067359612" sldId="293"/>
            <ac:spMk id="17" creationId="{79CA705B-D358-BD84-C31B-23B722228966}"/>
          </ac:spMkLst>
        </pc:spChg>
      </pc:sldChg>
      <pc:sldChg chg="modSp add mod modShow">
        <pc:chgData name="Kouw, Wouter" userId="181af57e-047a-4b62-bb15-f1772c70f045" providerId="ADAL" clId="{E11AB248-0A92-4BC9-91F6-FC63515E54C7}" dt="2026-09-04T19:36:10.803" v="8574" actId="20577"/>
        <pc:sldMkLst>
          <pc:docMk/>
          <pc:sldMk cId="3759278734" sldId="293"/>
        </pc:sldMkLst>
        <pc:spChg chg="mod">
          <ac:chgData name="Kouw, Wouter" userId="181af57e-047a-4b62-bb15-f1772c70f045" providerId="ADAL" clId="{E11AB248-0A92-4BC9-91F6-FC63515E54C7}" dt="2026-09-04T19:36:10.803" v="8574" actId="20577"/>
          <ac:spMkLst>
            <pc:docMk/>
            <pc:sldMk cId="3759278734" sldId="293"/>
            <ac:spMk id="2" creationId="{6C45E25C-52B0-4B43-4107-6F72D3D61B3D}"/>
          </ac:spMkLst>
        </pc:spChg>
      </pc:sldChg>
      <pc:sldChg chg="modSp add mod modClrScheme chgLayout">
        <pc:chgData name="Kouw, Wouter" userId="181af57e-047a-4b62-bb15-f1772c70f045" providerId="ADAL" clId="{E11AB248-0A92-4BC9-91F6-FC63515E54C7}" dt="2026-09-04T09:39:36.985" v="6878" actId="255"/>
        <pc:sldMkLst>
          <pc:docMk/>
          <pc:sldMk cId="1863904835" sldId="294"/>
        </pc:sldMkLst>
        <pc:spChg chg="mod ord">
          <ac:chgData name="Kouw, Wouter" userId="181af57e-047a-4b62-bb15-f1772c70f045" providerId="ADAL" clId="{E11AB248-0A92-4BC9-91F6-FC63515E54C7}" dt="2026-09-04T09:39:36.985" v="6878" actId="255"/>
          <ac:spMkLst>
            <pc:docMk/>
            <pc:sldMk cId="1863904835" sldId="294"/>
            <ac:spMk id="2" creationId="{ABADB75F-AC88-D4EB-012F-BEDA5C7DEB30}"/>
          </ac:spMkLst>
        </pc:spChg>
        <pc:spChg chg="mod ord">
          <ac:chgData name="Kouw, Wouter" userId="181af57e-047a-4b62-bb15-f1772c70f045" providerId="ADAL" clId="{E11AB248-0A92-4BC9-91F6-FC63515E54C7}" dt="2026-09-04T09:31:08.128" v="6860" actId="700"/>
          <ac:spMkLst>
            <pc:docMk/>
            <pc:sldMk cId="1863904835" sldId="294"/>
            <ac:spMk id="3" creationId="{62407176-70D7-489F-8560-8CBE687C6D7C}"/>
          </ac:spMkLst>
        </pc:spChg>
      </pc:sldChg>
      <pc:sldChg chg="modSp add mod modClrScheme chgLayout">
        <pc:chgData name="Kouw, Wouter" userId="181af57e-047a-4b62-bb15-f1772c70f045" providerId="ADAL" clId="{E11AB248-0A92-4BC9-91F6-FC63515E54C7}" dt="2026-09-04T09:40:00.890" v="6879" actId="255"/>
        <pc:sldMkLst>
          <pc:docMk/>
          <pc:sldMk cId="733181551" sldId="295"/>
        </pc:sldMkLst>
        <pc:spChg chg="mod ord">
          <ac:chgData name="Kouw, Wouter" userId="181af57e-047a-4b62-bb15-f1772c70f045" providerId="ADAL" clId="{E11AB248-0A92-4BC9-91F6-FC63515E54C7}" dt="2026-09-04T09:40:00.890" v="6879" actId="255"/>
          <ac:spMkLst>
            <pc:docMk/>
            <pc:sldMk cId="733181551" sldId="295"/>
            <ac:spMk id="2" creationId="{3FA048EB-9C90-FFE9-E7F2-F47C4A1A3A0B}"/>
          </ac:spMkLst>
        </pc:spChg>
        <pc:spChg chg="mod ord">
          <ac:chgData name="Kouw, Wouter" userId="181af57e-047a-4b62-bb15-f1772c70f045" providerId="ADAL" clId="{E11AB248-0A92-4BC9-91F6-FC63515E54C7}" dt="2026-09-04T09:31:11.132" v="6861" actId="700"/>
          <ac:spMkLst>
            <pc:docMk/>
            <pc:sldMk cId="733181551" sldId="295"/>
            <ac:spMk id="3" creationId="{2FA58DF9-5A3C-CF02-2A59-F6886259732D}"/>
          </ac:spMkLst>
        </pc:spChg>
      </pc:sldChg>
      <pc:sldChg chg="delSp modSp add del mod">
        <pc:chgData name="Kouw, Wouter" userId="181af57e-047a-4b62-bb15-f1772c70f045" providerId="ADAL" clId="{E11AB248-0A92-4BC9-91F6-FC63515E54C7}" dt="2026-09-04T14:37:34.893" v="8280" actId="47"/>
        <pc:sldMkLst>
          <pc:docMk/>
          <pc:sldMk cId="57083520" sldId="296"/>
        </pc:sldMkLst>
        <pc:spChg chg="mod">
          <ac:chgData name="Kouw, Wouter" userId="181af57e-047a-4b62-bb15-f1772c70f045" providerId="ADAL" clId="{E11AB248-0A92-4BC9-91F6-FC63515E54C7}" dt="2026-09-04T13:33:46.839" v="7324" actId="20577"/>
          <ac:spMkLst>
            <pc:docMk/>
            <pc:sldMk cId="57083520" sldId="296"/>
            <ac:spMk id="2" creationId="{044DB8F1-D880-B764-A664-3238BF00993D}"/>
          </ac:spMkLst>
        </pc:spChg>
        <pc:spChg chg="del">
          <ac:chgData name="Kouw, Wouter" userId="181af57e-047a-4b62-bb15-f1772c70f045" providerId="ADAL" clId="{E11AB248-0A92-4BC9-91F6-FC63515E54C7}" dt="2026-09-04T13:33:40.071" v="7291" actId="478"/>
          <ac:spMkLst>
            <pc:docMk/>
            <pc:sldMk cId="57083520" sldId="296"/>
            <ac:spMk id="7" creationId="{E0AFFDA0-4779-A49C-0345-C3E1B84D5900}"/>
          </ac:spMkLst>
        </pc:spChg>
      </pc:sldChg>
      <pc:sldChg chg="addSp delSp modSp add del mod delAnim modAnim">
        <pc:chgData name="Kouw, Wouter" userId="181af57e-047a-4b62-bb15-f1772c70f045" providerId="ADAL" clId="{E11AB248-0A92-4BC9-91F6-FC63515E54C7}" dt="2026-09-04T14:37:26.154" v="8279" actId="47"/>
        <pc:sldMkLst>
          <pc:docMk/>
          <pc:sldMk cId="166326361" sldId="297"/>
        </pc:sldMkLst>
        <pc:spChg chg="del mod">
          <ac:chgData name="Kouw, Wouter" userId="181af57e-047a-4b62-bb15-f1772c70f045" providerId="ADAL" clId="{E11AB248-0A92-4BC9-91F6-FC63515E54C7}" dt="2026-09-04T13:39:10.203" v="7364"/>
          <ac:spMkLst>
            <pc:docMk/>
            <pc:sldMk cId="166326361" sldId="297"/>
            <ac:spMk id="3" creationId="{B055E21B-EE3E-EEC4-934A-756662F69E54}"/>
          </ac:spMkLst>
        </pc:spChg>
        <pc:spChg chg="add mod">
          <ac:chgData name="Kouw, Wouter" userId="181af57e-047a-4b62-bb15-f1772c70f045" providerId="ADAL" clId="{E11AB248-0A92-4BC9-91F6-FC63515E54C7}" dt="2026-09-04T14:37:14.855" v="8275" actId="21"/>
          <ac:spMkLst>
            <pc:docMk/>
            <pc:sldMk cId="166326361" sldId="297"/>
            <ac:spMk id="8" creationId="{7F34B34A-D304-75AE-0A8C-565CD6C07446}"/>
          </ac:spMkLst>
        </pc:spChg>
        <pc:picChg chg="del">
          <ac:chgData name="Kouw, Wouter" userId="181af57e-047a-4b62-bb15-f1772c70f045" providerId="ADAL" clId="{E11AB248-0A92-4BC9-91F6-FC63515E54C7}" dt="2026-09-04T13:39:19.694" v="7367" actId="478"/>
          <ac:picMkLst>
            <pc:docMk/>
            <pc:sldMk cId="166326361" sldId="297"/>
            <ac:picMk id="4" creationId="{B391FC3F-547E-5674-07AF-A415FC93DE3A}"/>
          </ac:picMkLst>
        </pc:picChg>
        <pc:picChg chg="add del mod">
          <ac:chgData name="Kouw, Wouter" userId="181af57e-047a-4b62-bb15-f1772c70f045" providerId="ADAL" clId="{E11AB248-0A92-4BC9-91F6-FC63515E54C7}" dt="2026-09-04T14:37:14.855" v="8275" actId="21"/>
          <ac:picMkLst>
            <pc:docMk/>
            <pc:sldMk cId="166326361" sldId="297"/>
            <ac:picMk id="5" creationId="{25F900F9-A7CD-2A36-FD9A-7A755BB8A291}"/>
          </ac:picMkLst>
        </pc:picChg>
      </pc:sldChg>
      <pc:sldChg chg="addSp delSp modSp add mod delAnim modAnim modNotesTx">
        <pc:chgData name="Kouw, Wouter" userId="181af57e-047a-4b62-bb15-f1772c70f045" providerId="ADAL" clId="{E11AB248-0A92-4BC9-91F6-FC63515E54C7}" dt="2026-09-04T20:44:06.240" v="10155" actId="14100"/>
        <pc:sldMkLst>
          <pc:docMk/>
          <pc:sldMk cId="2854794194" sldId="298"/>
        </pc:sldMkLst>
        <pc:spChg chg="mod">
          <ac:chgData name="Kouw, Wouter" userId="181af57e-047a-4b62-bb15-f1772c70f045" providerId="ADAL" clId="{E11AB248-0A92-4BC9-91F6-FC63515E54C7}" dt="2026-09-04T14:08:01.358" v="8264" actId="20577"/>
          <ac:spMkLst>
            <pc:docMk/>
            <pc:sldMk cId="2854794194" sldId="298"/>
            <ac:spMk id="3" creationId="{9BFFE1CA-38DF-4812-FC26-1869C563F52B}"/>
          </ac:spMkLst>
        </pc:spChg>
        <pc:picChg chg="add del mod">
          <ac:chgData name="Kouw, Wouter" userId="181af57e-047a-4b62-bb15-f1772c70f045" providerId="ADAL" clId="{E11AB248-0A92-4BC9-91F6-FC63515E54C7}" dt="2026-09-04T14:57:07.202" v="8285" actId="478"/>
          <ac:picMkLst>
            <pc:docMk/>
            <pc:sldMk cId="2854794194" sldId="298"/>
            <ac:picMk id="4" creationId="{84FC1AC3-08C4-6F5D-1F9F-3EA7EFC4AF70}"/>
          </ac:picMkLst>
        </pc:picChg>
        <pc:picChg chg="add mod modCrop">
          <ac:chgData name="Kouw, Wouter" userId="181af57e-047a-4b62-bb15-f1772c70f045" providerId="ADAL" clId="{E11AB248-0A92-4BC9-91F6-FC63515E54C7}" dt="2026-09-04T20:44:06.240" v="10155" actId="14100"/>
          <ac:picMkLst>
            <pc:docMk/>
            <pc:sldMk cId="2854794194" sldId="298"/>
            <ac:picMk id="5" creationId="{A07E0FE2-1D39-55C3-331C-97D5065C47C5}"/>
          </ac:picMkLst>
        </pc:picChg>
      </pc:sldChg>
      <pc:sldChg chg="addSp delSp modSp new mod modClrScheme chgLayout">
        <pc:chgData name="Kouw, Wouter" userId="181af57e-047a-4b62-bb15-f1772c70f045" providerId="ADAL" clId="{E11AB248-0A92-4BC9-91F6-FC63515E54C7}" dt="2026-09-04T19:35:24.418" v="8498" actId="478"/>
        <pc:sldMkLst>
          <pc:docMk/>
          <pc:sldMk cId="4141411314" sldId="313"/>
        </pc:sldMkLst>
        <pc:spChg chg="del mod ord">
          <ac:chgData name="Kouw, Wouter" userId="181af57e-047a-4b62-bb15-f1772c70f045" providerId="ADAL" clId="{E11AB248-0A92-4BC9-91F6-FC63515E54C7}" dt="2026-09-04T19:35:16.846" v="8495" actId="700"/>
          <ac:spMkLst>
            <pc:docMk/>
            <pc:sldMk cId="4141411314" sldId="313"/>
            <ac:spMk id="2" creationId="{E72F7A80-55D5-AEDB-6F34-8A62D959CC1C}"/>
          </ac:spMkLst>
        </pc:spChg>
        <pc:spChg chg="del">
          <ac:chgData name="Kouw, Wouter" userId="181af57e-047a-4b62-bb15-f1772c70f045" providerId="ADAL" clId="{E11AB248-0A92-4BC9-91F6-FC63515E54C7}" dt="2026-09-04T19:35:16.846" v="8495" actId="700"/>
          <ac:spMkLst>
            <pc:docMk/>
            <pc:sldMk cId="4141411314" sldId="313"/>
            <ac:spMk id="3" creationId="{C31F0946-B65A-0164-898F-80E6C31CB5B2}"/>
          </ac:spMkLst>
        </pc:spChg>
        <pc:spChg chg="del mod ord">
          <ac:chgData name="Kouw, Wouter" userId="181af57e-047a-4b62-bb15-f1772c70f045" providerId="ADAL" clId="{E11AB248-0A92-4BC9-91F6-FC63515E54C7}" dt="2026-09-04T19:35:24.418" v="8498" actId="478"/>
          <ac:spMkLst>
            <pc:docMk/>
            <pc:sldMk cId="4141411314" sldId="313"/>
            <ac:spMk id="4" creationId="{9FE144B3-827D-E4F1-C57D-B6A11C5FB3C8}"/>
          </ac:spMkLst>
        </pc:spChg>
        <pc:spChg chg="mod ord">
          <ac:chgData name="Kouw, Wouter" userId="181af57e-047a-4b62-bb15-f1772c70f045" providerId="ADAL" clId="{E11AB248-0A92-4BC9-91F6-FC63515E54C7}" dt="2026-09-04T19:35:16.846" v="8495" actId="700"/>
          <ac:spMkLst>
            <pc:docMk/>
            <pc:sldMk cId="4141411314" sldId="313"/>
            <ac:spMk id="5" creationId="{59BBBB4F-30BC-E702-4EA5-66A7FE06E725}"/>
          </ac:spMkLst>
        </pc:spChg>
        <pc:spChg chg="add del mod ord">
          <ac:chgData name="Kouw, Wouter" userId="181af57e-047a-4b62-bb15-f1772c70f045" providerId="ADAL" clId="{E11AB248-0A92-4BC9-91F6-FC63515E54C7}" dt="2026-09-04T19:35:20.208" v="8496" actId="478"/>
          <ac:spMkLst>
            <pc:docMk/>
            <pc:sldMk cId="4141411314" sldId="313"/>
            <ac:spMk id="6" creationId="{1BBDA625-C74E-E113-DB5E-6B211031BC35}"/>
          </ac:spMkLst>
        </pc:spChg>
        <pc:spChg chg="add del mod ord">
          <ac:chgData name="Kouw, Wouter" userId="181af57e-047a-4b62-bb15-f1772c70f045" providerId="ADAL" clId="{E11AB248-0A92-4BC9-91F6-FC63515E54C7}" dt="2026-09-04T19:35:23.120" v="8497" actId="478"/>
          <ac:spMkLst>
            <pc:docMk/>
            <pc:sldMk cId="4141411314" sldId="313"/>
            <ac:spMk id="7" creationId="{2CD9FE5C-DE1E-C93F-38A0-6E1DC800434A}"/>
          </ac:spMkLst>
        </pc:spChg>
      </pc:sldChg>
      <pc:sldChg chg="addSp delSp modSp new del mod modClrScheme chgLayout">
        <pc:chgData name="Kouw, Wouter" userId="181af57e-047a-4b62-bb15-f1772c70f045" providerId="ADAL" clId="{E11AB248-0A92-4BC9-91F6-FC63515E54C7}" dt="2026-09-04T19:36:13.580" v="8575" actId="47"/>
        <pc:sldMkLst>
          <pc:docMk/>
          <pc:sldMk cId="3170766508" sldId="314"/>
        </pc:sldMkLst>
        <pc:spChg chg="del mod ord">
          <ac:chgData name="Kouw, Wouter" userId="181af57e-047a-4b62-bb15-f1772c70f045" providerId="ADAL" clId="{E11AB248-0A92-4BC9-91F6-FC63515E54C7}" dt="2026-09-04T19:35:32.454" v="8500" actId="700"/>
          <ac:spMkLst>
            <pc:docMk/>
            <pc:sldMk cId="3170766508" sldId="314"/>
            <ac:spMk id="2" creationId="{934A372C-5F91-5807-8950-FDFF7923237A}"/>
          </ac:spMkLst>
        </pc:spChg>
        <pc:spChg chg="del">
          <ac:chgData name="Kouw, Wouter" userId="181af57e-047a-4b62-bb15-f1772c70f045" providerId="ADAL" clId="{E11AB248-0A92-4BC9-91F6-FC63515E54C7}" dt="2026-09-04T19:35:32.454" v="8500" actId="700"/>
          <ac:spMkLst>
            <pc:docMk/>
            <pc:sldMk cId="3170766508" sldId="314"/>
            <ac:spMk id="3" creationId="{38D8C825-5A0F-9AA3-C7F5-9FF094FC11A2}"/>
          </ac:spMkLst>
        </pc:spChg>
        <pc:spChg chg="mod ord">
          <ac:chgData name="Kouw, Wouter" userId="181af57e-047a-4b62-bb15-f1772c70f045" providerId="ADAL" clId="{E11AB248-0A92-4BC9-91F6-FC63515E54C7}" dt="2026-09-04T19:35:32.454" v="8500" actId="700"/>
          <ac:spMkLst>
            <pc:docMk/>
            <pc:sldMk cId="3170766508" sldId="314"/>
            <ac:spMk id="4" creationId="{CEFD37EF-E5F5-5F3D-7EAB-504728ACB433}"/>
          </ac:spMkLst>
        </pc:spChg>
        <pc:spChg chg="mod ord">
          <ac:chgData name="Kouw, Wouter" userId="181af57e-047a-4b62-bb15-f1772c70f045" providerId="ADAL" clId="{E11AB248-0A92-4BC9-91F6-FC63515E54C7}" dt="2026-09-04T19:35:32.454" v="8500" actId="700"/>
          <ac:spMkLst>
            <pc:docMk/>
            <pc:sldMk cId="3170766508" sldId="314"/>
            <ac:spMk id="5" creationId="{7CA232CE-772F-09B3-A1D8-841B6CA7B58B}"/>
          </ac:spMkLst>
        </pc:spChg>
        <pc:spChg chg="add mod ord">
          <ac:chgData name="Kouw, Wouter" userId="181af57e-047a-4b62-bb15-f1772c70f045" providerId="ADAL" clId="{E11AB248-0A92-4BC9-91F6-FC63515E54C7}" dt="2026-09-04T19:35:42.681" v="8543" actId="20577"/>
          <ac:spMkLst>
            <pc:docMk/>
            <pc:sldMk cId="3170766508" sldId="314"/>
            <ac:spMk id="6" creationId="{22C36767-515B-D617-0C79-0041351891BF}"/>
          </ac:spMkLst>
        </pc:spChg>
        <pc:spChg chg="add mod ord">
          <ac:chgData name="Kouw, Wouter" userId="181af57e-047a-4b62-bb15-f1772c70f045" providerId="ADAL" clId="{E11AB248-0A92-4BC9-91F6-FC63515E54C7}" dt="2026-09-04T19:35:32.454" v="8500" actId="700"/>
          <ac:spMkLst>
            <pc:docMk/>
            <pc:sldMk cId="3170766508" sldId="314"/>
            <ac:spMk id="7" creationId="{8DCA777C-E367-CB0C-6110-FEEAF31A5E85}"/>
          </ac:spMkLst>
        </pc:spChg>
      </pc:sldChg>
      <pc:sldChg chg="addSp delSp modSp new mod modClrScheme chgLayout">
        <pc:chgData name="Kouw, Wouter" userId="181af57e-047a-4b62-bb15-f1772c70f045" providerId="ADAL" clId="{E11AB248-0A92-4BC9-91F6-FC63515E54C7}" dt="2026-09-04T19:51:10.473" v="9153" actId="20577"/>
        <pc:sldMkLst>
          <pc:docMk/>
          <pc:sldMk cId="3259223990" sldId="314"/>
        </pc:sldMkLst>
        <pc:spChg chg="del mod ord">
          <ac:chgData name="Kouw, Wouter" userId="181af57e-047a-4b62-bb15-f1772c70f045" providerId="ADAL" clId="{E11AB248-0A92-4BC9-91F6-FC63515E54C7}" dt="2026-09-04T19:44:42.584" v="8853" actId="700"/>
          <ac:spMkLst>
            <pc:docMk/>
            <pc:sldMk cId="3259223990" sldId="314"/>
            <ac:spMk id="2" creationId="{2CFA984A-654D-9E1C-2131-8049B926D6D7}"/>
          </ac:spMkLst>
        </pc:spChg>
        <pc:spChg chg="del">
          <ac:chgData name="Kouw, Wouter" userId="181af57e-047a-4b62-bb15-f1772c70f045" providerId="ADAL" clId="{E11AB248-0A92-4BC9-91F6-FC63515E54C7}" dt="2026-09-04T19:44:42.584" v="8853" actId="700"/>
          <ac:spMkLst>
            <pc:docMk/>
            <pc:sldMk cId="3259223990" sldId="314"/>
            <ac:spMk id="3" creationId="{85656FED-4A5B-65BB-584A-1EC39084F04F}"/>
          </ac:spMkLst>
        </pc:spChg>
        <pc:spChg chg="del mod ord">
          <ac:chgData name="Kouw, Wouter" userId="181af57e-047a-4b62-bb15-f1772c70f045" providerId="ADAL" clId="{E11AB248-0A92-4BC9-91F6-FC63515E54C7}" dt="2026-09-04T19:50:56.314" v="9150" actId="478"/>
          <ac:spMkLst>
            <pc:docMk/>
            <pc:sldMk cId="3259223990" sldId="314"/>
            <ac:spMk id="4" creationId="{AE95CA1B-0893-035B-1004-69B7118F535E}"/>
          </ac:spMkLst>
        </pc:spChg>
        <pc:spChg chg="mod ord">
          <ac:chgData name="Kouw, Wouter" userId="181af57e-047a-4b62-bb15-f1772c70f045" providerId="ADAL" clId="{E11AB248-0A92-4BC9-91F6-FC63515E54C7}" dt="2026-09-04T19:44:42.584" v="8853" actId="700"/>
          <ac:spMkLst>
            <pc:docMk/>
            <pc:sldMk cId="3259223990" sldId="314"/>
            <ac:spMk id="5" creationId="{9A9C967A-7746-3719-EA5D-55D8EED96D6C}"/>
          </ac:spMkLst>
        </pc:spChg>
        <pc:spChg chg="add mod ord">
          <ac:chgData name="Kouw, Wouter" userId="181af57e-047a-4b62-bb15-f1772c70f045" providerId="ADAL" clId="{E11AB248-0A92-4BC9-91F6-FC63515E54C7}" dt="2026-09-04T19:51:10.473" v="9153" actId="20577"/>
          <ac:spMkLst>
            <pc:docMk/>
            <pc:sldMk cId="3259223990" sldId="314"/>
            <ac:spMk id="6" creationId="{13B7027D-8768-A01A-F476-3B03A2E1910C}"/>
          </ac:spMkLst>
        </pc:spChg>
        <pc:spChg chg="add mod ord">
          <ac:chgData name="Kouw, Wouter" userId="181af57e-047a-4b62-bb15-f1772c70f045" providerId="ADAL" clId="{E11AB248-0A92-4BC9-91F6-FC63515E54C7}" dt="2026-09-04T19:45:12.703" v="8913"/>
          <ac:spMkLst>
            <pc:docMk/>
            <pc:sldMk cId="3259223990" sldId="314"/>
            <ac:spMk id="7" creationId="{86AE1466-2DCD-72FB-65A5-F631F686C4F7}"/>
          </ac:spMkLst>
        </pc:spChg>
        <pc:picChg chg="add mod">
          <ac:chgData name="Kouw, Wouter" userId="181af57e-047a-4b62-bb15-f1772c70f045" providerId="ADAL" clId="{E11AB248-0A92-4BC9-91F6-FC63515E54C7}" dt="2026-09-04T19:51:07.749" v="9152" actId="1076"/>
          <ac:picMkLst>
            <pc:docMk/>
            <pc:sldMk cId="3259223990" sldId="314"/>
            <ac:picMk id="9" creationId="{EF9B49EB-542B-475E-0563-7319B3F2812C}"/>
          </ac:picMkLst>
        </pc:picChg>
      </pc:sldChg>
      <pc:sldChg chg="addSp delSp modSp add mod delAnim modAnim">
        <pc:chgData name="Kouw, Wouter" userId="181af57e-047a-4b62-bb15-f1772c70f045" providerId="ADAL" clId="{E11AB248-0A92-4BC9-91F6-FC63515E54C7}" dt="2026-09-04T21:04:53.819" v="11091" actId="14100"/>
        <pc:sldMkLst>
          <pc:docMk/>
          <pc:sldMk cId="1781073130" sldId="315"/>
        </pc:sldMkLst>
        <pc:spChg chg="mod">
          <ac:chgData name="Kouw, Wouter" userId="181af57e-047a-4b62-bb15-f1772c70f045" providerId="ADAL" clId="{E11AB248-0A92-4BC9-91F6-FC63515E54C7}" dt="2026-09-04T20:59:19.411" v="10817" actId="207"/>
          <ac:spMkLst>
            <pc:docMk/>
            <pc:sldMk cId="1781073130" sldId="315"/>
            <ac:spMk id="2" creationId="{1774E6D3-2393-ED6B-7E02-C3F632BBF4A6}"/>
          </ac:spMkLst>
        </pc:spChg>
        <pc:spChg chg="del mod">
          <ac:chgData name="Kouw, Wouter" userId="181af57e-047a-4b62-bb15-f1772c70f045" providerId="ADAL" clId="{E11AB248-0A92-4BC9-91F6-FC63515E54C7}" dt="2026-09-04T20:59:35.337" v="10820"/>
          <ac:spMkLst>
            <pc:docMk/>
            <pc:sldMk cId="1781073130" sldId="315"/>
            <ac:spMk id="4" creationId="{8A94174D-3011-C3A7-392E-1151B8DA3F06}"/>
          </ac:spMkLst>
        </pc:spChg>
        <pc:picChg chg="add mod">
          <ac:chgData name="Kouw, Wouter" userId="181af57e-047a-4b62-bb15-f1772c70f045" providerId="ADAL" clId="{E11AB248-0A92-4BC9-91F6-FC63515E54C7}" dt="2026-09-04T21:04:53.819" v="11091" actId="14100"/>
          <ac:picMkLst>
            <pc:docMk/>
            <pc:sldMk cId="1781073130" sldId="315"/>
            <ac:picMk id="3" creationId="{D018DC47-A225-60F5-52DF-463C16BCB8A3}"/>
          </ac:picMkLst>
        </pc:picChg>
        <pc:picChg chg="del">
          <ac:chgData name="Kouw, Wouter" userId="181af57e-047a-4b62-bb15-f1772c70f045" providerId="ADAL" clId="{E11AB248-0A92-4BC9-91F6-FC63515E54C7}" dt="2026-09-04T20:59:25.744" v="10818" actId="478"/>
          <ac:picMkLst>
            <pc:docMk/>
            <pc:sldMk cId="1781073130" sldId="315"/>
            <ac:picMk id="12" creationId="{C9BAD956-BFAE-66A4-CBA9-9D62B129D5AD}"/>
          </ac:picMkLst>
        </pc:picChg>
      </pc:sldChg>
      <pc:sldChg chg="addSp delSp modSp new mod modClrScheme chgLayout">
        <pc:chgData name="Kouw, Wouter" userId="181af57e-047a-4b62-bb15-f1772c70f045" providerId="ADAL" clId="{E11AB248-0A92-4BC9-91F6-FC63515E54C7}" dt="2026-09-04T21:02:06.201" v="10935" actId="20577"/>
        <pc:sldMkLst>
          <pc:docMk/>
          <pc:sldMk cId="2388252642" sldId="316"/>
        </pc:sldMkLst>
        <pc:spChg chg="del mod ord">
          <ac:chgData name="Kouw, Wouter" userId="181af57e-047a-4b62-bb15-f1772c70f045" providerId="ADAL" clId="{E11AB248-0A92-4BC9-91F6-FC63515E54C7}" dt="2026-09-04T21:01:20.714" v="10838" actId="700"/>
          <ac:spMkLst>
            <pc:docMk/>
            <pc:sldMk cId="2388252642" sldId="316"/>
            <ac:spMk id="2" creationId="{F0DC7F8D-9ED6-A318-24E4-DACEBBAB5446}"/>
          </ac:spMkLst>
        </pc:spChg>
        <pc:spChg chg="del">
          <ac:chgData name="Kouw, Wouter" userId="181af57e-047a-4b62-bb15-f1772c70f045" providerId="ADAL" clId="{E11AB248-0A92-4BC9-91F6-FC63515E54C7}" dt="2026-09-04T21:01:20.714" v="10838" actId="700"/>
          <ac:spMkLst>
            <pc:docMk/>
            <pc:sldMk cId="2388252642" sldId="316"/>
            <ac:spMk id="3" creationId="{031C67CE-C188-AA20-DE8C-29BD99976F25}"/>
          </ac:spMkLst>
        </pc:spChg>
        <pc:spChg chg="mod ord">
          <ac:chgData name="Kouw, Wouter" userId="181af57e-047a-4b62-bb15-f1772c70f045" providerId="ADAL" clId="{E11AB248-0A92-4BC9-91F6-FC63515E54C7}" dt="2026-09-04T21:01:20.714" v="10838" actId="700"/>
          <ac:spMkLst>
            <pc:docMk/>
            <pc:sldMk cId="2388252642" sldId="316"/>
            <ac:spMk id="4" creationId="{3ABB2275-75C0-F68E-040B-CF3845CF7047}"/>
          </ac:spMkLst>
        </pc:spChg>
        <pc:spChg chg="mod ord">
          <ac:chgData name="Kouw, Wouter" userId="181af57e-047a-4b62-bb15-f1772c70f045" providerId="ADAL" clId="{E11AB248-0A92-4BC9-91F6-FC63515E54C7}" dt="2026-09-04T21:01:20.714" v="10838" actId="700"/>
          <ac:spMkLst>
            <pc:docMk/>
            <pc:sldMk cId="2388252642" sldId="316"/>
            <ac:spMk id="5" creationId="{64F94421-2C24-8026-09A1-59ACA3DFFCD3}"/>
          </ac:spMkLst>
        </pc:spChg>
        <pc:spChg chg="add mod ord">
          <ac:chgData name="Kouw, Wouter" userId="181af57e-047a-4b62-bb15-f1772c70f045" providerId="ADAL" clId="{E11AB248-0A92-4BC9-91F6-FC63515E54C7}" dt="2026-09-04T21:01:43.562" v="10930" actId="20577"/>
          <ac:spMkLst>
            <pc:docMk/>
            <pc:sldMk cId="2388252642" sldId="316"/>
            <ac:spMk id="6" creationId="{8049FB18-CE98-34FB-185B-2909CEC37701}"/>
          </ac:spMkLst>
        </pc:spChg>
        <pc:spChg chg="add mod ord">
          <ac:chgData name="Kouw, Wouter" userId="181af57e-047a-4b62-bb15-f1772c70f045" providerId="ADAL" clId="{E11AB248-0A92-4BC9-91F6-FC63515E54C7}" dt="2026-09-04T21:02:06.201" v="10935" actId="20577"/>
          <ac:spMkLst>
            <pc:docMk/>
            <pc:sldMk cId="2388252642" sldId="316"/>
            <ac:spMk id="7" creationId="{AD6F87A2-04FA-DF70-0B82-DB0697A7B22F}"/>
          </ac:spMkLst>
        </pc:spChg>
      </pc:sldChg>
      <pc:sldMasterChg chg="addSp delSp modSp mod setBg modSldLayout sldLayoutOrd">
        <pc:chgData name="Kouw, Wouter" userId="181af57e-047a-4b62-bb15-f1772c70f045" providerId="ADAL" clId="{E11AB248-0A92-4BC9-91F6-FC63515E54C7}" dt="2026-09-03T18:36:19.123" v="155" actId="242"/>
        <pc:sldMasterMkLst>
          <pc:docMk/>
          <pc:sldMasterMk cId="2825351473" sldId="2147483648"/>
        </pc:sldMasterMkLst>
        <pc:spChg chg="mod">
          <ac:chgData name="Kouw, Wouter" userId="181af57e-047a-4b62-bb15-f1772c70f045" providerId="ADAL" clId="{E11AB248-0A92-4BC9-91F6-FC63515E54C7}" dt="2026-09-03T18:32:11.398" v="110" actId="207"/>
          <ac:spMkLst>
            <pc:docMk/>
            <pc:sldMasterMk cId="2825351473" sldId="2147483648"/>
            <ac:spMk id="2" creationId="{00000000-0000-0000-0000-000000000000}"/>
          </ac:spMkLst>
        </pc:spChg>
        <pc:spChg chg="mod">
          <ac:chgData name="Kouw, Wouter" userId="181af57e-047a-4b62-bb15-f1772c70f045" providerId="ADAL" clId="{E11AB248-0A92-4BC9-91F6-FC63515E54C7}" dt="2026-09-03T18:32:19.475" v="112" actId="207"/>
          <ac:spMkLst>
            <pc:docMk/>
            <pc:sldMasterMk cId="2825351473" sldId="2147483648"/>
            <ac:spMk id="3" creationId="{00000000-0000-0000-0000-000000000000}"/>
          </ac:spMkLst>
        </pc:spChg>
        <pc:spChg chg="mod">
          <ac:chgData name="Kouw, Wouter" userId="181af57e-047a-4b62-bb15-f1772c70f045" providerId="ADAL" clId="{E11AB248-0A92-4BC9-91F6-FC63515E54C7}" dt="2026-09-03T18:32:21.363" v="113" actId="207"/>
          <ac:spMkLst>
            <pc:docMk/>
            <pc:sldMasterMk cId="2825351473" sldId="2147483648"/>
            <ac:spMk id="5" creationId="{00000000-0000-0000-0000-000000000000}"/>
          </ac:spMkLst>
        </pc:spChg>
        <pc:spChg chg="mod">
          <ac:chgData name="Kouw, Wouter" userId="181af57e-047a-4b62-bb15-f1772c70f045" providerId="ADAL" clId="{E11AB248-0A92-4BC9-91F6-FC63515E54C7}" dt="2026-09-03T18:32:23.623" v="114" actId="207"/>
          <ac:spMkLst>
            <pc:docMk/>
            <pc:sldMasterMk cId="2825351473" sldId="2147483648"/>
            <ac:spMk id="6" creationId="{00000000-0000-0000-0000-000000000000}"/>
          </ac:spMkLst>
        </pc:spChg>
        <pc:picChg chg="add del">
          <ac:chgData name="Kouw, Wouter" userId="181af57e-047a-4b62-bb15-f1772c70f045" providerId="ADAL" clId="{E11AB248-0A92-4BC9-91F6-FC63515E54C7}" dt="2026-09-03T18:35:30.680" v="139" actId="21"/>
          <ac:picMkLst>
            <pc:docMk/>
            <pc:sldMasterMk cId="2825351473" sldId="2147483648"/>
            <ac:picMk id="9" creationId="{00000000-0000-0000-0000-000000000000}"/>
          </ac:picMkLst>
        </pc:picChg>
        <pc:sldLayoutChg chg="ord">
          <pc:chgData name="Kouw, Wouter" userId="181af57e-047a-4b62-bb15-f1772c70f045" providerId="ADAL" clId="{E11AB248-0A92-4BC9-91F6-FC63515E54C7}" dt="2026-09-03T18:32:58.916" v="116" actId="20578"/>
          <pc:sldLayoutMkLst>
            <pc:docMk/>
            <pc:sldMasterMk cId="2825351473" sldId="2147483648"/>
            <pc:sldLayoutMk cId="3464295636" sldId="2147483649"/>
          </pc:sldLayoutMkLst>
        </pc:sldLayoutChg>
        <pc:sldLayoutChg chg="delSp modSp mod ord">
          <pc:chgData name="Kouw, Wouter" userId="181af57e-047a-4b62-bb15-f1772c70f045" providerId="ADAL" clId="{E11AB248-0A92-4BC9-91F6-FC63515E54C7}" dt="2026-09-03T18:36:19.123" v="155" actId="242"/>
          <pc:sldLayoutMkLst>
            <pc:docMk/>
            <pc:sldMasterMk cId="2825351473" sldId="2147483648"/>
            <pc:sldLayoutMk cId="308458834" sldId="2147483650"/>
          </pc:sldLayoutMkLst>
          <pc:spChg chg="mod">
            <ac:chgData name="Kouw, Wouter" userId="181af57e-047a-4b62-bb15-f1772c70f045" providerId="ADAL" clId="{E11AB248-0A92-4BC9-91F6-FC63515E54C7}" dt="2026-09-03T18:36:19.123" v="155" actId="242"/>
            <ac:spMkLst>
              <pc:docMk/>
              <pc:sldMasterMk cId="2825351473" sldId="2147483648"/>
              <pc:sldLayoutMk cId="308458834" sldId="2147483650"/>
              <ac:spMk id="2" creationId="{00000000-0000-0000-0000-000000000000}"/>
            </ac:spMkLst>
          </pc:spChg>
          <pc:spChg chg="mod">
            <ac:chgData name="Kouw, Wouter" userId="181af57e-047a-4b62-bb15-f1772c70f045" providerId="ADAL" clId="{E11AB248-0A92-4BC9-91F6-FC63515E54C7}" dt="2026-09-03T18:36:13.234" v="153" actId="14100"/>
            <ac:spMkLst>
              <pc:docMk/>
              <pc:sldMasterMk cId="2825351473" sldId="2147483648"/>
              <pc:sldLayoutMk cId="308458834" sldId="2147483650"/>
              <ac:spMk id="3" creationId="{00000000-0000-0000-0000-000000000000}"/>
            </ac:spMkLst>
          </pc:spChg>
          <pc:spChg chg="del">
            <ac:chgData name="Kouw, Wouter" userId="181af57e-047a-4b62-bb15-f1772c70f045" providerId="ADAL" clId="{E11AB248-0A92-4BC9-91F6-FC63515E54C7}" dt="2026-09-03T18:35:59.924" v="147" actId="478"/>
            <ac:spMkLst>
              <pc:docMk/>
              <pc:sldMasterMk cId="2825351473" sldId="2147483648"/>
              <pc:sldLayoutMk cId="308458834" sldId="2147483650"/>
              <ac:spMk id="5" creationId="{00000000-0000-0000-0000-000000000000}"/>
            </ac:spMkLst>
          </pc:spChg>
          <pc:spChg chg="del">
            <ac:chgData name="Kouw, Wouter" userId="181af57e-047a-4b62-bb15-f1772c70f045" providerId="ADAL" clId="{E11AB248-0A92-4BC9-91F6-FC63515E54C7}" dt="2026-09-03T18:36:01.232" v="148" actId="478"/>
            <ac:spMkLst>
              <pc:docMk/>
              <pc:sldMasterMk cId="2825351473" sldId="2147483648"/>
              <pc:sldLayoutMk cId="308458834" sldId="2147483650"/>
              <ac:spMk id="6" creationId="{00000000-0000-0000-0000-000000000000}"/>
            </ac:spMkLst>
          </pc:spChg>
        </pc:sldLayoutChg>
        <pc:sldLayoutChg chg="addSp modSp mod">
          <pc:chgData name="Kouw, Wouter" userId="181af57e-047a-4b62-bb15-f1772c70f045" providerId="ADAL" clId="{E11AB248-0A92-4BC9-91F6-FC63515E54C7}" dt="2026-09-03T18:35:33.936" v="141" actId="22"/>
          <pc:sldLayoutMkLst>
            <pc:docMk/>
            <pc:sldMasterMk cId="2825351473" sldId="2147483648"/>
            <pc:sldLayoutMk cId="2942047236" sldId="2147483652"/>
          </pc:sldLayoutMkLst>
          <pc:spChg chg="mod">
            <ac:chgData name="Kouw, Wouter" userId="181af57e-047a-4b62-bb15-f1772c70f045" providerId="ADAL" clId="{E11AB248-0A92-4BC9-91F6-FC63515E54C7}" dt="2026-09-03T18:32:00.046" v="106" actId="207"/>
            <ac:spMkLst>
              <pc:docMk/>
              <pc:sldMasterMk cId="2825351473" sldId="2147483648"/>
              <pc:sldLayoutMk cId="2942047236" sldId="2147483652"/>
              <ac:spMk id="3" creationId="{00000000-0000-0000-0000-000000000000}"/>
            </ac:spMkLst>
          </pc:spChg>
          <pc:spChg chg="mod">
            <ac:chgData name="Kouw, Wouter" userId="181af57e-047a-4b62-bb15-f1772c70f045" providerId="ADAL" clId="{E11AB248-0A92-4BC9-91F6-FC63515E54C7}" dt="2026-09-03T18:32:02.649" v="107" actId="207"/>
            <ac:spMkLst>
              <pc:docMk/>
              <pc:sldMasterMk cId="2825351473" sldId="2147483648"/>
              <pc:sldLayoutMk cId="2942047236" sldId="2147483652"/>
              <ac:spMk id="4" creationId="{00000000-0000-0000-0000-000000000000}"/>
            </ac:spMkLst>
          </pc:spChg>
          <pc:spChg chg="mod">
            <ac:chgData name="Kouw, Wouter" userId="181af57e-047a-4b62-bb15-f1772c70f045" providerId="ADAL" clId="{E11AB248-0A92-4BC9-91F6-FC63515E54C7}" dt="2026-09-03T18:32:05.253" v="108" actId="207"/>
            <ac:spMkLst>
              <pc:docMk/>
              <pc:sldMasterMk cId="2825351473" sldId="2147483648"/>
              <pc:sldLayoutMk cId="2942047236" sldId="2147483652"/>
              <ac:spMk id="6" creationId="{00000000-0000-0000-0000-000000000000}"/>
            </ac:spMkLst>
          </pc:spChg>
          <pc:spChg chg="mod">
            <ac:chgData name="Kouw, Wouter" userId="181af57e-047a-4b62-bb15-f1772c70f045" providerId="ADAL" clId="{E11AB248-0A92-4BC9-91F6-FC63515E54C7}" dt="2026-09-03T18:32:07.565" v="109" actId="207"/>
            <ac:spMkLst>
              <pc:docMk/>
              <pc:sldMasterMk cId="2825351473" sldId="2147483648"/>
              <pc:sldLayoutMk cId="2942047236" sldId="2147483652"/>
              <ac:spMk id="7" creationId="{00000000-0000-0000-0000-000000000000}"/>
            </ac:spMkLst>
          </pc:spChg>
          <pc:picChg chg="add">
            <ac:chgData name="Kouw, Wouter" userId="181af57e-047a-4b62-bb15-f1772c70f045" providerId="ADAL" clId="{E11AB248-0A92-4BC9-91F6-FC63515E54C7}" dt="2026-09-03T18:35:33.936" v="141" actId="22"/>
            <ac:picMkLst>
              <pc:docMk/>
              <pc:sldMasterMk cId="2825351473" sldId="2147483648"/>
              <pc:sldLayoutMk cId="2942047236" sldId="2147483652"/>
              <ac:picMk id="5" creationId="{BD446003-0937-BFD6-65D1-FA86F8368BAB}"/>
            </ac:picMkLst>
          </pc:picChg>
        </pc:sldLayoutChg>
        <pc:sldLayoutChg chg="addSp mod setBg">
          <pc:chgData name="Kouw, Wouter" userId="181af57e-047a-4b62-bb15-f1772c70f045" providerId="ADAL" clId="{E11AB248-0A92-4BC9-91F6-FC63515E54C7}" dt="2026-09-03T18:35:35.179" v="142" actId="22"/>
          <pc:sldLayoutMkLst>
            <pc:docMk/>
            <pc:sldMasterMk cId="2825351473" sldId="2147483648"/>
            <pc:sldLayoutMk cId="2327325605" sldId="2147483662"/>
          </pc:sldLayoutMkLst>
          <pc:picChg chg="add">
            <ac:chgData name="Kouw, Wouter" userId="181af57e-047a-4b62-bb15-f1772c70f045" providerId="ADAL" clId="{E11AB248-0A92-4BC9-91F6-FC63515E54C7}" dt="2026-09-03T18:35:35.179" v="142" actId="22"/>
            <ac:picMkLst>
              <pc:docMk/>
              <pc:sldMasterMk cId="2825351473" sldId="2147483648"/>
              <pc:sldLayoutMk cId="2327325605" sldId="2147483662"/>
              <ac:picMk id="5" creationId="{02C32F5D-DEFD-12A4-4A71-5EA33F2DD5EF}"/>
            </ac:picMkLst>
          </pc:picChg>
        </pc:sldLayoutChg>
        <pc:sldLayoutChg chg="addSp mod">
          <pc:chgData name="Kouw, Wouter" userId="181af57e-047a-4b62-bb15-f1772c70f045" providerId="ADAL" clId="{E11AB248-0A92-4BC9-91F6-FC63515E54C7}" dt="2026-09-03T18:35:32.462" v="140" actId="22"/>
          <pc:sldLayoutMkLst>
            <pc:docMk/>
            <pc:sldMasterMk cId="2825351473" sldId="2147483648"/>
            <pc:sldLayoutMk cId="4013650038" sldId="2147483663"/>
          </pc:sldLayoutMkLst>
          <pc:picChg chg="add">
            <ac:chgData name="Kouw, Wouter" userId="181af57e-047a-4b62-bb15-f1772c70f045" providerId="ADAL" clId="{E11AB248-0A92-4BC9-91F6-FC63515E54C7}" dt="2026-09-03T18:35:32.462" v="140" actId="22"/>
            <ac:picMkLst>
              <pc:docMk/>
              <pc:sldMasterMk cId="2825351473" sldId="2147483648"/>
              <pc:sldLayoutMk cId="4013650038" sldId="2147483663"/>
              <ac:picMk id="7" creationId="{1846CF66-6C09-6C81-4515-2425EFF15102}"/>
            </ac:picMkLst>
          </pc:picChg>
        </pc:sldLayoutChg>
      </pc:sldMasterChg>
    </pc:docChg>
  </pc:docChgLst>
  <pc:docChgLst>
    <pc:chgData name="Lukashchuk, Mykola" userId="S::m.lukashchuk@tue.nl::927e6d68-6a86-46af-a647-c6abd25dd571" providerId="AD" clId="Web-{5E4975E8-E165-81DA-D68F-A7CAC2FD77B4}"/>
    <pc:docChg chg="addSld delSld modSld sldOrd modSection">
      <pc:chgData name="Lukashchuk, Mykola" userId="S::m.lukashchuk@tue.nl::927e6d68-6a86-46af-a647-c6abd25dd571" providerId="AD" clId="Web-{5E4975E8-E165-81DA-D68F-A7CAC2FD77B4}" dt="2026-09-04T17:33:09.124" v="175" actId="1076"/>
      <pc:docMkLst>
        <pc:docMk/>
      </pc:docMkLst>
      <pc:sldChg chg="modSp">
        <pc:chgData name="Lukashchuk, Mykola" userId="S::m.lukashchuk@tue.nl::927e6d68-6a86-46af-a647-c6abd25dd571" providerId="AD" clId="Web-{5E4975E8-E165-81DA-D68F-A7CAC2FD77B4}" dt="2026-09-04T16:03:47.740" v="6" actId="20577"/>
        <pc:sldMkLst>
          <pc:docMk/>
          <pc:sldMk cId="2406566866" sldId="300"/>
        </pc:sldMkLst>
        <pc:spChg chg="mod">
          <ac:chgData name="Lukashchuk, Mykola" userId="S::m.lukashchuk@tue.nl::927e6d68-6a86-46af-a647-c6abd25dd571" providerId="AD" clId="Web-{5E4975E8-E165-81DA-D68F-A7CAC2FD77B4}" dt="2026-09-04T16:03:47.740" v="6" actId="20577"/>
          <ac:spMkLst>
            <pc:docMk/>
            <pc:sldMk cId="2406566866" sldId="300"/>
            <ac:spMk id="2" creationId="{6AD578A1-C1EA-EDE0-1FE2-4BF160F90162}"/>
          </ac:spMkLst>
        </pc:spChg>
      </pc:sldChg>
      <pc:sldChg chg="ord">
        <pc:chgData name="Lukashchuk, Mykola" userId="S::m.lukashchuk@tue.nl::927e6d68-6a86-46af-a647-c6abd25dd571" providerId="AD" clId="Web-{5E4975E8-E165-81DA-D68F-A7CAC2FD77B4}" dt="2026-09-04T16:04:18.976" v="13"/>
        <pc:sldMkLst>
          <pc:docMk/>
          <pc:sldMk cId="3464412558" sldId="303"/>
        </pc:sldMkLst>
      </pc:sldChg>
      <pc:sldChg chg="delSp modSp add replId">
        <pc:chgData name="Lukashchuk, Mykola" userId="S::m.lukashchuk@tue.nl::927e6d68-6a86-46af-a647-c6abd25dd571" providerId="AD" clId="Web-{5E4975E8-E165-81DA-D68F-A7CAC2FD77B4}" dt="2026-09-04T16:04:33.663" v="30" actId="20577"/>
        <pc:sldMkLst>
          <pc:docMk/>
          <pc:sldMk cId="2780971968" sldId="304"/>
        </pc:sldMkLst>
        <pc:spChg chg="mod">
          <ac:chgData name="Lukashchuk, Mykola" userId="S::m.lukashchuk@tue.nl::927e6d68-6a86-46af-a647-c6abd25dd571" providerId="AD" clId="Web-{5E4975E8-E165-81DA-D68F-A7CAC2FD77B4}" dt="2026-09-04T16:04:33.663" v="30" actId="20577"/>
          <ac:spMkLst>
            <pc:docMk/>
            <pc:sldMk cId="2780971968" sldId="304"/>
            <ac:spMk id="2" creationId="{8233DE84-7071-4C15-B9C7-6752029AF636}"/>
          </ac:spMkLst>
        </pc:spChg>
        <pc:picChg chg="del">
          <ac:chgData name="Lukashchuk, Mykola" userId="S::m.lukashchuk@tue.nl::927e6d68-6a86-46af-a647-c6abd25dd571" providerId="AD" clId="Web-{5E4975E8-E165-81DA-D68F-A7CAC2FD77B4}" dt="2026-09-04T16:04:20.741" v="14"/>
          <ac:picMkLst>
            <pc:docMk/>
            <pc:sldMk cId="2780971968" sldId="304"/>
            <ac:picMk id="5" creationId="{72D34999-F6E2-1794-BC9B-B70D53FB2EE5}"/>
          </ac:picMkLst>
        </pc:picChg>
      </pc:sldChg>
      <pc:sldChg chg="new del">
        <pc:chgData name="Lukashchuk, Mykola" userId="S::m.lukashchuk@tue.nl::927e6d68-6a86-46af-a647-c6abd25dd571" providerId="AD" clId="Web-{5E4975E8-E165-81DA-D68F-A7CAC2FD77B4}" dt="2026-09-04T16:04:07.569" v="10"/>
        <pc:sldMkLst>
          <pc:docMk/>
          <pc:sldMk cId="3141869048" sldId="304"/>
        </pc:sldMkLst>
      </pc:sldChg>
      <pc:sldChg chg="new del">
        <pc:chgData name="Lukashchuk, Mykola" userId="S::m.lukashchuk@tue.nl::927e6d68-6a86-46af-a647-c6abd25dd571" providerId="AD" clId="Web-{5E4975E8-E165-81DA-D68F-A7CAC2FD77B4}" dt="2026-09-04T16:04:01.084" v="8"/>
        <pc:sldMkLst>
          <pc:docMk/>
          <pc:sldMk cId="4287079639" sldId="304"/>
        </pc:sldMkLst>
      </pc:sldChg>
      <pc:sldChg chg="addSp modSp add replId">
        <pc:chgData name="Lukashchuk, Mykola" userId="S::m.lukashchuk@tue.nl::927e6d68-6a86-46af-a647-c6abd25dd571" providerId="AD" clId="Web-{5E4975E8-E165-81DA-D68F-A7CAC2FD77B4}" dt="2026-09-04T16:08:28.999" v="79" actId="1076"/>
        <pc:sldMkLst>
          <pc:docMk/>
          <pc:sldMk cId="940478045" sldId="305"/>
        </pc:sldMkLst>
        <pc:spChg chg="mod">
          <ac:chgData name="Lukashchuk, Mykola" userId="S::m.lukashchuk@tue.nl::927e6d68-6a86-46af-a647-c6abd25dd571" providerId="AD" clId="Web-{5E4975E8-E165-81DA-D68F-A7CAC2FD77B4}" dt="2026-09-04T16:05:23.743" v="71" actId="20577"/>
          <ac:spMkLst>
            <pc:docMk/>
            <pc:sldMk cId="940478045" sldId="305"/>
            <ac:spMk id="2" creationId="{CAED5DD5-B97E-317C-6464-FA3A84DB3A2A}"/>
          </ac:spMkLst>
        </pc:spChg>
        <pc:picChg chg="add mod">
          <ac:chgData name="Lukashchuk, Mykola" userId="S::m.lukashchuk@tue.nl::927e6d68-6a86-46af-a647-c6abd25dd571" providerId="AD" clId="Web-{5E4975E8-E165-81DA-D68F-A7CAC2FD77B4}" dt="2026-09-04T16:08:28.999" v="79" actId="1076"/>
          <ac:picMkLst>
            <pc:docMk/>
            <pc:sldMk cId="940478045" sldId="305"/>
            <ac:picMk id="3" creationId="{338FAE97-45F4-46B1-9E0E-1ED002172364}"/>
          </ac:picMkLst>
        </pc:picChg>
      </pc:sldChg>
      <pc:sldChg chg="new del">
        <pc:chgData name="Lukashchuk, Mykola" userId="S::m.lukashchuk@tue.nl::927e6d68-6a86-46af-a647-c6abd25dd571" providerId="AD" clId="Web-{5E4975E8-E165-81DA-D68F-A7CAC2FD77B4}" dt="2026-09-04T16:04:40.132" v="32"/>
        <pc:sldMkLst>
          <pc:docMk/>
          <pc:sldMk cId="2557580187" sldId="305"/>
        </pc:sldMkLst>
      </pc:sldChg>
      <pc:sldChg chg="addSp modSp add replId">
        <pc:chgData name="Lukashchuk, Mykola" userId="S::m.lukashchuk@tue.nl::927e6d68-6a86-46af-a647-c6abd25dd571" providerId="AD" clId="Web-{5E4975E8-E165-81DA-D68F-A7CAC2FD77B4}" dt="2026-09-04T16:15:20.762" v="121" actId="20577"/>
        <pc:sldMkLst>
          <pc:docMk/>
          <pc:sldMk cId="1524233651" sldId="306"/>
        </pc:sldMkLst>
        <pc:spChg chg="mod">
          <ac:chgData name="Lukashchuk, Mykola" userId="S::m.lukashchuk@tue.nl::927e6d68-6a86-46af-a647-c6abd25dd571" providerId="AD" clId="Web-{5E4975E8-E165-81DA-D68F-A7CAC2FD77B4}" dt="2026-09-04T16:15:20.762" v="121" actId="20577"/>
          <ac:spMkLst>
            <pc:docMk/>
            <pc:sldMk cId="1524233651" sldId="306"/>
            <ac:spMk id="2" creationId="{B36EB7EE-E60B-A1A6-A2A1-3969DF5B9857}"/>
          </ac:spMkLst>
        </pc:spChg>
        <pc:picChg chg="mod">
          <ac:chgData name="Lukashchuk, Mykola" userId="S::m.lukashchuk@tue.nl::927e6d68-6a86-46af-a647-c6abd25dd571" providerId="AD" clId="Web-{5E4975E8-E165-81DA-D68F-A7CAC2FD77B4}" dt="2026-09-04T16:09:17.751" v="88" actId="1076"/>
          <ac:picMkLst>
            <pc:docMk/>
            <pc:sldMk cId="1524233651" sldId="306"/>
            <ac:picMk id="3" creationId="{32511673-F290-AC49-AF61-AA878A73FD40}"/>
          </ac:picMkLst>
        </pc:picChg>
        <pc:picChg chg="add mod">
          <ac:chgData name="Lukashchuk, Mykola" userId="S::m.lukashchuk@tue.nl::927e6d68-6a86-46af-a647-c6abd25dd571" providerId="AD" clId="Web-{5E4975E8-E165-81DA-D68F-A7CAC2FD77B4}" dt="2026-09-04T16:09:28.813" v="91" actId="1076"/>
          <ac:picMkLst>
            <pc:docMk/>
            <pc:sldMk cId="1524233651" sldId="306"/>
            <ac:picMk id="4" creationId="{6EE8C62D-34BA-C427-1A0E-6868EC440C6E}"/>
          </ac:picMkLst>
        </pc:picChg>
      </pc:sldChg>
      <pc:sldChg chg="addSp delSp modSp add ord replId">
        <pc:chgData name="Lukashchuk, Mykola" userId="S::m.lukashchuk@tue.nl::927e6d68-6a86-46af-a647-c6abd25dd571" providerId="AD" clId="Web-{5E4975E8-E165-81DA-D68F-A7CAC2FD77B4}" dt="2026-09-04T17:14:55.244" v="173" actId="20577"/>
        <pc:sldMkLst>
          <pc:docMk/>
          <pc:sldMk cId="2263439069" sldId="307"/>
        </pc:sldMkLst>
        <pc:spChg chg="mod">
          <ac:chgData name="Lukashchuk, Mykola" userId="S::m.lukashchuk@tue.nl::927e6d68-6a86-46af-a647-c6abd25dd571" providerId="AD" clId="Web-{5E4975E8-E165-81DA-D68F-A7CAC2FD77B4}" dt="2026-09-04T17:14:55.244" v="173" actId="20577"/>
          <ac:spMkLst>
            <pc:docMk/>
            <pc:sldMk cId="2263439069" sldId="307"/>
            <ac:spMk id="2" creationId="{1A346CB6-0DB4-B239-CBC5-015D24C2A418}"/>
          </ac:spMkLst>
        </pc:spChg>
        <pc:picChg chg="add mod">
          <ac:chgData name="Lukashchuk, Mykola" userId="S::m.lukashchuk@tue.nl::927e6d68-6a86-46af-a647-c6abd25dd571" providerId="AD" clId="Web-{5E4975E8-E165-81DA-D68F-A7CAC2FD77B4}" dt="2026-09-04T17:10:27.854" v="124" actId="1076"/>
          <ac:picMkLst>
            <pc:docMk/>
            <pc:sldMk cId="2263439069" sldId="307"/>
            <ac:picMk id="3" creationId="{0FDFD9B5-FD05-F9AF-679C-3237D689217F}"/>
          </ac:picMkLst>
        </pc:picChg>
        <pc:picChg chg="del">
          <ac:chgData name="Lukashchuk, Mykola" userId="S::m.lukashchuk@tue.nl::927e6d68-6a86-46af-a647-c6abd25dd571" providerId="AD" clId="Web-{5E4975E8-E165-81DA-D68F-A7CAC2FD77B4}" dt="2026-09-04T16:10:53.816" v="97"/>
          <ac:picMkLst>
            <pc:docMk/>
            <pc:sldMk cId="2263439069" sldId="307"/>
            <ac:picMk id="3" creationId="{B2F5CEDA-D6A0-80CB-6E65-5BF318826410}"/>
          </ac:picMkLst>
        </pc:picChg>
        <pc:picChg chg="add mod">
          <ac:chgData name="Lukashchuk, Mykola" userId="S::m.lukashchuk@tue.nl::927e6d68-6a86-46af-a647-c6abd25dd571" providerId="AD" clId="Web-{5E4975E8-E165-81DA-D68F-A7CAC2FD77B4}" dt="2026-09-04T17:10:56.261" v="128" actId="1076"/>
          <ac:picMkLst>
            <pc:docMk/>
            <pc:sldMk cId="2263439069" sldId="307"/>
            <ac:picMk id="4" creationId="{AF4551D4-2209-1FCE-D114-880AAB6700E8}"/>
          </ac:picMkLst>
        </pc:picChg>
      </pc:sldChg>
      <pc:sldChg chg="new del ord">
        <pc:chgData name="Lukashchuk, Mykola" userId="S::m.lukashchuk@tue.nl::927e6d68-6a86-46af-a647-c6abd25dd571" providerId="AD" clId="Web-{5E4975E8-E165-81DA-D68F-A7CAC2FD77B4}" dt="2026-09-04T16:10:43.691" v="94"/>
        <pc:sldMkLst>
          <pc:docMk/>
          <pc:sldMk cId="3574413994" sldId="307"/>
        </pc:sldMkLst>
      </pc:sldChg>
      <pc:sldChg chg="new del">
        <pc:chgData name="Lukashchuk, Mykola" userId="S::m.lukashchuk@tue.nl::927e6d68-6a86-46af-a647-c6abd25dd571" providerId="AD" clId="Web-{5E4975E8-E165-81DA-D68F-A7CAC2FD77B4}" dt="2026-09-04T17:13:17.350" v="132"/>
        <pc:sldMkLst>
          <pc:docMk/>
          <pc:sldMk cId="90262543" sldId="311"/>
        </pc:sldMkLst>
      </pc:sldChg>
      <pc:sldChg chg="new del">
        <pc:chgData name="Lukashchuk, Mykola" userId="S::m.lukashchuk@tue.nl::927e6d68-6a86-46af-a647-c6abd25dd571" providerId="AD" clId="Web-{5E4975E8-E165-81DA-D68F-A7CAC2FD77B4}" dt="2026-09-04T17:13:05.115" v="130"/>
        <pc:sldMkLst>
          <pc:docMk/>
          <pc:sldMk cId="1172687922" sldId="311"/>
        </pc:sldMkLst>
      </pc:sldChg>
      <pc:sldChg chg="delSp modSp add replId">
        <pc:chgData name="Lukashchuk, Mykola" userId="S::m.lukashchuk@tue.nl::927e6d68-6a86-46af-a647-c6abd25dd571" providerId="AD" clId="Web-{5E4975E8-E165-81DA-D68F-A7CAC2FD77B4}" dt="2026-09-04T17:13:35.397" v="149"/>
        <pc:sldMkLst>
          <pc:docMk/>
          <pc:sldMk cId="1251935138" sldId="311"/>
        </pc:sldMkLst>
        <pc:spChg chg="mod">
          <ac:chgData name="Lukashchuk, Mykola" userId="S::m.lukashchuk@tue.nl::927e6d68-6a86-46af-a647-c6abd25dd571" providerId="AD" clId="Web-{5E4975E8-E165-81DA-D68F-A7CAC2FD77B4}" dt="2026-09-04T17:13:33.428" v="147" actId="20577"/>
          <ac:spMkLst>
            <pc:docMk/>
            <pc:sldMk cId="1251935138" sldId="311"/>
            <ac:spMk id="2" creationId="{77C324FB-B9A2-6FD3-9872-3CC70D331ED9}"/>
          </ac:spMkLst>
        </pc:spChg>
        <pc:picChg chg="del">
          <ac:chgData name="Lukashchuk, Mykola" userId="S::m.lukashchuk@tue.nl::927e6d68-6a86-46af-a647-c6abd25dd571" providerId="AD" clId="Web-{5E4975E8-E165-81DA-D68F-A7CAC2FD77B4}" dt="2026-09-04T17:13:35.397" v="149"/>
          <ac:picMkLst>
            <pc:docMk/>
            <pc:sldMk cId="1251935138" sldId="311"/>
            <ac:picMk id="3" creationId="{72BC565C-B2A2-7A5F-74F5-3C3B48A2A98C}"/>
          </ac:picMkLst>
        </pc:picChg>
        <pc:picChg chg="del">
          <ac:chgData name="Lukashchuk, Mykola" userId="S::m.lukashchuk@tue.nl::927e6d68-6a86-46af-a647-c6abd25dd571" providerId="AD" clId="Web-{5E4975E8-E165-81DA-D68F-A7CAC2FD77B4}" dt="2026-09-04T17:13:34.631" v="148"/>
          <ac:picMkLst>
            <pc:docMk/>
            <pc:sldMk cId="1251935138" sldId="311"/>
            <ac:picMk id="4" creationId="{AE7E3C28-BB0F-FFAF-2191-0DE94DEF64C1}"/>
          </ac:picMkLst>
        </pc:picChg>
      </pc:sldChg>
      <pc:sldChg chg="addSp modSp add replId addAnim">
        <pc:chgData name="Lukashchuk, Mykola" userId="S::m.lukashchuk@tue.nl::927e6d68-6a86-46af-a647-c6abd25dd571" providerId="AD" clId="Web-{5E4975E8-E165-81DA-D68F-A7CAC2FD77B4}" dt="2026-09-04T17:33:09.124" v="175" actId="1076"/>
        <pc:sldMkLst>
          <pc:docMk/>
          <pc:sldMk cId="2245880241" sldId="312"/>
        </pc:sldMkLst>
        <pc:spChg chg="mod">
          <ac:chgData name="Lukashchuk, Mykola" userId="S::m.lukashchuk@tue.nl::927e6d68-6a86-46af-a647-c6abd25dd571" providerId="AD" clId="Web-{5E4975E8-E165-81DA-D68F-A7CAC2FD77B4}" dt="2026-09-04T17:14:07.633" v="169" actId="20577"/>
          <ac:spMkLst>
            <pc:docMk/>
            <pc:sldMk cId="2245880241" sldId="312"/>
            <ac:spMk id="2" creationId="{5837B073-D602-6A30-260A-6197443B5610}"/>
          </ac:spMkLst>
        </pc:spChg>
        <pc:picChg chg="add mod">
          <ac:chgData name="Lukashchuk, Mykola" userId="S::m.lukashchuk@tue.nl::927e6d68-6a86-46af-a647-c6abd25dd571" providerId="AD" clId="Web-{5E4975E8-E165-81DA-D68F-A7CAC2FD77B4}" dt="2026-09-04T17:33:09.124" v="175" actId="1076"/>
          <ac:picMkLst>
            <pc:docMk/>
            <pc:sldMk cId="2245880241" sldId="312"/>
            <ac:picMk id="3" creationId="{2177A78F-F7CA-38F0-9FCA-812E67DB4D90}"/>
          </ac:picMkLst>
        </pc:picChg>
      </pc:sldChg>
    </pc:docChg>
  </pc:docChgLst>
  <pc:docChgLst>
    <pc:chgData name="Lukashchuk, Mykola" userId="S::m.lukashchuk@tue.nl::927e6d68-6a86-46af-a647-c6abd25dd571" providerId="AD" clId="Web-{00000000-0000-0000-0000-000000000000}"/>
    <pc:docChg chg="addSld delSld modSld sldOrd modSection">
      <pc:chgData name="Lukashchuk, Mykola" userId="S::m.lukashchuk@tue.nl::927e6d68-6a86-46af-a647-c6abd25dd571" providerId="AD" clId="Web-{00000000-0000-0000-0000-000000000000}" dt="2026-09-04T14:34:50.591" v="364"/>
      <pc:docMkLst>
        <pc:docMk/>
      </pc:docMkLst>
      <pc:sldChg chg="addSp delSp modSp">
        <pc:chgData name="Lukashchuk, Mykola" userId="S::m.lukashchuk@tue.nl::927e6d68-6a86-46af-a647-c6abd25dd571" providerId="AD" clId="Web-{00000000-0000-0000-0000-000000000000}" dt="2026-09-04T14:34:50.591" v="364"/>
        <pc:sldMkLst>
          <pc:docMk/>
          <pc:sldMk cId="223733262" sldId="290"/>
        </pc:sldMkLst>
        <pc:spChg chg="add">
          <ac:chgData name="Lukashchuk, Mykola" userId="S::m.lukashchuk@tue.nl::927e6d68-6a86-46af-a647-c6abd25dd571" providerId="AD" clId="Web-{00000000-0000-0000-0000-000000000000}" dt="2026-09-04T14:34:50.591" v="364"/>
          <ac:spMkLst>
            <pc:docMk/>
            <pc:sldMk cId="223733262" sldId="290"/>
            <ac:spMk id="5" creationId="{C7D95119-3DE5-80A1-D259-0C068141CB9C}"/>
          </ac:spMkLst>
        </pc:spChg>
        <pc:spChg chg="mod">
          <ac:chgData name="Lukashchuk, Mykola" userId="S::m.lukashchuk@tue.nl::927e6d68-6a86-46af-a647-c6abd25dd571" providerId="AD" clId="Web-{00000000-0000-0000-0000-000000000000}" dt="2026-09-04T14:33:16.163" v="311"/>
          <ac:spMkLst>
            <pc:docMk/>
            <pc:sldMk cId="223733262" sldId="290"/>
            <ac:spMk id="6" creationId="{75B91B3F-D77B-D89A-A7A2-1DB8D49DE6C1}"/>
          </ac:spMkLst>
        </pc:spChg>
        <pc:spChg chg="del mod">
          <ac:chgData name="Lukashchuk, Mykola" userId="S::m.lukashchuk@tue.nl::927e6d68-6a86-46af-a647-c6abd25dd571" providerId="AD" clId="Web-{00000000-0000-0000-0000-000000000000}" dt="2026-09-04T14:34:49.966" v="363"/>
          <ac:spMkLst>
            <pc:docMk/>
            <pc:sldMk cId="223733262" sldId="290"/>
            <ac:spMk id="7" creationId="{E5B68853-2B00-08CA-EE0E-7F9DB28C83B3}"/>
          </ac:spMkLst>
        </pc:spChg>
      </pc:sldChg>
      <pc:sldChg chg="addSp delSp modSp modNotes">
        <pc:chgData name="Lukashchuk, Mykola" userId="S::m.lukashchuk@tue.nl::927e6d68-6a86-46af-a647-c6abd25dd571" providerId="AD" clId="Web-{00000000-0000-0000-0000-000000000000}" dt="2026-09-04T14:08:27.239" v="45" actId="1076"/>
        <pc:sldMkLst>
          <pc:docMk/>
          <pc:sldMk cId="884098859" sldId="291"/>
        </pc:sldMkLst>
        <pc:spChg chg="mod">
          <ac:chgData name="Lukashchuk, Mykola" userId="S::m.lukashchuk@tue.nl::927e6d68-6a86-46af-a647-c6abd25dd571" providerId="AD" clId="Web-{00000000-0000-0000-0000-000000000000}" dt="2026-09-04T14:05:58.909" v="36" actId="20577"/>
          <ac:spMkLst>
            <pc:docMk/>
            <pc:sldMk cId="884098859" sldId="291"/>
            <ac:spMk id="6" creationId="{9F3FA552-F7FD-D627-8607-3E881DD5F56B}"/>
          </ac:spMkLst>
        </pc:spChg>
        <pc:spChg chg="del">
          <ac:chgData name="Lukashchuk, Mykola" userId="S::m.lukashchuk@tue.nl::927e6d68-6a86-46af-a647-c6abd25dd571" providerId="AD" clId="Web-{00000000-0000-0000-0000-000000000000}" dt="2026-09-04T14:06:49.269" v="37"/>
          <ac:spMkLst>
            <pc:docMk/>
            <pc:sldMk cId="884098859" sldId="291"/>
            <ac:spMk id="7" creationId="{B4A2971D-1A31-AB07-FE41-7F55DB4FCDB2}"/>
          </ac:spMkLst>
        </pc:spChg>
        <pc:picChg chg="add mod ord">
          <ac:chgData name="Lukashchuk, Mykola" userId="S::m.lukashchuk@tue.nl::927e6d68-6a86-46af-a647-c6abd25dd571" providerId="AD" clId="Web-{00000000-0000-0000-0000-000000000000}" dt="2026-09-04T14:08:27.239" v="45" actId="1076"/>
          <ac:picMkLst>
            <pc:docMk/>
            <pc:sldMk cId="884098859" sldId="291"/>
            <ac:picMk id="2" creationId="{A41DB302-4B1E-745C-D9E8-92262570161A}"/>
          </ac:picMkLst>
        </pc:picChg>
      </pc:sldChg>
      <pc:sldChg chg="new del">
        <pc:chgData name="Lukashchuk, Mykola" userId="S::m.lukashchuk@tue.nl::927e6d68-6a86-46af-a647-c6abd25dd571" providerId="AD" clId="Web-{00000000-0000-0000-0000-000000000000}" dt="2026-09-04T14:05:17.892" v="1"/>
        <pc:sldMkLst>
          <pc:docMk/>
          <pc:sldMk cId="1594582889" sldId="298"/>
        </pc:sldMkLst>
      </pc:sldChg>
      <pc:sldChg chg="delSp modSp new del">
        <pc:chgData name="Lukashchuk, Mykola" userId="S::m.lukashchuk@tue.nl::927e6d68-6a86-46af-a647-c6abd25dd571" providerId="AD" clId="Web-{00000000-0000-0000-0000-000000000000}" dt="2026-09-04T14:10:31.975" v="54"/>
        <pc:sldMkLst>
          <pc:docMk/>
          <pc:sldMk cId="3471513776" sldId="299"/>
        </pc:sldMkLst>
        <pc:spChg chg="del mod">
          <ac:chgData name="Lukashchuk, Mykola" userId="S::m.lukashchuk@tue.nl::927e6d68-6a86-46af-a647-c6abd25dd571" providerId="AD" clId="Web-{00000000-0000-0000-0000-000000000000}" dt="2026-09-04T14:09:46.443" v="51"/>
          <ac:spMkLst>
            <pc:docMk/>
            <pc:sldMk cId="3471513776" sldId="299"/>
            <ac:spMk id="2" creationId="{441183F9-7F4D-3C01-8685-4C52A1E3E6FF}"/>
          </ac:spMkLst>
        </pc:spChg>
        <pc:spChg chg="del">
          <ac:chgData name="Lukashchuk, Mykola" userId="S::m.lukashchuk@tue.nl::927e6d68-6a86-46af-a647-c6abd25dd571" providerId="AD" clId="Web-{00000000-0000-0000-0000-000000000000}" dt="2026-09-04T14:09:49.099" v="52"/>
          <ac:spMkLst>
            <pc:docMk/>
            <pc:sldMk cId="3471513776" sldId="299"/>
            <ac:spMk id="3" creationId="{3C724AD1-1D7F-11BB-2183-4E4B11D0B214}"/>
          </ac:spMkLst>
        </pc:spChg>
        <pc:spChg chg="del">
          <ac:chgData name="Lukashchuk, Mykola" userId="S::m.lukashchuk@tue.nl::927e6d68-6a86-46af-a647-c6abd25dd571" providerId="AD" clId="Web-{00000000-0000-0000-0000-000000000000}" dt="2026-09-04T14:09:58.552" v="53"/>
          <ac:spMkLst>
            <pc:docMk/>
            <pc:sldMk cId="3471513776" sldId="299"/>
            <ac:spMk id="4" creationId="{9DAABCE0-75D6-7248-DA37-2349E0E6E76D}"/>
          </ac:spMkLst>
        </pc:spChg>
      </pc:sldChg>
      <pc:sldChg chg="addSp delSp modSp add ord replId delAnim">
        <pc:chgData name="Lukashchuk, Mykola" userId="S::m.lukashchuk@tue.nl::927e6d68-6a86-46af-a647-c6abd25dd571" providerId="AD" clId="Web-{00000000-0000-0000-0000-000000000000}" dt="2026-09-04T14:18:36.638" v="148" actId="1076"/>
        <pc:sldMkLst>
          <pc:docMk/>
          <pc:sldMk cId="3726467710" sldId="299"/>
        </pc:sldMkLst>
        <pc:spChg chg="mod">
          <ac:chgData name="Lukashchuk, Mykola" userId="S::m.lukashchuk@tue.nl::927e6d68-6a86-46af-a647-c6abd25dd571" providerId="AD" clId="Web-{00000000-0000-0000-0000-000000000000}" dt="2026-09-04T14:11:21.506" v="87" actId="20577"/>
          <ac:spMkLst>
            <pc:docMk/>
            <pc:sldMk cId="3726467710" sldId="299"/>
            <ac:spMk id="2" creationId="{45D485A8-0C1C-C9D7-C977-825B039CEF74}"/>
          </ac:spMkLst>
        </pc:spChg>
        <pc:spChg chg="del">
          <ac:chgData name="Lukashchuk, Mykola" userId="S::m.lukashchuk@tue.nl::927e6d68-6a86-46af-a647-c6abd25dd571" providerId="AD" clId="Web-{00000000-0000-0000-0000-000000000000}" dt="2026-09-04T14:11:06.287" v="65"/>
          <ac:spMkLst>
            <pc:docMk/>
            <pc:sldMk cId="3726467710" sldId="299"/>
            <ac:spMk id="3" creationId="{D2153D49-10E6-18AB-82F1-BC7AED9A0D82}"/>
          </ac:spMkLst>
        </pc:spChg>
        <pc:spChg chg="del mod">
          <ac:chgData name="Lukashchuk, Mykola" userId="S::m.lukashchuk@tue.nl::927e6d68-6a86-46af-a647-c6abd25dd571" providerId="AD" clId="Web-{00000000-0000-0000-0000-000000000000}" dt="2026-09-04T14:11:02.318" v="62"/>
          <ac:spMkLst>
            <pc:docMk/>
            <pc:sldMk cId="3726467710" sldId="299"/>
            <ac:spMk id="8" creationId="{D930C4A9-114D-1F5A-8FA4-E225C2AB2F02}"/>
          </ac:spMkLst>
        </pc:spChg>
        <pc:picChg chg="add mod">
          <ac:chgData name="Lukashchuk, Mykola" userId="S::m.lukashchuk@tue.nl::927e6d68-6a86-46af-a647-c6abd25dd571" providerId="AD" clId="Web-{00000000-0000-0000-0000-000000000000}" dt="2026-09-04T14:18:36.638" v="148" actId="1076"/>
          <ac:picMkLst>
            <pc:docMk/>
            <pc:sldMk cId="3726467710" sldId="299"/>
            <ac:picMk id="4" creationId="{B1A9EE8E-EF76-5444-138E-EFE7DCD124FA}"/>
          </ac:picMkLst>
        </pc:picChg>
        <pc:picChg chg="del">
          <ac:chgData name="Lukashchuk, Mykola" userId="S::m.lukashchuk@tue.nl::927e6d68-6a86-46af-a647-c6abd25dd571" providerId="AD" clId="Web-{00000000-0000-0000-0000-000000000000}" dt="2026-09-04T14:11:05.100" v="64"/>
          <ac:picMkLst>
            <pc:docMk/>
            <pc:sldMk cId="3726467710" sldId="299"/>
            <ac:picMk id="7" creationId="{A36A407E-4CB9-334F-A791-53A7275D39CC}"/>
          </ac:picMkLst>
        </pc:picChg>
        <pc:picChg chg="del">
          <ac:chgData name="Lukashchuk, Mykola" userId="S::m.lukashchuk@tue.nl::927e6d68-6a86-46af-a647-c6abd25dd571" providerId="AD" clId="Web-{00000000-0000-0000-0000-000000000000}" dt="2026-09-04T14:11:04.006" v="63"/>
          <ac:picMkLst>
            <pc:docMk/>
            <pc:sldMk cId="3726467710" sldId="299"/>
            <ac:picMk id="9" creationId="{8726F04F-1E91-ABD0-34CF-5E9A3DB4D6B6}"/>
          </ac:picMkLst>
        </pc:picChg>
        <pc:picChg chg="del">
          <ac:chgData name="Lukashchuk, Mykola" userId="S::m.lukashchuk@tue.nl::927e6d68-6a86-46af-a647-c6abd25dd571" providerId="AD" clId="Web-{00000000-0000-0000-0000-000000000000}" dt="2026-09-04T14:11:08.240" v="66"/>
          <ac:picMkLst>
            <pc:docMk/>
            <pc:sldMk cId="3726467710" sldId="299"/>
            <ac:picMk id="10" creationId="{DD05EFB0-9B9F-8326-AB36-F91195CD32C8}"/>
          </ac:picMkLst>
        </pc:picChg>
      </pc:sldChg>
      <pc:sldChg chg="new del">
        <pc:chgData name="Lukashchuk, Mykola" userId="S::m.lukashchuk@tue.nl::927e6d68-6a86-46af-a647-c6abd25dd571" providerId="AD" clId="Web-{00000000-0000-0000-0000-000000000000}" dt="2026-09-04T14:09:31.115" v="47"/>
        <pc:sldMkLst>
          <pc:docMk/>
          <pc:sldMk cId="3934846255" sldId="299"/>
        </pc:sldMkLst>
      </pc:sldChg>
      <pc:sldChg chg="new del">
        <pc:chgData name="Lukashchuk, Mykola" userId="S::m.lukashchuk@tue.nl::927e6d68-6a86-46af-a647-c6abd25dd571" providerId="AD" clId="Web-{00000000-0000-0000-0000-000000000000}" dt="2026-09-04T14:14:35.075" v="89"/>
        <pc:sldMkLst>
          <pc:docMk/>
          <pc:sldMk cId="723768375" sldId="300"/>
        </pc:sldMkLst>
      </pc:sldChg>
      <pc:sldChg chg="addSp delSp modSp add replId">
        <pc:chgData name="Lukashchuk, Mykola" userId="S::m.lukashchuk@tue.nl::927e6d68-6a86-46af-a647-c6abd25dd571" providerId="AD" clId="Web-{00000000-0000-0000-0000-000000000000}" dt="2026-09-04T14:22:34.551" v="266" actId="1076"/>
        <pc:sldMkLst>
          <pc:docMk/>
          <pc:sldMk cId="2406566866" sldId="300"/>
        </pc:sldMkLst>
        <pc:spChg chg="mod">
          <ac:chgData name="Lukashchuk, Mykola" userId="S::m.lukashchuk@tue.nl::927e6d68-6a86-46af-a647-c6abd25dd571" providerId="AD" clId="Web-{00000000-0000-0000-0000-000000000000}" dt="2026-09-04T14:22:16.348" v="264"/>
          <ac:spMkLst>
            <pc:docMk/>
            <pc:sldMk cId="2406566866" sldId="300"/>
            <ac:spMk id="2" creationId="{6AD578A1-C1EA-EDE0-1FE2-4BF160F90162}"/>
          </ac:spMkLst>
        </pc:spChg>
        <pc:spChg chg="mod ord modVis">
          <ac:chgData name="Lukashchuk, Mykola" userId="S::m.lukashchuk@tue.nl::927e6d68-6a86-46af-a647-c6abd25dd571" providerId="AD" clId="Web-{00000000-0000-0000-0000-000000000000}" dt="2026-09-04T14:22:16.348" v="264"/>
          <ac:spMkLst>
            <pc:docMk/>
            <pc:sldMk cId="2406566866" sldId="300"/>
            <ac:spMk id="6" creationId="{CC61E41A-890A-8067-C2F2-AFCE03EA8D3A}"/>
          </ac:spMkLst>
        </pc:spChg>
        <pc:picChg chg="add del mod">
          <ac:chgData name="Lukashchuk, Mykola" userId="S::m.lukashchuk@tue.nl::927e6d68-6a86-46af-a647-c6abd25dd571" providerId="AD" clId="Web-{00000000-0000-0000-0000-000000000000}" dt="2026-09-04T14:15:44.972" v="143"/>
          <ac:picMkLst>
            <pc:docMk/>
            <pc:sldMk cId="2406566866" sldId="300"/>
            <ac:picMk id="3" creationId="{CDE60B3B-897F-52C8-DAD2-F99F3DF6C506}"/>
          </ac:picMkLst>
        </pc:picChg>
        <pc:picChg chg="add del mod">
          <ac:chgData name="Lukashchuk, Mykola" userId="S::m.lukashchuk@tue.nl::927e6d68-6a86-46af-a647-c6abd25dd571" providerId="AD" clId="Web-{00000000-0000-0000-0000-000000000000}" dt="2026-09-04T14:21:21.487" v="258"/>
          <ac:picMkLst>
            <pc:docMk/>
            <pc:sldMk cId="2406566866" sldId="300"/>
            <ac:picMk id="4" creationId="{C863B736-18B0-664B-A6EE-F6525AEBDA00}"/>
          </ac:picMkLst>
        </pc:picChg>
        <pc:picChg chg="add mod">
          <ac:chgData name="Lukashchuk, Mykola" userId="S::m.lukashchuk@tue.nl::927e6d68-6a86-46af-a647-c6abd25dd571" providerId="AD" clId="Web-{00000000-0000-0000-0000-000000000000}" dt="2026-09-04T14:22:34.551" v="266" actId="1076"/>
          <ac:picMkLst>
            <pc:docMk/>
            <pc:sldMk cId="2406566866" sldId="300"/>
            <ac:picMk id="5" creationId="{AB3F646A-6DA5-C1EA-69D1-5AA1F6A0B0BB}"/>
          </ac:picMkLst>
        </pc:picChg>
      </pc:sldChg>
      <pc:sldChg chg="addSp delSp modSp add replId">
        <pc:chgData name="Lukashchuk, Mykola" userId="S::m.lukashchuk@tue.nl::927e6d68-6a86-46af-a647-c6abd25dd571" providerId="AD" clId="Web-{00000000-0000-0000-0000-000000000000}" dt="2026-09-04T14:28:06.962" v="303" actId="1076"/>
        <pc:sldMkLst>
          <pc:docMk/>
          <pc:sldMk cId="1712625201" sldId="301"/>
        </pc:sldMkLst>
        <pc:spChg chg="mod">
          <ac:chgData name="Lukashchuk, Mykola" userId="S::m.lukashchuk@tue.nl::927e6d68-6a86-46af-a647-c6abd25dd571" providerId="AD" clId="Web-{00000000-0000-0000-0000-000000000000}" dt="2026-09-04T14:26:50.196" v="297" actId="20577"/>
          <ac:spMkLst>
            <pc:docMk/>
            <pc:sldMk cId="1712625201" sldId="301"/>
            <ac:spMk id="2" creationId="{99598039-96FB-8DC6-4415-27C5CB94011A}"/>
          </ac:spMkLst>
        </pc:spChg>
        <pc:picChg chg="add mod">
          <ac:chgData name="Lukashchuk, Mykola" userId="S::m.lukashchuk@tue.nl::927e6d68-6a86-46af-a647-c6abd25dd571" providerId="AD" clId="Web-{00000000-0000-0000-0000-000000000000}" dt="2026-09-04T14:28:06.962" v="303" actId="1076"/>
          <ac:picMkLst>
            <pc:docMk/>
            <pc:sldMk cId="1712625201" sldId="301"/>
            <ac:picMk id="3" creationId="{5FB6A9D9-2266-3502-1475-F15BF35E8495}"/>
          </ac:picMkLst>
        </pc:picChg>
        <pc:picChg chg="del">
          <ac:chgData name="Lukashchuk, Mykola" userId="S::m.lukashchuk@tue.nl::927e6d68-6a86-46af-a647-c6abd25dd571" providerId="AD" clId="Web-{00000000-0000-0000-0000-000000000000}" dt="2026-09-04T14:26:51.571" v="298"/>
          <ac:picMkLst>
            <pc:docMk/>
            <pc:sldMk cId="1712625201" sldId="301"/>
            <ac:picMk id="4" creationId="{AB1C87BF-390B-4BE4-72B3-8037DE712385}"/>
          </ac:picMkLst>
        </pc:picChg>
      </pc:sldChg>
      <pc:sldChg chg="new del">
        <pc:chgData name="Lukashchuk, Mykola" userId="S::m.lukashchuk@tue.nl::927e6d68-6a86-46af-a647-c6abd25dd571" providerId="AD" clId="Web-{00000000-0000-0000-0000-000000000000}" dt="2026-09-04T14:26:33.414" v="270"/>
        <pc:sldMkLst>
          <pc:docMk/>
          <pc:sldMk cId="3339622798" sldId="301"/>
        </pc:sldMkLst>
      </pc:sldChg>
      <pc:sldChg chg="new del">
        <pc:chgData name="Lukashchuk, Mykola" userId="S::m.lukashchuk@tue.nl::927e6d68-6a86-46af-a647-c6abd25dd571" providerId="AD" clId="Web-{00000000-0000-0000-0000-000000000000}" dt="2026-09-04T14:26:23.461" v="268"/>
        <pc:sldMkLst>
          <pc:docMk/>
          <pc:sldMk cId="3488814249" sldId="301"/>
        </pc:sldMkLst>
      </pc:sldChg>
      <pc:sldChg chg="add replId">
        <pc:chgData name="Lukashchuk, Mykola" userId="S::m.lukashchuk@tue.nl::927e6d68-6a86-46af-a647-c6abd25dd571" providerId="AD" clId="Web-{00000000-0000-0000-0000-000000000000}" dt="2026-09-04T14:32:30.128" v="306"/>
        <pc:sldMkLst>
          <pc:docMk/>
          <pc:sldMk cId="1106844777" sldId="302"/>
        </pc:sldMkLst>
      </pc:sldChg>
      <pc:sldChg chg="modSp add replId">
        <pc:chgData name="Lukashchuk, Mykola" userId="S::m.lukashchuk@tue.nl::927e6d68-6a86-46af-a647-c6abd25dd571" providerId="AD" clId="Web-{00000000-0000-0000-0000-000000000000}" dt="2026-09-04T14:34:36.262" v="360" actId="20577"/>
        <pc:sldMkLst>
          <pc:docMk/>
          <pc:sldMk cId="1867932195" sldId="302"/>
        </pc:sldMkLst>
        <pc:spChg chg="mod">
          <ac:chgData name="Lukashchuk, Mykola" userId="S::m.lukashchuk@tue.nl::927e6d68-6a86-46af-a647-c6abd25dd571" providerId="AD" clId="Web-{00000000-0000-0000-0000-000000000000}" dt="2026-09-04T14:33:22.789" v="314"/>
          <ac:spMkLst>
            <pc:docMk/>
            <pc:sldMk cId="1867932195" sldId="302"/>
            <ac:spMk id="6" creationId="{9D93B0E7-F594-57E0-A565-EFE45373F585}"/>
          </ac:spMkLst>
        </pc:spChg>
        <pc:spChg chg="mod">
          <ac:chgData name="Lukashchuk, Mykola" userId="S::m.lukashchuk@tue.nl::927e6d68-6a86-46af-a647-c6abd25dd571" providerId="AD" clId="Web-{00000000-0000-0000-0000-000000000000}" dt="2026-09-04T14:34:36.262" v="360" actId="20577"/>
          <ac:spMkLst>
            <pc:docMk/>
            <pc:sldMk cId="1867932195" sldId="302"/>
            <ac:spMk id="7" creationId="{91E20942-91B8-41D5-4720-CB25884939F6}"/>
          </ac:spMkLst>
        </pc:spChg>
      </pc:sldChg>
      <pc:sldChg chg="new del">
        <pc:chgData name="Lukashchuk, Mykola" userId="S::m.lukashchuk@tue.nl::927e6d68-6a86-46af-a647-c6abd25dd571" providerId="AD" clId="Web-{00000000-0000-0000-0000-000000000000}" dt="2026-09-04T14:32:26.206" v="305"/>
        <pc:sldMkLst>
          <pc:docMk/>
          <pc:sldMk cId="3211475187" sldId="302"/>
        </pc:sldMkLst>
      </pc:sldChg>
      <pc:sldChg chg="del">
        <pc:chgData name="Lukashchuk, Mykola" userId="S::m.lukashchuk@tue.nl::927e6d68-6a86-46af-a647-c6abd25dd571" providerId="AD" clId="Web-{00000000-0000-0000-0000-000000000000}" dt="2026-09-04T14:33:16.413" v="312"/>
        <pc:sldMkLst>
          <pc:docMk/>
          <pc:sldMk cId="1106844777" sldId="303"/>
        </pc:sldMkLst>
      </pc:sldChg>
      <pc:sldChg chg="modSp add ord replId">
        <pc:chgData name="Lukashchuk, Mykola" userId="S::m.lukashchuk@tue.nl::927e6d68-6a86-46af-a647-c6abd25dd571" providerId="AD" clId="Web-{00000000-0000-0000-0000-000000000000}" dt="2026-09-04T14:33:59.151" v="319"/>
        <pc:sldMkLst>
          <pc:docMk/>
          <pc:sldMk cId="3464412558" sldId="303"/>
        </pc:sldMkLst>
        <pc:spChg chg="mod">
          <ac:chgData name="Lukashchuk, Mykola" userId="S::m.lukashchuk@tue.nl::927e6d68-6a86-46af-a647-c6abd25dd571" providerId="AD" clId="Web-{00000000-0000-0000-0000-000000000000}" dt="2026-09-04T14:33:49.603" v="318"/>
          <ac:spMkLst>
            <pc:docMk/>
            <pc:sldMk cId="3464412558" sldId="303"/>
            <ac:spMk id="6" creationId="{217D8DC4-25F6-AD39-77C4-10245574D0A5}"/>
          </ac:spMkLst>
        </pc:spChg>
        <pc:spChg chg="mod">
          <ac:chgData name="Lukashchuk, Mykola" userId="S::m.lukashchuk@tue.nl::927e6d68-6a86-46af-a647-c6abd25dd571" providerId="AD" clId="Web-{00000000-0000-0000-0000-000000000000}" dt="2026-09-04T14:33:59.151" v="319"/>
          <ac:spMkLst>
            <pc:docMk/>
            <pc:sldMk cId="3464412558" sldId="303"/>
            <ac:spMk id="8" creationId="{CB3D233F-FFF0-97EB-F245-E29DB1CDC51C}"/>
          </ac:spMkLst>
        </pc:spChg>
      </pc:sldChg>
    </pc:docChg>
  </pc:docChgLst>
  <pc:docChgLst>
    <pc:chgData name="Ledbetter, Alex" userId="S::a.h.ledbetter@tue.nl::d153b8fa-3c9b-43df-bd2d-76d728ff3ff0" providerId="AD" clId="Web-{083B54CC-E13E-2CA3-8591-41AC57ECEAC4}"/>
    <pc:docChg chg="mod modSld sldOrd">
      <pc:chgData name="Ledbetter, Alex" userId="S::a.h.ledbetter@tue.nl::d153b8fa-3c9b-43df-bd2d-76d728ff3ff0" providerId="AD" clId="Web-{083B54CC-E13E-2CA3-8591-41AC57ECEAC4}" dt="2026-09-03T10:31:44.492" v="3" actId="14100"/>
      <pc:docMkLst>
        <pc:docMk/>
      </pc:docMkLst>
      <pc:sldChg chg="modSp ord">
        <pc:chgData name="Ledbetter, Alex" userId="S::a.h.ledbetter@tue.nl::d153b8fa-3c9b-43df-bd2d-76d728ff3ff0" providerId="AD" clId="Web-{083B54CC-E13E-2CA3-8591-41AC57ECEAC4}" dt="2026-09-03T10:31:44.492" v="3" actId="14100"/>
        <pc:sldMkLst>
          <pc:docMk/>
          <pc:sldMk cId="0" sldId="280"/>
        </pc:sldMkLst>
        <pc:spChg chg="mod">
          <ac:chgData name="Ledbetter, Alex" userId="S::a.h.ledbetter@tue.nl::d153b8fa-3c9b-43df-bd2d-76d728ff3ff0" providerId="AD" clId="Web-{083B54CC-E13E-2CA3-8591-41AC57ECEAC4}" dt="2026-09-03T10:31:44.492" v="3" actId="14100"/>
          <ac:spMkLst>
            <pc:docMk/>
            <pc:sldMk cId="0" sldId="280"/>
            <ac:spMk id="9" creationId="{00000000-0000-0000-0000-000000000000}"/>
          </ac:spMkLst>
        </pc:spChg>
        <pc:picChg chg="mod">
          <ac:chgData name="Ledbetter, Alex" userId="S::a.h.ledbetter@tue.nl::d153b8fa-3c9b-43df-bd2d-76d728ff3ff0" providerId="AD" clId="Web-{083B54CC-E13E-2CA3-8591-41AC57ECEAC4}" dt="2026-09-03T10:31:39.023" v="2" actId="1076"/>
          <ac:picMkLst>
            <pc:docMk/>
            <pc:sldMk cId="0" sldId="280"/>
            <ac:picMk id="10" creationId="{00000000-0000-0000-0000-000000000000}"/>
          </ac:picMkLst>
        </pc:picChg>
      </pc:sldChg>
    </pc:docChg>
  </pc:docChgLst>
  <pc:docChgLst>
    <pc:chgData name="Ledbetter, Alex" userId="S::a.h.ledbetter@tue.nl::d153b8fa-3c9b-43df-bd2d-76d728ff3ff0" providerId="AD" clId="Web-{8A132622-C2EA-53AD-DDAC-CAD0B9788F3A}"/>
    <pc:docChg chg="sldOrd">
      <pc:chgData name="Ledbetter, Alex" userId="S::a.h.ledbetter@tue.nl::d153b8fa-3c9b-43df-bd2d-76d728ff3ff0" providerId="AD" clId="Web-{8A132622-C2EA-53AD-DDAC-CAD0B9788F3A}" dt="2026-09-04T07:11:04.337" v="0"/>
      <pc:docMkLst>
        <pc:docMk/>
      </pc:docMkLst>
      <pc:sldChg chg="ord">
        <pc:chgData name="Ledbetter, Alex" userId="S::a.h.ledbetter@tue.nl::d153b8fa-3c9b-43df-bd2d-76d728ff3ff0" providerId="AD" clId="Web-{8A132622-C2EA-53AD-DDAC-CAD0B9788F3A}" dt="2026-09-04T07:11:04.337" v="0"/>
        <pc:sldMkLst>
          <pc:docMk/>
          <pc:sldMk cId="0" sldId="269"/>
        </pc:sldMkLst>
      </pc:sldChg>
    </pc:docChg>
  </pc:docChgLst>
  <pc:docChgLst>
    <pc:chgData name="Lukashchuk, Mykola" userId="S::m.lukashchuk@tue.nl::927e6d68-6a86-46af-a647-c6abd25dd571" providerId="AD" clId="Web-{66502BDE-3426-AC06-870C-4ED213A505ED}"/>
    <pc:docChg chg="modSld">
      <pc:chgData name="Lukashchuk, Mykola" userId="S::m.lukashchuk@tue.nl::927e6d68-6a86-46af-a647-c6abd25dd571" providerId="AD" clId="Web-{66502BDE-3426-AC06-870C-4ED213A505ED}" dt="2026-09-04T11:16:17.353" v="2" actId="14100"/>
      <pc:docMkLst>
        <pc:docMk/>
      </pc:docMkLst>
      <pc:sldChg chg="modSp">
        <pc:chgData name="Lukashchuk, Mykola" userId="S::m.lukashchuk@tue.nl::927e6d68-6a86-46af-a647-c6abd25dd571" providerId="AD" clId="Web-{66502BDE-3426-AC06-870C-4ED213A505ED}" dt="2026-09-04T11:16:17.353" v="2" actId="14100"/>
        <pc:sldMkLst>
          <pc:docMk/>
          <pc:sldMk cId="2769189401" sldId="257"/>
        </pc:sldMkLst>
        <pc:spChg chg="mod">
          <ac:chgData name="Lukashchuk, Mykola" userId="S::m.lukashchuk@tue.nl::927e6d68-6a86-46af-a647-c6abd25dd571" providerId="AD" clId="Web-{66502BDE-3426-AC06-870C-4ED213A505ED}" dt="2026-09-04T11:16:17.353" v="2" actId="14100"/>
          <ac:spMkLst>
            <pc:docMk/>
            <pc:sldMk cId="2769189401" sldId="257"/>
            <ac:spMk id="3" creationId="{A1C5E6A0-AEC3-4D43-6E6A-DF67D75A9A72}"/>
          </ac:spMkLst>
        </pc:spChg>
        <pc:picChg chg="mod">
          <ac:chgData name="Lukashchuk, Mykola" userId="S::m.lukashchuk@tue.nl::927e6d68-6a86-46af-a647-c6abd25dd571" providerId="AD" clId="Web-{66502BDE-3426-AC06-870C-4ED213A505ED}" dt="2026-09-04T11:15:49.226" v="0" actId="1076"/>
          <ac:picMkLst>
            <pc:docMk/>
            <pc:sldMk cId="2769189401" sldId="257"/>
            <ac:picMk id="5" creationId="{486F4DC8-167A-99A6-7076-77E8530E7281}"/>
          </ac:picMkLst>
        </pc:picChg>
      </pc:sldChg>
    </pc:docChg>
  </pc:docChgLst>
  <pc:docChgLst>
    <pc:chgData name="Kouw, Wouter" userId="S::w.m.kouw@tue.nl::181af57e-047a-4b62-bb15-f1772c70f045" providerId="AD" clId="Web-{39934B03-1908-6968-FE23-F0BE52CC2F7F}"/>
    <pc:docChg chg="addSld modSection">
      <pc:chgData name="Kouw, Wouter" userId="S::w.m.kouw@tue.nl::181af57e-047a-4b62-bb15-f1772c70f045" providerId="AD" clId="Web-{39934B03-1908-6968-FE23-F0BE52CC2F7F}" dt="2026-09-02T16:05:38.916" v="0"/>
      <pc:docMkLst>
        <pc:docMk/>
      </pc:docMkLst>
    </pc:docChg>
  </pc:docChgLst>
  <pc:docChgLst>
    <pc:chgData name="Ledbetter, Alex" userId="d153b8fa-3c9b-43df-bd2d-76d728ff3ff0" providerId="ADAL" clId="{319FC82E-48AE-4E97-A8FE-A4493AC253A4}"/>
    <pc:docChg chg="undo custSel addSld modSld modSection">
      <pc:chgData name="Ledbetter, Alex" userId="d153b8fa-3c9b-43df-bd2d-76d728ff3ff0" providerId="ADAL" clId="{319FC82E-48AE-4E97-A8FE-A4493AC253A4}" dt="2026-09-04T17:12:04.123" v="9612" actId="20577"/>
      <pc:docMkLst>
        <pc:docMk/>
      </pc:docMkLst>
      <pc:sldChg chg="addSp delSp modSp mod">
        <pc:chgData name="Ledbetter, Alex" userId="d153b8fa-3c9b-43df-bd2d-76d728ff3ff0" providerId="ADAL" clId="{319FC82E-48AE-4E97-A8FE-A4493AC253A4}" dt="2026-09-04T14:06:01.978" v="24" actId="478"/>
        <pc:sldMkLst>
          <pc:docMk/>
          <pc:sldMk cId="2769189401" sldId="257"/>
        </pc:sldMkLst>
        <pc:spChg chg="mod">
          <ac:chgData name="Ledbetter, Alex" userId="d153b8fa-3c9b-43df-bd2d-76d728ff3ff0" providerId="ADAL" clId="{319FC82E-48AE-4E97-A8FE-A4493AC253A4}" dt="2026-09-04T13:49:50.105" v="13" actId="27636"/>
          <ac:spMkLst>
            <pc:docMk/>
            <pc:sldMk cId="2769189401" sldId="257"/>
            <ac:spMk id="3" creationId="{A1C5E6A0-AEC3-4D43-6E6A-DF67D75A9A72}"/>
          </ac:spMkLst>
        </pc:spChg>
        <pc:spChg chg="add del mod">
          <ac:chgData name="Ledbetter, Alex" userId="d153b8fa-3c9b-43df-bd2d-76d728ff3ff0" providerId="ADAL" clId="{319FC82E-48AE-4E97-A8FE-A4493AC253A4}" dt="2026-09-04T14:05:56.073" v="23"/>
          <ac:spMkLst>
            <pc:docMk/>
            <pc:sldMk cId="2769189401" sldId="257"/>
            <ac:spMk id="4" creationId="{B093481D-60CD-6FEF-23D8-376EEA105A01}"/>
          </ac:spMkLst>
        </pc:spChg>
        <pc:spChg chg="mod">
          <ac:chgData name="Ledbetter, Alex" userId="d153b8fa-3c9b-43df-bd2d-76d728ff3ff0" providerId="ADAL" clId="{319FC82E-48AE-4E97-A8FE-A4493AC253A4}" dt="2026-09-04T13:49:21.298" v="7" actId="1076"/>
          <ac:spMkLst>
            <pc:docMk/>
            <pc:sldMk cId="2769189401" sldId="257"/>
            <ac:spMk id="8" creationId="{E4F41FC7-3336-D001-9410-BF9B9A1F751C}"/>
          </ac:spMkLst>
        </pc:spChg>
        <pc:picChg chg="mod">
          <ac:chgData name="Ledbetter, Alex" userId="d153b8fa-3c9b-43df-bd2d-76d728ff3ff0" providerId="ADAL" clId="{319FC82E-48AE-4E97-A8FE-A4493AC253A4}" dt="2026-09-04T13:49:21.298" v="7" actId="1076"/>
          <ac:picMkLst>
            <pc:docMk/>
            <pc:sldMk cId="2769189401" sldId="257"/>
            <ac:picMk id="5" creationId="{486F4DC8-167A-99A6-7076-77E8530E7281}"/>
          </ac:picMkLst>
        </pc:picChg>
        <pc:picChg chg="mod">
          <ac:chgData name="Ledbetter, Alex" userId="d153b8fa-3c9b-43df-bd2d-76d728ff3ff0" providerId="ADAL" clId="{319FC82E-48AE-4E97-A8FE-A4493AC253A4}" dt="2026-09-04T13:49:21.298" v="7" actId="1076"/>
          <ac:picMkLst>
            <pc:docMk/>
            <pc:sldMk cId="2769189401" sldId="257"/>
            <ac:picMk id="6" creationId="{8900BF24-C268-99A1-CB3C-F6A71D4C7268}"/>
          </ac:picMkLst>
        </pc:picChg>
        <pc:picChg chg="mod">
          <ac:chgData name="Ledbetter, Alex" userId="d153b8fa-3c9b-43df-bd2d-76d728ff3ff0" providerId="ADAL" clId="{319FC82E-48AE-4E97-A8FE-A4493AC253A4}" dt="2026-09-04T13:50:19.671" v="20" actId="1076"/>
          <ac:picMkLst>
            <pc:docMk/>
            <pc:sldMk cId="2769189401" sldId="257"/>
            <ac:picMk id="7" creationId="{90167E43-7823-7442-80D7-2EC29321D5C0}"/>
          </ac:picMkLst>
        </pc:picChg>
        <pc:picChg chg="mod">
          <ac:chgData name="Ledbetter, Alex" userId="d153b8fa-3c9b-43df-bd2d-76d728ff3ff0" providerId="ADAL" clId="{319FC82E-48AE-4E97-A8FE-A4493AC253A4}" dt="2026-09-04T13:50:16.677" v="18" actId="1076"/>
          <ac:picMkLst>
            <pc:docMk/>
            <pc:sldMk cId="2769189401" sldId="257"/>
            <ac:picMk id="9" creationId="{190BA956-E4CF-892E-0B52-3256800B654A}"/>
          </ac:picMkLst>
        </pc:picChg>
        <pc:picChg chg="mod">
          <ac:chgData name="Ledbetter, Alex" userId="d153b8fa-3c9b-43df-bd2d-76d728ff3ff0" providerId="ADAL" clId="{319FC82E-48AE-4E97-A8FE-A4493AC253A4}" dt="2026-09-04T13:50:01.752" v="14" actId="1076"/>
          <ac:picMkLst>
            <pc:docMk/>
            <pc:sldMk cId="2769189401" sldId="257"/>
            <ac:picMk id="11" creationId="{4590C33E-8CFC-A82E-E116-83FEC0542155}"/>
          </ac:picMkLst>
        </pc:picChg>
        <pc:picChg chg="del">
          <ac:chgData name="Ledbetter, Alex" userId="d153b8fa-3c9b-43df-bd2d-76d728ff3ff0" providerId="ADAL" clId="{319FC82E-48AE-4E97-A8FE-A4493AC253A4}" dt="2026-09-04T14:06:01.978" v="24" actId="478"/>
          <ac:picMkLst>
            <pc:docMk/>
            <pc:sldMk cId="2769189401" sldId="257"/>
            <ac:picMk id="13" creationId="{15C111D3-6BBA-EE9E-2F76-0EFBDDA6A81F}"/>
          </ac:picMkLst>
        </pc:picChg>
      </pc:sldChg>
      <pc:sldChg chg="addSp modSp mod modNotesTx">
        <pc:chgData name="Ledbetter, Alex" userId="d153b8fa-3c9b-43df-bd2d-76d728ff3ff0" providerId="ADAL" clId="{319FC82E-48AE-4E97-A8FE-A4493AC253A4}" dt="2026-09-04T17:12:04.123" v="9612" actId="20577"/>
        <pc:sldMkLst>
          <pc:docMk/>
          <pc:sldMk cId="1209517097" sldId="288"/>
        </pc:sldMkLst>
        <pc:spChg chg="mod">
          <ac:chgData name="Ledbetter, Alex" userId="d153b8fa-3c9b-43df-bd2d-76d728ff3ff0" providerId="ADAL" clId="{319FC82E-48AE-4E97-A8FE-A4493AC253A4}" dt="2026-09-04T14:06:40.730" v="35" actId="20577"/>
          <ac:spMkLst>
            <pc:docMk/>
            <pc:sldMk cId="1209517097" sldId="288"/>
            <ac:spMk id="2" creationId="{4F00810C-347B-18FB-67F3-40F0A27AEBF4}"/>
          </ac:spMkLst>
        </pc:spChg>
        <pc:spChg chg="add mod">
          <ac:chgData name="Ledbetter, Alex" userId="d153b8fa-3c9b-43df-bd2d-76d728ff3ff0" providerId="ADAL" clId="{319FC82E-48AE-4E97-A8FE-A4493AC253A4}" dt="2026-09-04T14:19:14.178" v="929" actId="20577"/>
          <ac:spMkLst>
            <pc:docMk/>
            <pc:sldMk cId="1209517097" sldId="288"/>
            <ac:spMk id="3" creationId="{8FC5B2EB-16F0-14AC-A763-91B8EBBF8231}"/>
          </ac:spMkLst>
        </pc:spChg>
        <pc:spChg chg="add mod">
          <ac:chgData name="Ledbetter, Alex" userId="d153b8fa-3c9b-43df-bd2d-76d728ff3ff0" providerId="ADAL" clId="{319FC82E-48AE-4E97-A8FE-A4493AC253A4}" dt="2026-09-04T15:03:41.882" v="4312" actId="20577"/>
          <ac:spMkLst>
            <pc:docMk/>
            <pc:sldMk cId="1209517097" sldId="288"/>
            <ac:spMk id="5" creationId="{3F03B7BB-8C5F-4A07-9613-3A4A200A6933}"/>
          </ac:spMkLst>
        </pc:spChg>
        <pc:spChg chg="mod">
          <ac:chgData name="Ledbetter, Alex" userId="d153b8fa-3c9b-43df-bd2d-76d728ff3ff0" providerId="ADAL" clId="{319FC82E-48AE-4E97-A8FE-A4493AC253A4}" dt="2026-09-04T14:19:25.901" v="949" actId="20577"/>
          <ac:spMkLst>
            <pc:docMk/>
            <pc:sldMk cId="1209517097" sldId="288"/>
            <ac:spMk id="7" creationId="{F330C549-E42B-6959-FC5A-C506273D4B2F}"/>
          </ac:spMkLst>
        </pc:spChg>
        <pc:spChg chg="mod">
          <ac:chgData name="Ledbetter, Alex" userId="d153b8fa-3c9b-43df-bd2d-76d728ff3ff0" providerId="ADAL" clId="{319FC82E-48AE-4E97-A8FE-A4493AC253A4}" dt="2026-09-04T14:19:20.681" v="942" actId="20577"/>
          <ac:spMkLst>
            <pc:docMk/>
            <pc:sldMk cId="1209517097" sldId="288"/>
            <ac:spMk id="9" creationId="{FE3E6C40-28A7-8E37-8C4A-C4DCFC82E921}"/>
          </ac:spMkLst>
        </pc:spChg>
      </pc:sldChg>
      <pc:sldChg chg="modSp new mod">
        <pc:chgData name="Ledbetter, Alex" userId="d153b8fa-3c9b-43df-bd2d-76d728ff3ff0" providerId="ADAL" clId="{319FC82E-48AE-4E97-A8FE-A4493AC253A4}" dt="2026-09-04T17:00:45.869" v="9489" actId="20577"/>
        <pc:sldMkLst>
          <pc:docMk/>
          <pc:sldMk cId="2860035172" sldId="308"/>
        </pc:sldMkLst>
        <pc:spChg chg="mod">
          <ac:chgData name="Ledbetter, Alex" userId="d153b8fa-3c9b-43df-bd2d-76d728ff3ff0" providerId="ADAL" clId="{319FC82E-48AE-4E97-A8FE-A4493AC253A4}" dt="2026-09-04T17:00:40.463" v="9482" actId="20577"/>
          <ac:spMkLst>
            <pc:docMk/>
            <pc:sldMk cId="2860035172" sldId="308"/>
            <ac:spMk id="2" creationId="{C5708759-DEE7-4D5F-8E1F-3BFC32F388E6}"/>
          </ac:spMkLst>
        </pc:spChg>
        <pc:spChg chg="mod">
          <ac:chgData name="Ledbetter, Alex" userId="d153b8fa-3c9b-43df-bd2d-76d728ff3ff0" providerId="ADAL" clId="{319FC82E-48AE-4E97-A8FE-A4493AC253A4}" dt="2026-09-04T17:00:45.869" v="9489" actId="20577"/>
          <ac:spMkLst>
            <pc:docMk/>
            <pc:sldMk cId="2860035172" sldId="308"/>
            <ac:spMk id="3" creationId="{C7B77149-E927-1345-179D-7A1B4E319EB9}"/>
          </ac:spMkLst>
        </pc:spChg>
      </pc:sldChg>
      <pc:sldChg chg="modSp add mod">
        <pc:chgData name="Ledbetter, Alex" userId="d153b8fa-3c9b-43df-bd2d-76d728ff3ff0" providerId="ADAL" clId="{319FC82E-48AE-4E97-A8FE-A4493AC253A4}" dt="2026-09-04T17:01:02.051" v="9504" actId="20577"/>
        <pc:sldMkLst>
          <pc:docMk/>
          <pc:sldMk cId="2746832175" sldId="309"/>
        </pc:sldMkLst>
        <pc:spChg chg="mod">
          <ac:chgData name="Ledbetter, Alex" userId="d153b8fa-3c9b-43df-bd2d-76d728ff3ff0" providerId="ADAL" clId="{319FC82E-48AE-4E97-A8FE-A4493AC253A4}" dt="2026-09-04T17:01:02.051" v="9504" actId="20577"/>
          <ac:spMkLst>
            <pc:docMk/>
            <pc:sldMk cId="2746832175" sldId="309"/>
            <ac:spMk id="2" creationId="{24E9EA8D-837B-F0E8-5BA7-8D7F4D5F9A43}"/>
          </ac:spMkLst>
        </pc:spChg>
      </pc:sldChg>
      <pc:sldChg chg="modSp add mod">
        <pc:chgData name="Ledbetter, Alex" userId="d153b8fa-3c9b-43df-bd2d-76d728ff3ff0" providerId="ADAL" clId="{319FC82E-48AE-4E97-A8FE-A4493AC253A4}" dt="2026-09-04T17:01:26.626" v="9543" actId="20577"/>
        <pc:sldMkLst>
          <pc:docMk/>
          <pc:sldMk cId="3735694397" sldId="310"/>
        </pc:sldMkLst>
        <pc:spChg chg="mod">
          <ac:chgData name="Ledbetter, Alex" userId="d153b8fa-3c9b-43df-bd2d-76d728ff3ff0" providerId="ADAL" clId="{319FC82E-48AE-4E97-A8FE-A4493AC253A4}" dt="2026-09-04T17:01:26.626" v="9543" actId="20577"/>
          <ac:spMkLst>
            <pc:docMk/>
            <pc:sldMk cId="3735694397" sldId="310"/>
            <ac:spMk id="2" creationId="{928AC505-45BC-4ED2-17B5-4BA38762279B}"/>
          </ac:spMkLst>
        </pc:spChg>
      </pc:sldChg>
    </pc:docChg>
  </pc:docChgLst>
  <pc:docChgLst>
    <pc:chgData name="Ledbetter, Alex" userId="S::a.h.ledbetter@tue.nl::d153b8fa-3c9b-43df-bd2d-76d728ff3ff0" providerId="AD" clId="Web-{6582218A-49BA-EEEA-33E5-A78290CA9399}"/>
    <pc:docChg chg="addSld modSld modSection">
      <pc:chgData name="Ledbetter, Alex" userId="S::a.h.ledbetter@tue.nl::d153b8fa-3c9b-43df-bd2d-76d728ff3ff0" providerId="AD" clId="Web-{6582218A-49BA-EEEA-33E5-A78290CA9399}" dt="2026-09-03T12:10:15.664" v="54"/>
      <pc:docMkLst>
        <pc:docMk/>
      </pc:docMkLst>
      <pc:sldChg chg="modSp">
        <pc:chgData name="Ledbetter, Alex" userId="S::a.h.ledbetter@tue.nl::d153b8fa-3c9b-43df-bd2d-76d728ff3ff0" providerId="AD" clId="Web-{6582218A-49BA-EEEA-33E5-A78290CA9399}" dt="2026-09-03T12:09:24.208" v="51"/>
        <pc:sldMkLst>
          <pc:docMk/>
          <pc:sldMk cId="0" sldId="277"/>
        </pc:sldMkLst>
        <pc:picChg chg="mod modCrop">
          <ac:chgData name="Ledbetter, Alex" userId="S::a.h.ledbetter@tue.nl::d153b8fa-3c9b-43df-bd2d-76d728ff3ff0" providerId="AD" clId="Web-{6582218A-49BA-EEEA-33E5-A78290CA9399}" dt="2026-09-03T12:09:24.208" v="51"/>
          <ac:picMkLst>
            <pc:docMk/>
            <pc:sldMk cId="0" sldId="277"/>
            <ac:picMk id="14" creationId="{00000000-0000-0000-0000-000000000000}"/>
          </ac:picMkLst>
        </pc:picChg>
      </pc:sldChg>
      <pc:sldChg chg="addSp delSp modSp new">
        <pc:chgData name="Ledbetter, Alex" userId="S::a.h.ledbetter@tue.nl::d153b8fa-3c9b-43df-bd2d-76d728ff3ff0" providerId="AD" clId="Web-{6582218A-49BA-EEEA-33E5-A78290CA9399}" dt="2026-09-03T12:10:15.664" v="54"/>
        <pc:sldMkLst>
          <pc:docMk/>
          <pc:sldMk cId="387444520" sldId="282"/>
        </pc:sldMkLst>
        <pc:spChg chg="mod">
          <ac:chgData name="Ledbetter, Alex" userId="S::a.h.ledbetter@tue.nl::d153b8fa-3c9b-43df-bd2d-76d728ff3ff0" providerId="AD" clId="Web-{6582218A-49BA-EEEA-33E5-A78290CA9399}" dt="2026-09-03T12:02:16.108" v="29"/>
          <ac:spMkLst>
            <pc:docMk/>
            <pc:sldMk cId="387444520" sldId="282"/>
            <ac:spMk id="2" creationId="{BB828B4F-F498-4280-BA6C-D916C0880F60}"/>
          </ac:spMkLst>
        </pc:spChg>
        <pc:spChg chg="mod">
          <ac:chgData name="Ledbetter, Alex" userId="S::a.h.ledbetter@tue.nl::d153b8fa-3c9b-43df-bd2d-76d728ff3ff0" providerId="AD" clId="Web-{6582218A-49BA-EEEA-33E5-A78290CA9399}" dt="2026-09-03T12:02:50.672" v="41" actId="20577"/>
          <ac:spMkLst>
            <pc:docMk/>
            <pc:sldMk cId="387444520" sldId="282"/>
            <ac:spMk id="3" creationId="{30818E2B-862C-451E-E5F0-9F69E9D8482B}"/>
          </ac:spMkLst>
        </pc:spChg>
        <pc:picChg chg="add del mod">
          <ac:chgData name="Ledbetter, Alex" userId="S::a.h.ledbetter@tue.nl::d153b8fa-3c9b-43df-bd2d-76d728ff3ff0" providerId="AD" clId="Web-{6582218A-49BA-EEEA-33E5-A78290CA9399}" dt="2026-09-03T12:03:29.144" v="46"/>
          <ac:picMkLst>
            <pc:docMk/>
            <pc:sldMk cId="387444520" sldId="282"/>
            <ac:picMk id="6" creationId="{39DC08A5-399B-5935-127E-C193138A178F}"/>
          </ac:picMkLst>
        </pc:picChg>
        <pc:picChg chg="add del mod">
          <ac:chgData name="Ledbetter, Alex" userId="S::a.h.ledbetter@tue.nl::d153b8fa-3c9b-43df-bd2d-76d728ff3ff0" providerId="AD" clId="Web-{6582218A-49BA-EEEA-33E5-A78290CA9399}" dt="2026-09-03T12:03:36.238" v="47"/>
          <ac:picMkLst>
            <pc:docMk/>
            <pc:sldMk cId="387444520" sldId="282"/>
            <ac:picMk id="7" creationId="{8483202D-CB9D-3B08-D408-F4BB240A3326}"/>
          </ac:picMkLst>
        </pc:picChg>
        <pc:picChg chg="add del mod">
          <ac:chgData name="Ledbetter, Alex" userId="S::a.h.ledbetter@tue.nl::d153b8fa-3c9b-43df-bd2d-76d728ff3ff0" providerId="AD" clId="Web-{6582218A-49BA-EEEA-33E5-A78290CA9399}" dt="2026-09-03T12:10:15.664" v="54"/>
          <ac:picMkLst>
            <pc:docMk/>
            <pc:sldMk cId="387444520" sldId="282"/>
            <ac:picMk id="8" creationId="{42F7E24A-BDF8-FFA3-737A-C3A3C3AAF223}"/>
          </ac:picMkLst>
        </pc:picChg>
      </pc:sldChg>
      <pc:sldChg chg="new">
        <pc:chgData name="Ledbetter, Alex" userId="S::a.h.ledbetter@tue.nl::d153b8fa-3c9b-43df-bd2d-76d728ff3ff0" providerId="AD" clId="Web-{6582218A-49BA-EEEA-33E5-A78290CA9399}" dt="2026-09-03T11:59:13.687" v="1"/>
        <pc:sldMkLst>
          <pc:docMk/>
          <pc:sldMk cId="4123703414" sldId="283"/>
        </pc:sldMkLst>
      </pc:sldChg>
      <pc:sldChg chg="new">
        <pc:chgData name="Ledbetter, Alex" userId="S::a.h.ledbetter@tue.nl::d153b8fa-3c9b-43df-bd2d-76d728ff3ff0" providerId="AD" clId="Web-{6582218A-49BA-EEEA-33E5-A78290CA9399}" dt="2026-09-03T11:59:16.328" v="2"/>
        <pc:sldMkLst>
          <pc:docMk/>
          <pc:sldMk cId="3226109829" sldId="284"/>
        </pc:sldMkLst>
      </pc:sldChg>
      <pc:sldChg chg="new">
        <pc:chgData name="Ledbetter, Alex" userId="S::a.h.ledbetter@tue.nl::d153b8fa-3c9b-43df-bd2d-76d728ff3ff0" providerId="AD" clId="Web-{6582218A-49BA-EEEA-33E5-A78290CA9399}" dt="2026-09-03T11:59:18.016" v="3"/>
        <pc:sldMkLst>
          <pc:docMk/>
          <pc:sldMk cId="1182412578" sldId="285"/>
        </pc:sldMkLst>
      </pc:sldChg>
    </pc:docChg>
  </pc:docChgLst>
  <pc:docChgLst>
    <pc:chgData name="Ledbetter, Alex" userId="S::a.h.ledbetter@tue.nl::d153b8fa-3c9b-43df-bd2d-76d728ff3ff0" providerId="AD" clId="Web-{9BD887B5-974F-7515-3018-6F57B390F672}"/>
    <pc:docChg chg="modSld">
      <pc:chgData name="Ledbetter, Alex" userId="S::a.h.ledbetter@tue.nl::d153b8fa-3c9b-43df-bd2d-76d728ff3ff0" providerId="AD" clId="Web-{9BD887B5-974F-7515-3018-6F57B390F672}" dt="2026-09-04T11:15:54.060" v="8" actId="14100"/>
      <pc:docMkLst>
        <pc:docMk/>
      </pc:docMkLst>
      <pc:sldChg chg="modSp">
        <pc:chgData name="Ledbetter, Alex" userId="S::a.h.ledbetter@tue.nl::d153b8fa-3c9b-43df-bd2d-76d728ff3ff0" providerId="AD" clId="Web-{9BD887B5-974F-7515-3018-6F57B390F672}" dt="2026-09-04T11:15:54.060" v="8" actId="14100"/>
        <pc:sldMkLst>
          <pc:docMk/>
          <pc:sldMk cId="2769189401" sldId="257"/>
        </pc:sldMkLst>
        <pc:spChg chg="mod">
          <ac:chgData name="Ledbetter, Alex" userId="S::a.h.ledbetter@tue.nl::d153b8fa-3c9b-43df-bd2d-76d728ff3ff0" providerId="AD" clId="Web-{9BD887B5-974F-7515-3018-6F57B390F672}" dt="2026-09-04T11:15:54.060" v="8" actId="14100"/>
          <ac:spMkLst>
            <pc:docMk/>
            <pc:sldMk cId="2769189401" sldId="257"/>
            <ac:spMk id="3" creationId="{A1C5E6A0-AEC3-4D43-6E6A-DF67D75A9A72}"/>
          </ac:spMkLst>
        </pc:spChg>
      </pc:sldChg>
    </pc:docChg>
  </pc:docChgLst>
</pc:chgInfo>
</file>

<file path=ppt/comments/modernComment_103_2CA3C469.xml><?xml version="1.0" encoding="utf-8"?>
<p188:cmLst xmlns:a="http://schemas.openxmlformats.org/drawingml/2006/main" xmlns:r="http://schemas.openxmlformats.org/officeDocument/2006/relationships" xmlns:p188="http://schemas.microsoft.com/office/powerpoint/2018/8/main">
  <p188:cm id="{25062978-CDF6-4392-8802-0FD3943C1A06}" authorId="{B4F7C87D-726B-09C6-B6C7-EE23ED915EFC}" status="resolved" created="2026-09-03T10:24:37.039" complete="100000">
    <pc:sldMkLst xmlns:pc="http://schemas.microsoft.com/office/powerpoint/2013/main/command">
      <pc:docMk/>
      <pc:sldMk cId="748930153" sldId="259"/>
    </pc:sldMkLst>
    <p188:replyLst>
      <p188:reply id="{8BDD1385-4F09-4E3E-BF0B-22343D8E9C56}" authorId="{60D18FD7-CE84-5A8A-6AA3-EFABA8066D6B}" created="2026-09-03T21:23:33.516">
        <p188:txBody>
          <a:bodyPr/>
          <a:lstStyle/>
          <a:p>
            <a:r>
              <a:rPr lang="en-US"/>
              <a:t>I’ve significantly simplified it. Hope it reads better.</a:t>
            </a:r>
          </a:p>
        </p188:txBody>
      </p188:reply>
    </p188:replyLst>
    <p188:txBody>
      <a:bodyPr/>
      <a:lstStyle/>
      <a:p>
        <a:r>
          <a:rPr lang="en-US"/>
          <a:t>I personally found the presentation difficult to follow. I think slides 3-11 could be quite less and made more simple.</a:t>
        </a:r>
      </a:p>
    </p188:txBody>
    <p188:extLst>
      <p:ext xmlns:p="http://schemas.openxmlformats.org/presentationml/2006/main" uri="{57CB4572-C831-44C2-8A1C-0ADB6CCDFE69}">
        <p223:reactions xmlns:p223="http://schemas.microsoft.com/office/powerpoint/2022/03/main">
          <p223:rxn type="👍">
            <p223:instance time="2026-09-03T21:23:08.919" authorId="{60D18FD7-CE84-5A8A-6AA3-EFABA8066D6B}"/>
          </p223:rxn>
        </p223:reactions>
      </p:ext>
    </p188:extLst>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7294BFCC-ED4E-4CCF-B5D9-2E5F2BE94077}" authorId="{B4F7C87D-726B-09C6-B6C7-EE23ED915EFC}" status="resolved" created="2026-09-03T09:44:25.117" complete="100000">
    <pc:sldMkLst xmlns:pc="http://schemas.microsoft.com/office/powerpoint/2013/main/command">
      <pc:docMk/>
      <pc:sldMk cId="0" sldId="261"/>
    </pc:sldMkLst>
    <p188:txBody>
      <a:bodyPr/>
      <a:lstStyle/>
      <a:p>
        <a:r>
          <a:rPr lang="en-US"/>
          <a:t>I do not know what a tiled accelerator is</a:t>
        </a:r>
      </a:p>
    </p188:txBody>
  </p188:cm>
  <p188:cm id="{F63C36A0-897E-45C3-B84B-EF80EE5B0FB6}" authorId="{B4F7C87D-726B-09C6-B6C7-EE23ED915EFC}" status="resolved" created="2026-09-03T09:44:46.743" complete="100000">
    <pc:sldMkLst xmlns:pc="http://schemas.microsoft.com/office/powerpoint/2013/main/command">
      <pc:docMk/>
      <pc:sldMk cId="0" sldId="261"/>
    </pc:sldMkLst>
    <p188:txBody>
      <a:bodyPr/>
      <a:lstStyle/>
      <a:p>
        <a:r>
          <a:rPr lang="en-US"/>
          <a:t>I do not know what a die is</a:t>
        </a:r>
      </a:p>
    </p188:txBody>
  </p188:cm>
  <p188:cm id="{DBD9E320-B411-451D-B13C-752903E8CCE5}" authorId="{B4F7C87D-726B-09C6-B6C7-EE23ED915EFC}" status="resolved" created="2026-09-03T09:45:00.806" complete="100000">
    <pc:sldMkLst xmlns:pc="http://schemas.microsoft.com/office/powerpoint/2013/main/command">
      <pc:docMk/>
      <pc:sldMk cId="0" sldId="261"/>
    </pc:sldMkLst>
    <p188:txBody>
      <a:bodyPr/>
      <a:lstStyle/>
      <a:p>
        <a:r>
          <a:rPr lang="en-US"/>
          <a:t>heat spread is not "fast"</a:t>
        </a:r>
      </a:p>
    </p188:txBody>
    <p188:extLst>
      <p:ext xmlns:p="http://schemas.openxmlformats.org/presentationml/2006/main" uri="{57CB4572-C831-44C2-8A1C-0ADB6CCDFE69}">
        <p223:reactions xmlns:p223="http://schemas.microsoft.com/office/powerpoint/2022/03/main">
          <p223:rxn type="👍">
            <p223:instance time="2026-09-03T18:37:39.572" authorId="{60D18FD7-CE84-5A8A-6AA3-EFABA8066D6B}"/>
          </p223:rxn>
        </p223:reactions>
      </p:ext>
    </p188:extLst>
  </p188:cm>
  <p188:cm id="{B1D6A36B-EDDD-4E3E-8395-1949EBF42235}" authorId="{B4F7C87D-726B-09C6-B6C7-EE23ED915EFC}" status="resolved" created="2026-09-03T09:46:04.808" complete="100000">
    <pc:sldMkLst xmlns:pc="http://schemas.microsoft.com/office/powerpoint/2013/main/command">
      <pc:docMk/>
      <pc:sldMk cId="0" sldId="261"/>
    </pc:sldMkLst>
    <p188:txBody>
      <a:bodyPr/>
      <a:lstStyle/>
      <a:p>
        <a:r>
          <a:rPr lang="en-US"/>
          <a:t>I'm not sure what the power counter does, measures b_i?</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E0C621D2-8322-4B8F-B7D0-C69317F0F0A9}" authorId="{B4F7C87D-726B-09C6-B6C7-EE23ED915EFC}" status="resolved" created="2026-09-03T09:40:53.154" complete="100000">
    <pc:sldMkLst xmlns:pc="http://schemas.microsoft.com/office/powerpoint/2013/main/command">
      <pc:docMk/>
      <pc:sldMk cId="0" sldId="263"/>
    </pc:sldMkLst>
    <p188:txBody>
      <a:bodyPr/>
      <a:lstStyle/>
      <a:p>
        <a:r>
          <a:rPr lang="en-US"/>
          <a:t>grows with every generation meaning new chip designs?</a:t>
        </a:r>
      </a:p>
    </p188:txBody>
  </p188:cm>
  <p188:cm id="{18ECC945-D090-4106-AA2B-91B67AAA0660}" authorId="{B4F7C87D-726B-09C6-B6C7-EE23ED915EFC}" status="resolved" created="2026-09-03T09:41:42.891" complete="100000">
    <pc:sldMkLst xmlns:pc="http://schemas.microsoft.com/office/powerpoint/2013/main/command">
      <pc:docMk/>
      <pc:sldMk cId="0" sldId="263"/>
    </pc:sldMkLst>
    <p188:txBody>
      <a:bodyPr/>
      <a:lstStyle/>
      <a:p>
        <a:r>
          <a:rPr lang="en-US"/>
          <a:t>"interesting quantitiy is no longer..." implies we were already doing something and that has become less relevant. Is that what the audience should be told?</a:t>
        </a:r>
      </a:p>
    </p188:txBody>
  </p188:cm>
  <p188:cm id="{BBD87EAA-5E94-4F48-B7A6-0BB0FEF5A47C}" authorId="{B4F7C87D-726B-09C6-B6C7-EE23ED915EFC}" status="resolved" created="2026-09-03T09:41:49.923" complete="100000">
    <pc:sldMkLst xmlns:pc="http://schemas.microsoft.com/office/powerpoint/2013/main/command">
      <pc:docMk/>
      <pc:sldMk cId="0" sldId="263"/>
    </pc:sldMkLst>
    <p188:txBody>
      <a:bodyPr/>
      <a:lstStyle/>
      <a:p>
        <a:r>
          <a:rPr lang="en-US"/>
          <a:t>whatever n is</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D8DD65C3-5419-41CC-AC36-62552B043EC7}" authorId="{B4F7C87D-726B-09C6-B6C7-EE23ED915EFC}" status="resolved" created="2026-09-03T09:46:38.528" complete="100000">
    <pc:sldMkLst xmlns:pc="http://schemas.microsoft.com/office/powerpoint/2013/main/command">
      <pc:docMk/>
      <pc:sldMk cId="0" sldId="265"/>
    </pc:sldMkLst>
    <p188:txBody>
      <a:bodyPr/>
      <a:lstStyle/>
      <a:p>
        <a:r>
          <a:rPr lang="en-US"/>
          <a:t>a computational accident...</a:t>
        </a:r>
      </a:p>
    </p188:txBody>
  </p188:cm>
</p188:cmLst>
</file>

<file path=ppt/comments/modernComment_117_0.xml><?xml version="1.0" encoding="utf-8"?>
<p188:cmLst xmlns:a="http://schemas.openxmlformats.org/drawingml/2006/main" xmlns:r="http://schemas.openxmlformats.org/officeDocument/2006/relationships" xmlns:p188="http://schemas.microsoft.com/office/powerpoint/2018/8/main">
  <p188:cm id="{251449F3-A6FB-41E2-ACAF-E621B046C5E4}" authorId="{B4F7C87D-726B-09C6-B6C7-EE23ED915EFC}" created="2026-09-03T10:25:13.634">
    <pc:sldMkLst xmlns:pc="http://schemas.microsoft.com/office/powerpoint/2013/main/command">
      <pc:docMk/>
      <pc:sldMk cId="0" sldId="279"/>
    </pc:sldMkLst>
    <p188:txBody>
      <a:bodyPr/>
      <a:lstStyle/>
      <a:p>
        <a:r>
          <a:rPr lang="en-US"/>
          <a:t>I don't know what s is</a:t>
        </a:r>
      </a:p>
    </p188:txBody>
  </p188:cm>
  <p188:cm id="{4BFEB787-AA9C-4279-BEAD-91DA6855B6F9}" authorId="{B4F7C87D-726B-09C6-B6C7-EE23ED915EFC}" status="resolved" created="2026-09-03T10:28:26.999" complete="100000">
    <pc:sldMkLst xmlns:pc="http://schemas.microsoft.com/office/powerpoint/2013/main/command">
      <pc:docMk/>
      <pc:sldMk cId="0" sldId="279"/>
    </pc:sldMkLst>
    <p188:replyLst>
      <p188:reply id="{4BD383F2-39E5-4840-A696-F67303811684}" authorId="{B4F7C87D-726B-09C6-B6C7-EE23ED915EFC}" created="2026-09-03T10:31:04.599">
        <p188:txBody>
          <a:bodyPr/>
          <a:lstStyle/>
          <a:p>
            <a:r>
              <a:rPr lang="en-US"/>
              <a:t>E.g. an earlier slide says a column of A determines "how far a single tile's watt is felt". So is the posterior indicating some superior understanding of those relationships?</a:t>
            </a:r>
          </a:p>
        </p188:txBody>
      </p188:reply>
    </p188:replyLst>
    <p188:txBody>
      <a:bodyPr/>
      <a:lstStyle/>
      <a:p>
        <a:r>
          <a:rPr lang="en-US"/>
          <a:t>So the prior uncertainty is A^{-1}. Is the posterior uncertainty also related to A? In that we have refined our understanding of the structure itself?</a:t>
        </a:r>
      </a:p>
    </p188:txBody>
  </p188:cm>
  <p188:cm id="{6A0A7D6A-A014-4808-9AE7-AB01DB50E3A8}" authorId="{B4F7C87D-726B-09C6-B6C7-EE23ED915EFC}" created="2026-09-04T07:25:41.868">
    <pc:sldMkLst xmlns:pc="http://schemas.microsoft.com/office/powerpoint/2013/main/command">
      <pc:docMk/>
      <pc:sldMk cId="0" sldId="279"/>
    </pc:sldMkLst>
    <p188:txBody>
      <a:bodyPr/>
      <a:lstStyle/>
      <a:p>
        <a:r>
          <a:rPr lang="en-US"/>
          <a:t>So the uncertainty is informative of which directions in the Krylov subspace remain underdetermined, and can be used to compute downstream effects of the approximate solution. afaik</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3AB38A-B1B6-4CF4-9737-E1E5C73DA86F}" type="datetimeFigureOut">
              <a:rPr lang="nl-NL" smtClean="0"/>
              <a:t>3-9-2026</a:t>
            </a:fld>
            <a:endParaRPr lang="nl-NL"/>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F1B330-1C2E-47C6-8A9D-1114F90E79D8}" type="slidenum">
              <a:rPr lang="nl-NL" smtClean="0"/>
              <a:t>‹nr.›</a:t>
            </a:fld>
            <a:endParaRPr lang="nl-NL"/>
          </a:p>
        </p:txBody>
      </p:sp>
    </p:spTree>
    <p:extLst>
      <p:ext uri="{BB962C8B-B14F-4D97-AF65-F5344CB8AC3E}">
        <p14:creationId xmlns:p14="http://schemas.microsoft.com/office/powerpoint/2010/main" val="2936878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12C6B-C807-4014-B6D4-CCA33426A2F8}" type="datetimeFigureOut">
              <a:rPr lang="nl-NL" smtClean="0"/>
              <a:t>3-9-2026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5A9740-BD37-4DCA-BDC4-7DBBAE15FA30}" type="slidenum">
              <a:rPr lang="nl-NL" smtClean="0"/>
              <a:t>‹nr.›</a:t>
            </a:fld>
            <a:endParaRPr lang="nl-NL"/>
          </a:p>
        </p:txBody>
      </p:sp>
    </p:spTree>
    <p:extLst>
      <p:ext uri="{BB962C8B-B14F-4D97-AF65-F5344CB8AC3E}">
        <p14:creationId xmlns:p14="http://schemas.microsoft.com/office/powerpoint/2010/main" val="95250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10"/>
          </p:nvPr>
        </p:nvSpPr>
        <p:spPr/>
        <p:txBody>
          <a:bodyPr/>
          <a:lstStyle/>
          <a:p>
            <a:fld id="{E05A9740-BD37-4DCA-BDC4-7DBBAE15FA30}" type="slidenum">
              <a:rPr lang="en-US" smtClean="0"/>
              <a:t>1</a:t>
            </a:fld>
            <a:endParaRPr lang="en-US"/>
          </a:p>
        </p:txBody>
      </p:sp>
    </p:spTree>
    <p:extLst>
      <p:ext uri="{BB962C8B-B14F-4D97-AF65-F5344CB8AC3E}">
        <p14:creationId xmlns:p14="http://schemas.microsoft.com/office/powerpoint/2010/main" val="2397396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2D407-3971-BDD2-6C4B-2856FD0C3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70972-CB69-2E57-5F6F-91866EE952C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FB65FD6-7BE0-FBB9-C561-60C90219E31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DB8E472-852D-D18F-771E-1E8191C6903B}"/>
              </a:ext>
            </a:extLst>
          </p:cNvPr>
          <p:cNvSpPr>
            <a:spLocks noGrp="1"/>
          </p:cNvSpPr>
          <p:nvPr>
            <p:ph type="sldNum" sz="quarter" idx="5"/>
          </p:nvPr>
        </p:nvSpPr>
        <p:spPr/>
      </p:sp>
    </p:spTree>
    <p:extLst>
      <p:ext uri="{BB962C8B-B14F-4D97-AF65-F5344CB8AC3E}">
        <p14:creationId xmlns:p14="http://schemas.microsoft.com/office/powerpoint/2010/main" val="93399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C5783-11FF-2D80-4011-79D85ED63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5D7E0-0292-29BD-EAD4-D9158CA631E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C9A02DE-17A8-224A-F2E9-A50C0B7F310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886B761-B97A-23D2-BB45-8EDC9C3BEC9D}"/>
              </a:ext>
            </a:extLst>
          </p:cNvPr>
          <p:cNvSpPr>
            <a:spLocks noGrp="1"/>
          </p:cNvSpPr>
          <p:nvPr>
            <p:ph type="sldNum" sz="quarter" idx="5"/>
          </p:nvPr>
        </p:nvSpPr>
        <p:spPr/>
      </p:sp>
    </p:spTree>
    <p:extLst>
      <p:ext uri="{BB962C8B-B14F-4D97-AF65-F5344CB8AC3E}">
        <p14:creationId xmlns:p14="http://schemas.microsoft.com/office/powerpoint/2010/main" val="113441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68EDD-BDCC-4AE3-44BF-C62D4F0A9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8A941-AA37-B12C-B90C-C39FABCAF7A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AEF94E9-F857-4435-25FA-92ACAA2E6E1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481DA2B-684C-7930-923B-8E665ABEA033}"/>
              </a:ext>
            </a:extLst>
          </p:cNvPr>
          <p:cNvSpPr>
            <a:spLocks noGrp="1"/>
          </p:cNvSpPr>
          <p:nvPr>
            <p:ph type="sldNum" sz="quarter" idx="5"/>
          </p:nvPr>
        </p:nvSpPr>
        <p:spPr/>
      </p:sp>
    </p:spTree>
    <p:extLst>
      <p:ext uri="{BB962C8B-B14F-4D97-AF65-F5344CB8AC3E}">
        <p14:creationId xmlns:p14="http://schemas.microsoft.com/office/powerpoint/2010/main" val="2498975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B1A9-717D-E7F6-9262-2AD03B6C3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6AF45-4FDB-23E4-AD10-067ACDE4393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7EFDE39-1E73-3710-713E-ABD73FF648D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6160EF2-CBFF-B957-C6ED-DCEC13005D4D}"/>
              </a:ext>
            </a:extLst>
          </p:cNvPr>
          <p:cNvSpPr>
            <a:spLocks noGrp="1"/>
          </p:cNvSpPr>
          <p:nvPr>
            <p:ph type="sldNum" sz="quarter" idx="5"/>
          </p:nvPr>
        </p:nvSpPr>
        <p:spPr/>
      </p:sp>
    </p:spTree>
    <p:extLst>
      <p:ext uri="{BB962C8B-B14F-4D97-AF65-F5344CB8AC3E}">
        <p14:creationId xmlns:p14="http://schemas.microsoft.com/office/powerpoint/2010/main" val="3887270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AEA29-710C-9E4D-9315-BF72DAEE6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F9A38-F821-FBE1-4A8F-3715A5BE7DF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D7FD635-873C-0E35-98F0-3A8FDE1A573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363DFBA-2138-FB06-ADDA-804E2F5583E1}"/>
              </a:ext>
            </a:extLst>
          </p:cNvPr>
          <p:cNvSpPr>
            <a:spLocks noGrp="1"/>
          </p:cNvSpPr>
          <p:nvPr>
            <p:ph type="sldNum" sz="quarter" idx="5"/>
          </p:nvPr>
        </p:nvSpPr>
        <p:spPr/>
      </p:sp>
    </p:spTree>
    <p:extLst>
      <p:ext uri="{BB962C8B-B14F-4D97-AF65-F5344CB8AC3E}">
        <p14:creationId xmlns:p14="http://schemas.microsoft.com/office/powerpoint/2010/main" val="2562869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EA82-AA5A-AB00-2AB9-5178706C0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8F029-4141-C4AC-DF08-D87C62F2199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C5447A-8D78-BC4D-E242-1E122E8F43F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B15BF5D-7B0E-D687-E212-1056C4161EFB}"/>
              </a:ext>
            </a:extLst>
          </p:cNvPr>
          <p:cNvSpPr>
            <a:spLocks noGrp="1"/>
          </p:cNvSpPr>
          <p:nvPr>
            <p:ph type="sldNum" sz="quarter" idx="5"/>
          </p:nvPr>
        </p:nvSpPr>
        <p:spPr/>
      </p:sp>
    </p:spTree>
    <p:extLst>
      <p:ext uri="{BB962C8B-B14F-4D97-AF65-F5344CB8AC3E}">
        <p14:creationId xmlns:p14="http://schemas.microsoft.com/office/powerpoint/2010/main" val="791956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7FEE5-28DB-8BDC-45A9-F674C3CB7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B6FAE-7BB4-9BA1-648A-FE3025663E3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78896A-700D-9EE1-ACCD-1F91A065DC29}"/>
              </a:ext>
            </a:extLst>
          </p:cNvPr>
          <p:cNvSpPr>
            <a:spLocks noGrp="1"/>
          </p:cNvSpPr>
          <p:nvPr>
            <p:ph type="body" sz="quarter" idx="3"/>
          </p:nvPr>
        </p:nvSpPr>
        <p:spPr/>
        <p:txBody>
          <a:bodyPr/>
          <a:lstStyle/>
          <a:p>
            <a:r>
              <a:rPr lang="en-US"/>
              <a:t>Outline</a:t>
            </a:r>
          </a:p>
          <a:p>
            <a:endParaRPr lang="en-US"/>
          </a:p>
          <a:p>
            <a:r>
              <a:rPr lang="en-US"/>
              <a:t>***Setup***</a:t>
            </a:r>
          </a:p>
          <a:p>
            <a:endParaRPr lang="en-US"/>
          </a:p>
          <a:p>
            <a:r>
              <a:rPr lang="en-US"/>
              <a:t>Restate the goal: Want to solve Ax=b for x for given matrix A and vector b. [show Ax=b]</a:t>
            </a:r>
          </a:p>
          <a:p>
            <a:endParaRPr lang="en-US"/>
          </a:p>
          <a:p>
            <a:r>
              <a:rPr lang="en-US"/>
              <a:t>Reference Shantal – “As shown by Shantal et al. there exists a quadratic energy function whose mode encodes the solution to Ax=b - the simple multivariate Gaussian” – [show p(x) ..]</a:t>
            </a:r>
          </a:p>
          <a:p>
            <a:endParaRPr lang="en-US"/>
          </a:p>
          <a:p>
            <a:r>
              <a:rPr lang="en-US"/>
              <a:t>This is shown because where the gradient of log p(x) </a:t>
            </a:r>
            <a:r>
              <a:rPr lang="en-US" err="1"/>
              <a:t>w.r.t.</a:t>
            </a:r>
            <a:r>
              <a:rPr lang="en-US"/>
              <a:t> x equals 0, we find the mode, </a:t>
            </a:r>
          </a:p>
          <a:p>
            <a:endParaRPr lang="en-US"/>
          </a:p>
          <a:p>
            <a:r>
              <a:rPr lang="en-US"/>
              <a:t>and evaluating this gradient, we find it to be equal to -Ax + b. [show grad log </a:t>
            </a:r>
            <a:r>
              <a:rPr lang="en-US" err="1"/>
              <a:t>px</a:t>
            </a:r>
            <a:r>
              <a:rPr lang="en-US"/>
              <a:t> = -Ax +b]</a:t>
            </a:r>
          </a:p>
          <a:p>
            <a:endParaRPr lang="en-US"/>
          </a:p>
          <a:p>
            <a:r>
              <a:rPr lang="en-US"/>
              <a:t>Therefore, the x-configuration at the mode of p(x) is x = A^{-1}b [show x = ..]</a:t>
            </a:r>
          </a:p>
          <a:p>
            <a:endParaRPr lang="en-US"/>
          </a:p>
          <a:p>
            <a:r>
              <a:rPr lang="en-US"/>
              <a:t>“Shantal et al. then also show that the mode could be reliably found by message passing on a probabilistic graph. [</a:t>
            </a:r>
          </a:p>
          <a:p>
            <a:endParaRPr lang="en-US"/>
          </a:p>
          <a:p>
            <a:r>
              <a:rPr lang="en-US"/>
              <a:t>(pass) When A is not PSD, the associated Gaussian is not a proper </a:t>
            </a:r>
            <a:r>
              <a:rPr lang="en-US" err="1"/>
              <a:t>normalizable</a:t>
            </a:r>
            <a:r>
              <a:rPr lang="en-US"/>
              <a:t> probability distribution, but the approach is found to also sometimes work in this case.</a:t>
            </a:r>
          </a:p>
          <a:p>
            <a:endParaRPr lang="en-US"/>
          </a:p>
          <a:p>
            <a:r>
              <a:rPr lang="en-US"/>
              <a:t>If you read their paper, you will find they encode this Gaussian p(x) in a specific type of probabilistic graph known as a Gaussian Markov Random Field. We instead take a more general, modern approach, and encode the same Gaussian in what is called a Forney-style Factor Graph, or FFG. </a:t>
            </a:r>
          </a:p>
          <a:p>
            <a:endParaRPr lang="en-US"/>
          </a:p>
          <a:p>
            <a:r>
              <a:rPr lang="en-US"/>
              <a:t>In either case, message-passing is a scalable, distributed approach to approximate marginal inference. We infer the marginal distributions q(</a:t>
            </a:r>
            <a:r>
              <a:rPr lang="en-US" err="1"/>
              <a:t>x_i</a:t>
            </a:r>
            <a:r>
              <a:rPr lang="en-US"/>
              <a:t>) for each variable </a:t>
            </a:r>
            <a:r>
              <a:rPr lang="en-US" err="1"/>
              <a:t>x_i</a:t>
            </a:r>
            <a:r>
              <a:rPr lang="en-US"/>
              <a:t> in the state vector x. By then stacking the means of these marginals, we can recover the mode of the distribution and thus our solution x = A^{-1}b. Note that we do not recover the complete inverse matrix A^{-1}, only the matrix-vector product, A^{-1}b. </a:t>
            </a:r>
          </a:p>
          <a:p>
            <a:endParaRPr lang="en-US"/>
          </a:p>
          <a:p>
            <a:r>
              <a:rPr lang="en-US"/>
              <a:t>We will now review how to encode this multivariate Gaussian distribution as a factor-graph, and then how to perform message-passing to recover its mode and our solution.</a:t>
            </a:r>
          </a:p>
          <a:p>
            <a:endParaRPr lang="en-US"/>
          </a:p>
          <a:p>
            <a:endParaRPr lang="en-US"/>
          </a:p>
          <a:p>
            <a:r>
              <a:rPr lang="en-US"/>
              <a:t>***Factor Graphs***</a:t>
            </a:r>
          </a:p>
          <a:p>
            <a:endParaRPr lang="en-US"/>
          </a:p>
          <a:p>
            <a:r>
              <a:rPr lang="en-US"/>
              <a:t>Factor graphs are easy to understand, and highly useful when it comes to model design.</a:t>
            </a:r>
          </a:p>
          <a:p>
            <a:endParaRPr lang="en-US"/>
          </a:p>
          <a:p>
            <a:r>
              <a:rPr lang="en-US"/>
              <a:t>In short, any arbitrary factorized probabilistic model can be encoded exactly as a factor graph. Consider the model p(</a:t>
            </a:r>
            <a:r>
              <a:rPr lang="en-US" err="1"/>
              <a:t>a,b,c</a:t>
            </a:r>
            <a:r>
              <a:rPr lang="en-US"/>
              <a:t>) = p(a)p(</a:t>
            </a:r>
            <a:r>
              <a:rPr lang="en-US" err="1"/>
              <a:t>b|a</a:t>
            </a:r>
            <a:r>
              <a:rPr lang="en-US"/>
              <a:t>)p(</a:t>
            </a:r>
            <a:r>
              <a:rPr lang="en-US" err="1"/>
              <a:t>c|b</a:t>
            </a:r>
            <a:r>
              <a:rPr lang="en-US"/>
              <a:t>)</a:t>
            </a:r>
          </a:p>
          <a:p>
            <a:endParaRPr lang="en-US"/>
          </a:p>
          <a:p>
            <a:r>
              <a:rPr lang="en-US"/>
              <a:t>This model has a representation as this Forney-style factor-graph, where the nodes denote the factors and the edges denote the variables. The conditional independencies are made vividly clear. This is a simple model and you may argue the algebraic form is just as clear.</a:t>
            </a:r>
          </a:p>
          <a:p>
            <a:endParaRPr lang="en-US"/>
          </a:p>
          <a:p>
            <a:r>
              <a:rPr lang="en-US"/>
              <a:t>However, when we consider a loopy model with arbitrary non-negative factors/potentials f, and normalizing constant Z, such as p(</a:t>
            </a:r>
            <a:r>
              <a:rPr lang="en-US" err="1"/>
              <a:t>a,b,c,d</a:t>
            </a:r>
            <a:r>
              <a:rPr lang="en-US"/>
              <a:t>) = 1/Z f_1(</a:t>
            </a:r>
            <a:r>
              <a:rPr lang="en-US" err="1"/>
              <a:t>a,b</a:t>
            </a:r>
            <a:r>
              <a:rPr lang="en-US"/>
              <a:t>) f_2(</a:t>
            </a:r>
            <a:r>
              <a:rPr lang="en-US" err="1"/>
              <a:t>b,c</a:t>
            </a:r>
            <a:r>
              <a:rPr lang="en-US"/>
              <a:t>) f_3(</a:t>
            </a:r>
            <a:r>
              <a:rPr lang="en-US" err="1"/>
              <a:t>c,d</a:t>
            </a:r>
            <a:r>
              <a:rPr lang="en-US"/>
              <a:t>) f_4(</a:t>
            </a:r>
            <a:r>
              <a:rPr lang="en-US" err="1"/>
              <a:t>d,a</a:t>
            </a:r>
            <a:r>
              <a:rPr lang="en-US"/>
              <a:t>) and this corresponding factor graph, and we see that the loop is readily apparent, whereas in the algebraic form, it is less so, and in more complicated models, model structure can be quite difficult to understand.</a:t>
            </a:r>
          </a:p>
          <a:p>
            <a:endParaRPr lang="en-US"/>
          </a:p>
          <a:p>
            <a:r>
              <a:rPr lang="en-US"/>
              <a:t>And so a factor-graph is a convenient visual representation of a probabilistic model, useful for understanding model structure and formulating message-passing algorithms. Its use becomes even more apparent as we begin to utilize hybrid message-passing approaches, where we apply variational constraints to the variables around specific nodes, and in cases of non-</a:t>
            </a:r>
            <a:r>
              <a:rPr lang="en-US" err="1"/>
              <a:t>conjugacies</a:t>
            </a:r>
            <a:r>
              <a:rPr lang="en-US"/>
              <a:t>, where we may need to apply form-constraints to certain variables that perform projections into conjugate families, etc. For now, we use Gaussian-conjugate factors without variational or form constraints. </a:t>
            </a:r>
          </a:p>
          <a:p>
            <a:endParaRPr lang="en-US"/>
          </a:p>
          <a:p>
            <a:r>
              <a:rPr lang="en-US"/>
              <a:t>We now return to our Gaussian distribution to see how to encode it in a factor-graph for later marginal inference by message-passing. The negative Gaussian function is quadratic and factorizes into unary and binary factors. </a:t>
            </a:r>
          </a:p>
          <a:p>
            <a:endParaRPr lang="en-US"/>
          </a:p>
          <a:p>
            <a:r>
              <a:rPr lang="en-US"/>
              <a:t>We collect and name terms, and we get the model here…</a:t>
            </a:r>
          </a:p>
          <a:p>
            <a:endParaRPr lang="en-US"/>
          </a:p>
          <a:p>
            <a:r>
              <a:rPr lang="en-US"/>
              <a:t>where Phi is…</a:t>
            </a:r>
          </a:p>
          <a:p>
            <a:endParaRPr lang="en-US"/>
          </a:p>
          <a:p>
            <a:r>
              <a:rPr lang="en-US"/>
              <a:t>and Psi is…</a:t>
            </a:r>
          </a:p>
          <a:p>
            <a:endParaRPr lang="en-US"/>
          </a:p>
          <a:p>
            <a:r>
              <a:rPr lang="en-US"/>
              <a:t>Then, assuming a grid-like die structure, we get a graph like so, for example…</a:t>
            </a:r>
          </a:p>
          <a:p>
            <a:endParaRPr lang="en-US"/>
          </a:p>
          <a:p>
            <a:r>
              <a:rPr lang="en-US"/>
              <a:t>Here we pause to review a few more factors that show up frequently in linear Gaussian models. Each have closed-form message rules.</a:t>
            </a:r>
          </a:p>
          <a:p>
            <a:endParaRPr lang="en-US"/>
          </a:p>
          <a:p>
            <a:r>
              <a:rPr lang="en-US"/>
              <a:t>When a variable connects to more than two factors, it gets duplicated via an equality node like this with these rules</a:t>
            </a:r>
          </a:p>
          <a:p>
            <a:endParaRPr lang="en-US"/>
          </a:p>
          <a:p>
            <a:r>
              <a:rPr lang="en-US"/>
              <a:t>Then we have point-mass factors used commonly for measured data, and can be seen to send a mean value without variance.</a:t>
            </a:r>
          </a:p>
          <a:p>
            <a:endParaRPr lang="en-US"/>
          </a:p>
          <a:p>
            <a:r>
              <a:rPr lang="en-US"/>
              <a:t>We have multiplication nodes for multiplication of a variable by a vector or matrix…</a:t>
            </a:r>
          </a:p>
          <a:p>
            <a:endParaRPr lang="en-US"/>
          </a:p>
          <a:p>
            <a:r>
              <a:rPr lang="en-US"/>
              <a:t>We have summation nodes to add or subtract two variables…</a:t>
            </a:r>
          </a:p>
          <a:p>
            <a:endParaRPr lang="en-US"/>
          </a:p>
          <a:p>
            <a:r>
              <a:rPr lang="en-US"/>
              <a:t>And we have a Normal distribution node that forms a Gaussian potential for the output from an input random mean and variance …</a:t>
            </a:r>
          </a:p>
          <a:p>
            <a:endParaRPr lang="en-US"/>
          </a:p>
          <a:p>
            <a:endParaRPr lang="en-US"/>
          </a:p>
          <a:p>
            <a:r>
              <a:rPr lang="en-US"/>
              <a:t>***Belief Propagation***</a:t>
            </a:r>
          </a:p>
          <a:p>
            <a:endParaRPr lang="en-US"/>
          </a:p>
          <a:p>
            <a:r>
              <a:rPr lang="en-US"/>
              <a:t>In addition to considering a simple factor graph, we also consider the simplest message-passing formulation, called alternatively Belief-propagation and Sum-product message-passing. Additionally, we perform simple asynchronous message-passing, and I’ll explain what that means.</a:t>
            </a:r>
          </a:p>
          <a:p>
            <a:endParaRPr lang="en-US"/>
          </a:p>
          <a:p>
            <a:r>
              <a:rPr lang="en-US"/>
              <a:t>There are really just two steps to belief propagation that we repeat iteratively until convergence.</a:t>
            </a:r>
          </a:p>
          <a:p>
            <a:endParaRPr lang="en-US"/>
          </a:p>
          <a:p>
            <a:r>
              <a:rPr lang="en-US"/>
              <a:t>The first step is computation of messages, and the second is computation of marginals.</a:t>
            </a:r>
          </a:p>
          <a:p>
            <a:endParaRPr lang="en-US"/>
          </a:p>
          <a:p>
            <a:r>
              <a:rPr lang="en-US"/>
              <a:t>Messages are the local information content about a variable that is sent out from a factor along the edge for that variable, considering that factor’s inputs and factor function. They are functions or potentials of the output variable and need not be normalized, though they often are. </a:t>
            </a:r>
          </a:p>
          <a:p>
            <a:endParaRPr lang="en-US"/>
          </a:p>
          <a:p>
            <a:r>
              <a:rPr lang="en-US"/>
              <a:t>For belief-propagation, the an output message is computed as the integral of the factor function multiplied by all input messages, from variables besides the one for whom we are computing the message. This is shown as so… For Gaussian-conjugate factors and Gaussian messages, these message computations are available in closed-form.</a:t>
            </a:r>
          </a:p>
          <a:p>
            <a:endParaRPr lang="en-US"/>
          </a:p>
          <a:p>
            <a:r>
              <a:rPr lang="en-US"/>
              <a:t>These messages then serve as input to the other factor along that edge.</a:t>
            </a:r>
          </a:p>
          <a:p>
            <a:endParaRPr lang="en-US"/>
          </a:p>
          <a:p>
            <a:r>
              <a:rPr lang="en-US"/>
              <a:t>Asynchronous message-passing then implies that when a factors inputs have changed, it sends out a new message. That’s it.</a:t>
            </a:r>
          </a:p>
          <a:p>
            <a:endParaRPr lang="en-US"/>
          </a:p>
          <a:p>
            <a:r>
              <a:rPr lang="en-US"/>
              <a:t>Second, we compute marginals. We note that the two connected factors both send messages along a variable’s edge. The current iteration’s approximate marginal belief for that variable is the normalized product of those two messages. This is shown as so…</a:t>
            </a:r>
          </a:p>
          <a:p>
            <a:endParaRPr lang="en-US"/>
          </a:p>
          <a:p>
            <a:r>
              <a:rPr lang="en-US"/>
              <a:t>So, factors send messages whenever inputs change, and marginals are computed whenever messages along an edge change.</a:t>
            </a:r>
          </a:p>
          <a:p>
            <a:endParaRPr lang="en-US"/>
          </a:p>
          <a:p>
            <a:r>
              <a:rPr lang="en-US"/>
              <a:t>In a probabilistic model with loops, convergence is not guaranteed, but when it does as it often does in practice, means correspond to the exact posterior marginal means, while covariances are found to be in general, not exact, and often over-confident.</a:t>
            </a:r>
          </a:p>
          <a:p>
            <a:endParaRPr lang="en-US"/>
          </a:p>
          <a:p>
            <a:r>
              <a:rPr lang="en-US"/>
              <a:t>Now we return to our factorized Gaussian model and we showcase the message computation rules for both factors.</a:t>
            </a:r>
          </a:p>
          <a:p>
            <a:endParaRPr lang="en-US"/>
          </a:p>
          <a:p>
            <a:r>
              <a:rPr lang="en-US"/>
              <a:t>For Phi(</a:t>
            </a:r>
            <a:r>
              <a:rPr lang="en-US" err="1"/>
              <a:t>x_i</a:t>
            </a:r>
            <a:r>
              <a:rPr lang="en-US"/>
              <a:t>), only a single message is computed, and as it has no other inputs that might change, it’s outgoing message is computed only once. Evaluating this integral, we find the message to be so…</a:t>
            </a:r>
          </a:p>
          <a:p>
            <a:endParaRPr lang="en-US"/>
          </a:p>
          <a:p>
            <a:r>
              <a:rPr lang="en-US"/>
              <a:t>For Psi(</a:t>
            </a:r>
            <a:r>
              <a:rPr lang="en-US" err="1"/>
              <a:t>x_i</a:t>
            </a:r>
            <a:r>
              <a:rPr lang="en-US"/>
              <a:t>, </a:t>
            </a:r>
            <a:r>
              <a:rPr lang="en-US" err="1"/>
              <a:t>x_j</a:t>
            </a:r>
            <a:r>
              <a:rPr lang="en-US"/>
              <a:t>), the factor is symmetric about </a:t>
            </a:r>
            <a:r>
              <a:rPr lang="en-US" err="1"/>
              <a:t>x_i</a:t>
            </a:r>
            <a:r>
              <a:rPr lang="en-US"/>
              <a:t> and </a:t>
            </a:r>
            <a:r>
              <a:rPr lang="en-US" err="1"/>
              <a:t>x_j</a:t>
            </a:r>
            <a:r>
              <a:rPr lang="en-US"/>
              <a:t>, and so the same message rule is used in either case. It takes the form of this integral, with this closed-form solution… It gets recomputed for </a:t>
            </a:r>
            <a:r>
              <a:rPr lang="en-US" err="1"/>
              <a:t>x_j</a:t>
            </a:r>
            <a:r>
              <a:rPr lang="en-US"/>
              <a:t> whenever the incoming message for </a:t>
            </a:r>
            <a:r>
              <a:rPr lang="en-US" err="1"/>
              <a:t>x_i</a:t>
            </a:r>
            <a:r>
              <a:rPr lang="en-US"/>
              <a:t> changes, and vice-versa.</a:t>
            </a:r>
          </a:p>
          <a:p>
            <a:endParaRPr lang="en-US"/>
          </a:p>
          <a:p>
            <a:r>
              <a:rPr lang="en-US"/>
              <a:t>Finally, for completeness, we display the closed-form product of the two messages along any of these edges that computes the current iterative marginal. That is simply the sum of precision-weighted means and precisions, also known as information vectors and matrices, respectively. </a:t>
            </a:r>
          </a:p>
        </p:txBody>
      </p:sp>
      <p:sp>
        <p:nvSpPr>
          <p:cNvPr id="4" name="Slide Number Placeholder 3">
            <a:extLst>
              <a:ext uri="{FF2B5EF4-FFF2-40B4-BE49-F238E27FC236}">
                <a16:creationId xmlns:a16="http://schemas.microsoft.com/office/drawing/2014/main" id="{D2223061-14B6-D8CC-9769-A232035D32C6}"/>
              </a:ext>
            </a:extLst>
          </p:cNvPr>
          <p:cNvSpPr>
            <a:spLocks noGrp="1"/>
          </p:cNvSpPr>
          <p:nvPr>
            <p:ph type="sldNum" sz="quarter" idx="5"/>
          </p:nvPr>
        </p:nvSpPr>
        <p:spPr/>
      </p:sp>
    </p:spTree>
    <p:extLst>
      <p:ext uri="{BB962C8B-B14F-4D97-AF65-F5344CB8AC3E}">
        <p14:creationId xmlns:p14="http://schemas.microsoft.com/office/powerpoint/2010/main" val="24810028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Cavit is </a:t>
            </a:r>
            <a:r>
              <a:rPr lang="" dirty="0"/>
              <a:t>the Gaussian over xi​ formed from the unary factor at i plus all incoming messages except j→i.</a:t>
            </a:r>
          </a:p>
          <a:p>
            <a:r>
              <a:rPr lang="" dirty="0"/>
              <a:t>Message is a Gaussian information update over xj​, obtained by combining that cavity belief with the coupling ψij​(xi​,xj​) and integrating out xi</a:t>
            </a:r>
          </a:p>
          <a:p>
            <a:r>
              <a:rPr lang="" dirty="0"/>
              <a:t>Node belief uses all incoming messages, including j→i, and is the current marginal estimate for xi​.</a:t>
            </a:r>
            <a:endParaRPr lang="LID4096" dirty="0"/>
          </a:p>
        </p:txBody>
      </p:sp>
      <p:sp>
        <p:nvSpPr>
          <p:cNvPr id="4" name="Slide Number Placeholder 3"/>
          <p:cNvSpPr>
            <a:spLocks noGrp="1"/>
          </p:cNvSpPr>
          <p:nvPr>
            <p:ph type="sldNum" sz="quarter" idx="5"/>
          </p:nvPr>
        </p:nvSpPr>
        <p:spPr/>
        <p:txBody>
          <a:bodyPr/>
          <a:lstStyle/>
          <a:p>
            <a:fld id="{47E73CB1-83E3-48E7-B528-63E30409274E}" type="slidenum">
              <a:rPr lang="LID4096" smtClean="0"/>
              <a:t>26</a:t>
            </a:fld>
            <a:endParaRPr lang="LID4096"/>
          </a:p>
        </p:txBody>
      </p:sp>
    </p:spTree>
    <p:extLst>
      <p:ext uri="{BB962C8B-B14F-4D97-AF65-F5344CB8AC3E}">
        <p14:creationId xmlns:p14="http://schemas.microsoft.com/office/powerpoint/2010/main" val="16737839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5BB9A-EA9B-22EF-2B3B-3DCA9C979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F1AB1-7DFE-811A-757E-B59B9173E96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3C5A12-05DE-03E7-A1F3-88ED6B85C0C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4E2B105-B80D-FA9E-6D99-D4DBDA11A2E2}"/>
              </a:ext>
            </a:extLst>
          </p:cNvPr>
          <p:cNvSpPr>
            <a:spLocks noGrp="1"/>
          </p:cNvSpPr>
          <p:nvPr>
            <p:ph type="sldNum" sz="quarter" idx="5"/>
          </p:nvPr>
        </p:nvSpPr>
        <p:spPr/>
      </p:sp>
    </p:spTree>
    <p:extLst>
      <p:ext uri="{BB962C8B-B14F-4D97-AF65-F5344CB8AC3E}">
        <p14:creationId xmlns:p14="http://schemas.microsoft.com/office/powerpoint/2010/main" val="3342507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AFA50-D7EE-DC46-315E-D83CDBC45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52A2E-C9F6-0AB1-66F2-EA063575FDE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F785973-8FD7-1FED-B0F1-B547848A1888}"/>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43626FA2-6FFD-1536-7331-49036FBE6E90}"/>
              </a:ext>
            </a:extLst>
          </p:cNvPr>
          <p:cNvSpPr>
            <a:spLocks noGrp="1"/>
          </p:cNvSpPr>
          <p:nvPr>
            <p:ph type="sldNum" sz="quarter" idx="5"/>
          </p:nvPr>
        </p:nvSpPr>
        <p:spPr/>
      </p:sp>
    </p:spTree>
    <p:extLst>
      <p:ext uri="{BB962C8B-B14F-4D97-AF65-F5344CB8AC3E}">
        <p14:creationId xmlns:p14="http://schemas.microsoft.com/office/powerpoint/2010/main" val="662200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a:solidFill>
                  <a:srgbClr val="6E6E76"/>
                </a:solidFill>
              </a:rPr>
              <a:t>Rounds to 10⁻¹⁰ on the 24×24 die, c = 0.4:  Jacobi 203 · </a:t>
            </a:r>
            <a:r>
              <a:rPr lang="en-US" err="1">
                <a:solidFill>
                  <a:srgbClr val="6E6E76"/>
                </a:solidFill>
              </a:rPr>
              <a:t>GaBP</a:t>
            </a:r>
            <a:r>
              <a:rPr lang="en-US">
                <a:solidFill>
                  <a:srgbClr val="6E6E76"/>
                </a:solidFill>
              </a:rPr>
              <a:t> flooding 112 · Gauss–Seidel 110 · </a:t>
            </a:r>
            <a:r>
              <a:rPr lang="en-US" err="1">
                <a:solidFill>
                  <a:srgbClr val="6E6E76"/>
                </a:solidFill>
              </a:rPr>
              <a:t>GaBP</a:t>
            </a:r>
            <a:r>
              <a:rPr lang="en-US">
                <a:solidFill>
                  <a:srgbClr val="6E6E76"/>
                </a:solidFill>
              </a:rPr>
              <a:t> serial 67 · CG 41.</a:t>
            </a:r>
            <a:endParaRPr lang="en-US"/>
          </a:p>
          <a:p>
            <a:r>
              <a:rPr lang="en-US"/>
              <a:t>Same die as Wouter's section: 24×24 lattice, screening 0.4, same right-hand side, same target 1e-10. Jacobi needs 203 iterations. </a:t>
            </a:r>
            <a:r>
              <a:rPr lang="en-US" err="1"/>
              <a:t>GaBP</a:t>
            </a:r>
            <a:r>
              <a:rPr lang="en-US"/>
              <a:t> with the flooding schedule — every node sends every round, exactly Jacobi's communication pattern — needs 112. So the second moment that Jacobi throws away is worth a factor two in rounds. </a:t>
            </a:r>
            <a:r>
              <a:rPr lang="en-US" err="1"/>
              <a:t>GaBP</a:t>
            </a:r>
            <a:r>
              <a:rPr lang="en-US"/>
              <a:t> serial is the same algorithm with a Gauss–Seidel schedule: sweep the nodes in order and let each node use whatever is in its inbox right now, so messages from lower-numbered </a:t>
            </a:r>
            <a:r>
              <a:rPr lang="en-US" err="1"/>
              <a:t>neighbours</a:t>
            </a:r>
            <a:r>
              <a:rPr lang="en-US"/>
              <a:t> are already fresh this sweep. That gets 67 — the same trick Gauss–Seidel plays on Jacobi (110), for the same reason; red–black </a:t>
            </a:r>
            <a:r>
              <a:rPr lang="en-US" err="1"/>
              <a:t>colouring</a:t>
            </a:r>
            <a:r>
              <a:rPr lang="en-US"/>
              <a:t> gives it back at full parallelism, two half-sweeps per round. One round of serial costs the same number of message updates as one round of flooding; only the freshness differs. Say it unprompted: CG is still faster, 41. CG </a:t>
            </a:r>
            <a:r>
              <a:rPr lang="en-US" err="1"/>
              <a:t>minimises</a:t>
            </a:r>
            <a:r>
              <a:rPr lang="en-US"/>
              <a:t> the error over a growing global subspace; a local method has no global object to </a:t>
            </a:r>
            <a:r>
              <a:rPr lang="en-US" err="1"/>
              <a:t>minimise</a:t>
            </a:r>
            <a:r>
              <a:rPr lang="en-US"/>
              <a:t> over. On this problem that is a constant factor, not a change of order — the next two slides make the comparison fair. Also point at the tree: on the chain, </a:t>
            </a:r>
            <a:r>
              <a:rPr lang="en-US" err="1"/>
              <a:t>GaBP</a:t>
            </a:r>
            <a:r>
              <a:rPr lang="en-US"/>
              <a:t> terminates exactly after the diameter; CG does not.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E05A9740-BD37-4DCA-BDC4-7DBBAE15FA30}" type="slidenum">
              <a:rPr lang="nl-NL" smtClean="0"/>
              <a:t>29</a:t>
            </a:fld>
            <a:endParaRPr lang="nl-NL"/>
          </a:p>
        </p:txBody>
      </p:sp>
    </p:spTree>
    <p:extLst>
      <p:ext uri="{BB962C8B-B14F-4D97-AF65-F5344CB8AC3E}">
        <p14:creationId xmlns:p14="http://schemas.microsoft.com/office/powerpoint/2010/main" val="7479400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ECBB0-1D72-61F6-DE68-42C7161FD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14E58-33E6-2A51-CCA8-87308CCDC61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4929D1-81C0-9334-1564-649EDFE2706C}"/>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C6C47372-B581-7527-D67A-133C916636BD}"/>
              </a:ext>
            </a:extLst>
          </p:cNvPr>
          <p:cNvSpPr>
            <a:spLocks noGrp="1"/>
          </p:cNvSpPr>
          <p:nvPr>
            <p:ph type="sldNum" sz="quarter" idx="5"/>
          </p:nvPr>
        </p:nvSpPr>
        <p:spPr/>
      </p:sp>
    </p:spTree>
    <p:extLst>
      <p:ext uri="{BB962C8B-B14F-4D97-AF65-F5344CB8AC3E}">
        <p14:creationId xmlns:p14="http://schemas.microsoft.com/office/powerpoint/2010/main" val="3771184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2442-6CA4-0631-F93D-405616B91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C3515-6701-D007-3F73-4B9CB4EBF1F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BD26D0D-0232-BA4F-ED5D-C1D5CAED8ECC}"/>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6F88699A-8FDD-B439-9A28-E76D42939DBE}"/>
              </a:ext>
            </a:extLst>
          </p:cNvPr>
          <p:cNvSpPr>
            <a:spLocks noGrp="1"/>
          </p:cNvSpPr>
          <p:nvPr>
            <p:ph type="sldNum" sz="quarter" idx="5"/>
          </p:nvPr>
        </p:nvSpPr>
        <p:spPr/>
      </p:sp>
    </p:spTree>
    <p:extLst>
      <p:ext uri="{BB962C8B-B14F-4D97-AF65-F5344CB8AC3E}">
        <p14:creationId xmlns:p14="http://schemas.microsoft.com/office/powerpoint/2010/main" val="3056405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69BDF-F6CA-413E-65CD-E9728BEB2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6B1AB-6CBA-65DA-C3BD-5B46D13F673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F688CC3-F717-A15A-74B6-E3CDC632B5D1}"/>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38ADD8BD-E0A3-F6CD-4794-5BDDF5966F98}"/>
              </a:ext>
            </a:extLst>
          </p:cNvPr>
          <p:cNvSpPr>
            <a:spLocks noGrp="1"/>
          </p:cNvSpPr>
          <p:nvPr>
            <p:ph type="sldNum" sz="quarter" idx="5"/>
          </p:nvPr>
        </p:nvSpPr>
        <p:spPr/>
      </p:sp>
    </p:spTree>
    <p:extLst>
      <p:ext uri="{BB962C8B-B14F-4D97-AF65-F5344CB8AC3E}">
        <p14:creationId xmlns:p14="http://schemas.microsoft.com/office/powerpoint/2010/main" val="112325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A677F-DC07-3C24-746B-3257CB6F8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5E68B-AAC5-802F-6EBD-10909FBD758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F7EFE8-7D7B-B606-F588-C44CD7BFA2FA}"/>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8ACE6509-ADA5-18C2-186F-A73C80445C41}"/>
              </a:ext>
            </a:extLst>
          </p:cNvPr>
          <p:cNvSpPr>
            <a:spLocks noGrp="1"/>
          </p:cNvSpPr>
          <p:nvPr>
            <p:ph type="sldNum" sz="quarter" idx="5"/>
          </p:nvPr>
        </p:nvSpPr>
        <p:spPr/>
      </p:sp>
    </p:spTree>
    <p:extLst>
      <p:ext uri="{BB962C8B-B14F-4D97-AF65-F5344CB8AC3E}">
        <p14:creationId xmlns:p14="http://schemas.microsoft.com/office/powerpoint/2010/main" val="3203599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93036-AA21-36C9-2C0C-FAC9E681D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E31B5-9339-A5A8-9807-A10D5C0F172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5A85CE2-70CE-B750-4D02-79BC36F378BD}"/>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DD37FD6E-1E03-A74A-BE8B-46B536D027DC}"/>
              </a:ext>
            </a:extLst>
          </p:cNvPr>
          <p:cNvSpPr>
            <a:spLocks noGrp="1"/>
          </p:cNvSpPr>
          <p:nvPr>
            <p:ph type="sldNum" sz="quarter" idx="5"/>
          </p:nvPr>
        </p:nvSpPr>
        <p:spPr/>
      </p:sp>
    </p:spTree>
    <p:extLst>
      <p:ext uri="{BB962C8B-B14F-4D97-AF65-F5344CB8AC3E}">
        <p14:creationId xmlns:p14="http://schemas.microsoft.com/office/powerpoint/2010/main" val="16765459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C078-4652-059B-1ECE-814B1D5F9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9121B-267B-6A76-3080-177B8DC659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4D9B89A-9D6C-0195-C623-19AC38D25905}"/>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BA276933-95FA-4ECE-75C0-AADCE8A655FC}"/>
              </a:ext>
            </a:extLst>
          </p:cNvPr>
          <p:cNvSpPr>
            <a:spLocks noGrp="1"/>
          </p:cNvSpPr>
          <p:nvPr>
            <p:ph type="sldNum" sz="quarter" idx="5"/>
          </p:nvPr>
        </p:nvSpPr>
        <p:spPr/>
      </p:sp>
    </p:spTree>
    <p:extLst>
      <p:ext uri="{BB962C8B-B14F-4D97-AF65-F5344CB8AC3E}">
        <p14:creationId xmlns:p14="http://schemas.microsoft.com/office/powerpoint/2010/main" val="2405055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874B9-2EF9-73FC-BF20-85CB09A9B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443A4-29F0-9372-FC09-76995550CB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EAC1762-4911-E8B8-F013-FD97C3B97256}"/>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D560A821-1E0F-E063-328B-693882F43616}"/>
              </a:ext>
            </a:extLst>
          </p:cNvPr>
          <p:cNvSpPr>
            <a:spLocks noGrp="1"/>
          </p:cNvSpPr>
          <p:nvPr>
            <p:ph type="sldNum" sz="quarter" idx="5"/>
          </p:nvPr>
        </p:nvSpPr>
        <p:spPr/>
      </p:sp>
    </p:spTree>
    <p:extLst>
      <p:ext uri="{BB962C8B-B14F-4D97-AF65-F5344CB8AC3E}">
        <p14:creationId xmlns:p14="http://schemas.microsoft.com/office/powerpoint/2010/main" val="37309735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9F71E-7199-3C21-F890-ADAAB4F42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AC01A-6767-1289-DE9E-D58C90DD0F6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0B157F8-FC70-16DA-B374-C3AA2C1B403B}"/>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7B2EB1E8-F1DC-891B-322B-77E2D0335972}"/>
              </a:ext>
            </a:extLst>
          </p:cNvPr>
          <p:cNvSpPr>
            <a:spLocks noGrp="1"/>
          </p:cNvSpPr>
          <p:nvPr>
            <p:ph type="sldNum" sz="quarter" idx="5"/>
          </p:nvPr>
        </p:nvSpPr>
        <p:spPr/>
      </p:sp>
    </p:spTree>
    <p:extLst>
      <p:ext uri="{BB962C8B-B14F-4D97-AF65-F5344CB8AC3E}">
        <p14:creationId xmlns:p14="http://schemas.microsoft.com/office/powerpoint/2010/main" val="14118212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27C30-5C6F-160D-B045-621187B0E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A8112-8FB5-44CE-1C01-804B110CDE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FAA09B0-9B27-1B19-C422-7FB1E7EA7F41}"/>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EA74841C-0869-AA46-81E3-EAF2707DF1CF}"/>
              </a:ext>
            </a:extLst>
          </p:cNvPr>
          <p:cNvSpPr>
            <a:spLocks noGrp="1"/>
          </p:cNvSpPr>
          <p:nvPr>
            <p:ph type="sldNum" sz="quarter" idx="5"/>
          </p:nvPr>
        </p:nvSpPr>
        <p:spPr/>
      </p:sp>
    </p:spTree>
    <p:extLst>
      <p:ext uri="{BB962C8B-B14F-4D97-AF65-F5344CB8AC3E}">
        <p14:creationId xmlns:p14="http://schemas.microsoft.com/office/powerpoint/2010/main" val="37657651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53EC-ED4D-68C7-8912-25EBAA435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2163B-49EA-7FAD-51AE-B7686A2DA88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00093B-8499-F792-B1BC-113BA0580458}"/>
              </a:ext>
            </a:extLst>
          </p:cNvPr>
          <p:cNvSpPr>
            <a:spLocks noGrp="1"/>
          </p:cNvSpPr>
          <p:nvPr>
            <p:ph type="body" sz="quarter" idx="3"/>
          </p:nvPr>
        </p:nvSpPr>
        <p:spPr/>
        <p:txBody>
          <a:bodyPr/>
          <a:lstStyle/>
          <a:p>
            <a:r>
              <a:t>The textbook bound: the A-norm error contracts by (sqrt(kappa)-1)/(sqrt(kappa)+1) per step. For our die kappa = 19.4, which predicts 51 iterations to 1e-10; the measured number is 41. The bound is loose because the spectrum is clustered -- say that, because someone will know it. The honest problem is the second bullet: kappa and ||x*|| are as unknown as the solution, so the bound is not something you can evaluate at run time. And the cost per step is one local matvec plus two global reductions: on P processors that is 2 log2 P barriers per iteration, times 41.</a:t>
            </a:r>
          </a:p>
        </p:txBody>
      </p:sp>
      <p:sp>
        <p:nvSpPr>
          <p:cNvPr id="4" name="Slide Number Placeholder 3">
            <a:extLst>
              <a:ext uri="{FF2B5EF4-FFF2-40B4-BE49-F238E27FC236}">
                <a16:creationId xmlns:a16="http://schemas.microsoft.com/office/drawing/2014/main" id="{CC44709C-DC8A-CE97-C82D-919B85C1286D}"/>
              </a:ext>
            </a:extLst>
          </p:cNvPr>
          <p:cNvSpPr>
            <a:spLocks noGrp="1"/>
          </p:cNvSpPr>
          <p:nvPr>
            <p:ph type="sldNum" sz="quarter" idx="5"/>
          </p:nvPr>
        </p:nvSpPr>
        <p:spPr/>
      </p:sp>
    </p:spTree>
    <p:extLst>
      <p:ext uri="{BB962C8B-B14F-4D97-AF65-F5344CB8AC3E}">
        <p14:creationId xmlns:p14="http://schemas.microsoft.com/office/powerpoint/2010/main" val="16833564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8FBB-81C2-270A-CDFD-9CD141595C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E28DD-B6A3-A681-CEDA-8128412C4E3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54E6C67-9812-506D-40D2-84EBB271CE3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8B5320F-22E0-93CF-3820-22E9480F08EC}"/>
              </a:ext>
            </a:extLst>
          </p:cNvPr>
          <p:cNvSpPr>
            <a:spLocks noGrp="1"/>
          </p:cNvSpPr>
          <p:nvPr>
            <p:ph type="sldNum" sz="quarter" idx="5"/>
          </p:nvPr>
        </p:nvSpPr>
        <p:spPr/>
      </p:sp>
    </p:spTree>
    <p:extLst>
      <p:ext uri="{BB962C8B-B14F-4D97-AF65-F5344CB8AC3E}">
        <p14:creationId xmlns:p14="http://schemas.microsoft.com/office/powerpoint/2010/main" val="13486706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Titel en objec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tx1"/>
                </a:solidFill>
              </a:defRPr>
            </a:lvl1pPr>
          </a:lstStyle>
          <a:p>
            <a:r>
              <a:rPr lang="en-US"/>
              <a:t>Slide title</a:t>
            </a:r>
          </a:p>
        </p:txBody>
      </p:sp>
      <p:sp>
        <p:nvSpPr>
          <p:cNvPr id="3" name="Tijdelijke aanduiding voor inhoud 2"/>
          <p:cNvSpPr>
            <a:spLocks noGrp="1"/>
          </p:cNvSpPr>
          <p:nvPr>
            <p:ph idx="1" hasCustomPrompt="1"/>
          </p:nvPr>
        </p:nvSpPr>
        <p:spPr>
          <a:xfrm>
            <a:off x="610100" y="1260000"/>
            <a:ext cx="7922712" cy="3310413"/>
          </a:xfrm>
        </p:spPr>
        <p:txBody>
          <a:bodyPr/>
          <a:lstStyle>
            <a:lvl1pPr>
              <a:defRPr sz="16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100">
                <a:solidFill>
                  <a:schemeClr val="tx1"/>
                </a:solidFill>
              </a:defRPr>
            </a:lvl5pPr>
          </a:lstStyle>
          <a:p>
            <a:pPr lvl="0"/>
            <a:r>
              <a:rPr lang="en-US"/>
              <a:t>Slide text</a:t>
            </a:r>
          </a:p>
          <a:p>
            <a:pPr lvl="1"/>
            <a:r>
              <a:rPr lang="en-US" err="1"/>
              <a:t>Tweede</a:t>
            </a:r>
            <a:r>
              <a:rPr lang="en-US"/>
              <a:t> </a:t>
            </a:r>
            <a:r>
              <a:rPr lang="en-US" err="1"/>
              <a:t>niveau</a:t>
            </a:r>
            <a:endParaRPr lang="en-US"/>
          </a:p>
          <a:p>
            <a:pPr lvl="2"/>
            <a:r>
              <a:rPr lang="en-US" err="1"/>
              <a:t>Derde</a:t>
            </a:r>
            <a:r>
              <a:rPr lang="en-US"/>
              <a:t> </a:t>
            </a:r>
            <a:r>
              <a:rPr lang="en-US" err="1"/>
              <a:t>niveau</a:t>
            </a:r>
            <a:endParaRPr lang="en-US"/>
          </a:p>
          <a:p>
            <a:pPr lvl="3"/>
            <a:r>
              <a:rPr lang="en-US" err="1"/>
              <a:t>Vierde</a:t>
            </a:r>
            <a:r>
              <a:rPr lang="en-US"/>
              <a:t> </a:t>
            </a:r>
            <a:r>
              <a:rPr lang="en-US" err="1"/>
              <a:t>niveau</a:t>
            </a:r>
            <a:endParaRPr lang="en-US"/>
          </a:p>
          <a:p>
            <a:pPr lvl="4"/>
            <a:r>
              <a:rPr lang="en-US" err="1"/>
              <a:t>Vijfde</a:t>
            </a:r>
            <a:r>
              <a:rPr lang="en-US"/>
              <a:t> </a:t>
            </a:r>
            <a:r>
              <a:rPr lang="en-US" err="1"/>
              <a:t>niveau</a:t>
            </a:r>
            <a:endParaRPr lang="en-US"/>
          </a:p>
        </p:txBody>
      </p:sp>
      <p:sp>
        <p:nvSpPr>
          <p:cNvPr id="5" name="Tijdelijke aanduiding voor voettekst 4"/>
          <p:cNvSpPr>
            <a:spLocks noGrp="1"/>
          </p:cNvSpPr>
          <p:nvPr>
            <p:ph type="ftr" sz="quarter" idx="11"/>
          </p:nvPr>
        </p:nvSpPr>
        <p:spPr/>
        <p:txBody>
          <a:bodyPr/>
          <a:lstStyle>
            <a:lvl1pPr>
              <a:defRPr>
                <a:solidFill>
                  <a:schemeClr val="tx1"/>
                </a:solidFill>
              </a:defRPr>
            </a:lvl1pPr>
          </a:lstStyle>
          <a:p>
            <a:r>
              <a:rPr lang="en-US"/>
              <a:t>Title of the presentation – by tab Insert -&gt; Header text and Footer text</a:t>
            </a:r>
          </a:p>
        </p:txBody>
      </p:sp>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‹nr.›</a:t>
            </a:fld>
            <a:endParaRPr lang="en-US"/>
          </a:p>
        </p:txBody>
      </p:sp>
      <p:pic>
        <p:nvPicPr>
          <p:cNvPr id="7" name="FooterLogoTUe">
            <a:extLst>
              <a:ext uri="{FF2B5EF4-FFF2-40B4-BE49-F238E27FC236}">
                <a16:creationId xmlns:a16="http://schemas.microsoft.com/office/drawing/2014/main" id="{1846CF66-6C09-6C81-4515-2425EFF151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49920" y="4628189"/>
            <a:ext cx="921122" cy="459000"/>
          </a:xfrm>
          <a:prstGeom prst="rect">
            <a:avLst/>
          </a:prstGeom>
        </p:spPr>
      </p:pic>
    </p:spTree>
    <p:extLst>
      <p:ext uri="{BB962C8B-B14F-4D97-AF65-F5344CB8AC3E}">
        <p14:creationId xmlns:p14="http://schemas.microsoft.com/office/powerpoint/2010/main" val="40136500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in 2 kolommen">
    <p:bg>
      <p:bgRef idx="1001">
        <a:schemeClr val="bg1"/>
      </p:bgRef>
    </p:bg>
    <p:spTree>
      <p:nvGrpSpPr>
        <p:cNvPr id="1" name=""/>
        <p:cNvGrpSpPr/>
        <p:nvPr/>
      </p:nvGrpSpPr>
      <p:grpSpPr>
        <a:xfrm>
          <a:off x="0" y="0"/>
          <a:ext cx="0" cy="0"/>
          <a:chOff x="0" y="0"/>
          <a:chExt cx="0" cy="0"/>
        </a:xfrm>
      </p:grpSpPr>
      <p:sp>
        <p:nvSpPr>
          <p:cNvPr id="3" name="Tijdelijke aanduiding voor inhoud 2"/>
          <p:cNvSpPr>
            <a:spLocks noGrp="1"/>
          </p:cNvSpPr>
          <p:nvPr>
            <p:ph sz="half" idx="1" hasCustomPrompt="1"/>
          </p:nvPr>
        </p:nvSpPr>
        <p:spPr>
          <a:xfrm>
            <a:off x="612000" y="626165"/>
            <a:ext cx="3600000" cy="394345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Slide text</a:t>
            </a:r>
          </a:p>
          <a:p>
            <a:pPr lvl="1"/>
            <a:r>
              <a:rPr lang="en-US" dirty="0"/>
              <a:t>Tweede </a:t>
            </a:r>
            <a:r>
              <a:rPr lang="en-US" dirty="0" err="1"/>
              <a:t>niveau</a:t>
            </a:r>
            <a:endParaRPr lang="en-US" dirty="0"/>
          </a:p>
          <a:p>
            <a:pPr lvl="2"/>
            <a:r>
              <a:rPr lang="en-US" dirty="0" err="1"/>
              <a:t>Derde</a:t>
            </a:r>
            <a:r>
              <a:rPr lang="en-US" dirty="0"/>
              <a:t> </a:t>
            </a:r>
            <a:r>
              <a:rPr lang="en-US" dirty="0" err="1"/>
              <a:t>niveau</a:t>
            </a:r>
            <a:endParaRPr lang="en-US" dirty="0"/>
          </a:p>
          <a:p>
            <a:pPr lvl="3"/>
            <a:r>
              <a:rPr lang="en-US" dirty="0" err="1"/>
              <a:t>Vierde</a:t>
            </a:r>
            <a:r>
              <a:rPr lang="en-US" dirty="0"/>
              <a:t> </a:t>
            </a:r>
            <a:r>
              <a:rPr lang="en-US" dirty="0" err="1"/>
              <a:t>niveau</a:t>
            </a:r>
            <a:endParaRPr lang="en-US" dirty="0"/>
          </a:p>
          <a:p>
            <a:pPr lvl="4"/>
            <a:r>
              <a:rPr lang="en-US" dirty="0" err="1"/>
              <a:t>Vijfde</a:t>
            </a:r>
            <a:r>
              <a:rPr lang="en-US" dirty="0"/>
              <a:t> </a:t>
            </a:r>
            <a:r>
              <a:rPr lang="en-US" dirty="0" err="1"/>
              <a:t>niveau</a:t>
            </a:r>
            <a:endParaRPr lang="en-US" dirty="0"/>
          </a:p>
        </p:txBody>
      </p:sp>
      <p:sp>
        <p:nvSpPr>
          <p:cNvPr id="4" name="Tijdelijke aanduiding voor inhoud 3"/>
          <p:cNvSpPr>
            <a:spLocks noGrp="1"/>
          </p:cNvSpPr>
          <p:nvPr>
            <p:ph sz="half" idx="2" hasCustomPrompt="1"/>
          </p:nvPr>
        </p:nvSpPr>
        <p:spPr>
          <a:xfrm>
            <a:off x="4629150" y="626165"/>
            <a:ext cx="3600000" cy="394345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Slide text</a:t>
            </a:r>
          </a:p>
          <a:p>
            <a:pPr lvl="1"/>
            <a:r>
              <a:rPr lang="en-US" dirty="0"/>
              <a:t>Tweede </a:t>
            </a:r>
            <a:r>
              <a:rPr lang="en-US" dirty="0" err="1"/>
              <a:t>niveau</a:t>
            </a:r>
            <a:endParaRPr lang="en-US" dirty="0"/>
          </a:p>
          <a:p>
            <a:pPr lvl="2"/>
            <a:r>
              <a:rPr lang="en-US" dirty="0" err="1"/>
              <a:t>Derde</a:t>
            </a:r>
            <a:r>
              <a:rPr lang="en-US" dirty="0"/>
              <a:t> </a:t>
            </a:r>
            <a:r>
              <a:rPr lang="en-US" dirty="0" err="1"/>
              <a:t>niveau</a:t>
            </a:r>
            <a:endParaRPr lang="en-US" dirty="0"/>
          </a:p>
          <a:p>
            <a:pPr lvl="3"/>
            <a:r>
              <a:rPr lang="en-US" dirty="0" err="1"/>
              <a:t>Vierde</a:t>
            </a:r>
            <a:r>
              <a:rPr lang="en-US" dirty="0"/>
              <a:t> </a:t>
            </a:r>
            <a:r>
              <a:rPr lang="en-US" dirty="0" err="1"/>
              <a:t>niveau</a:t>
            </a:r>
            <a:endParaRPr lang="en-US" dirty="0"/>
          </a:p>
          <a:p>
            <a:pPr lvl="4"/>
            <a:r>
              <a:rPr lang="en-US" dirty="0" err="1"/>
              <a:t>Vijfde</a:t>
            </a:r>
            <a:r>
              <a:rPr lang="en-US" dirty="0"/>
              <a:t> </a:t>
            </a:r>
            <a:r>
              <a:rPr lang="en-US" dirty="0" err="1"/>
              <a:t>niveau</a:t>
            </a:r>
            <a:endParaRPr lang="en-US" dirty="0"/>
          </a:p>
        </p:txBody>
      </p:sp>
      <p:sp>
        <p:nvSpPr>
          <p:cNvPr id="6" name="Tijdelijke aanduiding voor voettekst 5"/>
          <p:cNvSpPr>
            <a:spLocks noGrp="1"/>
          </p:cNvSpPr>
          <p:nvPr>
            <p:ph type="ftr" sz="quarter" idx="11"/>
          </p:nvPr>
        </p:nvSpPr>
        <p:spPr/>
        <p:txBody>
          <a:bodyPr/>
          <a:lstStyle>
            <a:lvl1pPr>
              <a:defRPr>
                <a:solidFill>
                  <a:schemeClr val="tx1"/>
                </a:solidFill>
              </a:defRPr>
            </a:lvl1pPr>
          </a:lstStyle>
          <a:p>
            <a:r>
              <a:rPr lang="en-US" dirty="0"/>
              <a:t>Title of the presentation – by tab Insert -&gt; Header text and Footer text</a:t>
            </a:r>
            <a:endParaRPr lang="en-US" dirty="0">
              <a:solidFill>
                <a:schemeClr val="tx1"/>
              </a:solidFill>
            </a:endParaRPr>
          </a:p>
        </p:txBody>
      </p:sp>
      <p:sp>
        <p:nvSpPr>
          <p:cNvPr id="7" name="Tijdelijke aanduiding voor dianummer 6"/>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‹nr.›</a:t>
            </a:fld>
            <a:endParaRPr lang="en-US" dirty="0"/>
          </a:p>
        </p:txBody>
      </p:sp>
      <p:pic>
        <p:nvPicPr>
          <p:cNvPr id="5" name="FooterLogoTUe">
            <a:extLst>
              <a:ext uri="{FF2B5EF4-FFF2-40B4-BE49-F238E27FC236}">
                <a16:creationId xmlns:a16="http://schemas.microsoft.com/office/drawing/2014/main" id="{BD446003-0937-BFD6-65D1-FA86F8368BA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49920" y="4628189"/>
            <a:ext cx="921122" cy="459000"/>
          </a:xfrm>
          <a:prstGeom prst="rect">
            <a:avLst/>
          </a:prstGeom>
        </p:spPr>
      </p:pic>
    </p:spTree>
    <p:extLst>
      <p:ext uri="{BB962C8B-B14F-4D97-AF65-F5344CB8AC3E}">
        <p14:creationId xmlns:p14="http://schemas.microsoft.com/office/powerpoint/2010/main" val="29420472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object Blauwe achtergrond">
    <p:bg>
      <p:bgPr>
        <a:solidFill>
          <a:schemeClr val="tx1"/>
        </a:solidFill>
        <a:effectLst/>
      </p:bgPr>
    </p:bg>
    <p:spTree>
      <p:nvGrpSpPr>
        <p:cNvPr id="1" name=""/>
        <p:cNvGrpSpPr/>
        <p:nvPr/>
      </p:nvGrpSpPr>
      <p:grpSpPr>
        <a:xfrm>
          <a:off x="0" y="0"/>
          <a:ext cx="0" cy="0"/>
          <a:chOff x="0" y="0"/>
          <a:chExt cx="0" cy="0"/>
        </a:xfrm>
      </p:grpSpPr>
      <p:sp>
        <p:nvSpPr>
          <p:cNvPr id="3" name="Tijdelijke aanduiding voor voettekst 2"/>
          <p:cNvSpPr>
            <a:spLocks noGrp="1"/>
          </p:cNvSpPr>
          <p:nvPr>
            <p:ph type="ftr" sz="quarter" idx="10"/>
          </p:nvPr>
        </p:nvSpPr>
        <p:spPr/>
        <p:txBody>
          <a:bodyPr/>
          <a:lstStyle/>
          <a:p>
            <a:r>
              <a:rPr lang="en-US"/>
              <a:t>Title of the presentation – by tab Insert -&gt; Header text and Footer text</a:t>
            </a:r>
          </a:p>
        </p:txBody>
      </p:sp>
      <p:sp>
        <p:nvSpPr>
          <p:cNvPr id="4" name="Tijdelijke aanduiding voor dianummer 3"/>
          <p:cNvSpPr>
            <a:spLocks noGrp="1"/>
          </p:cNvSpPr>
          <p:nvPr>
            <p:ph type="sldNum" sz="quarter" idx="11"/>
          </p:nvPr>
        </p:nvSpPr>
        <p:spPr/>
        <p:txBody>
          <a:bodyPr/>
          <a:lstStyle/>
          <a:p>
            <a:fld id="{B7CEC10D-CD46-426F-915E-6C78530279CB}" type="slidenum">
              <a:rPr lang="en-US" smtClean="0"/>
              <a:pPr/>
              <a:t>‹nr.›</a:t>
            </a:fld>
            <a:endParaRPr lang="en-US"/>
          </a:p>
        </p:txBody>
      </p:sp>
      <p:sp>
        <p:nvSpPr>
          <p:cNvPr id="13" name="Titel 1"/>
          <p:cNvSpPr>
            <a:spLocks noGrp="1"/>
          </p:cNvSpPr>
          <p:nvPr>
            <p:ph type="title" hasCustomPrompt="1"/>
          </p:nvPr>
        </p:nvSpPr>
        <p:spPr>
          <a:xfrm>
            <a:off x="612000" y="544228"/>
            <a:ext cx="7923213" cy="394448"/>
          </a:xfrm>
        </p:spPr>
        <p:txBody>
          <a:bodyPr/>
          <a:lstStyle>
            <a:lvl1pPr>
              <a:defRPr>
                <a:solidFill>
                  <a:schemeClr val="bg1"/>
                </a:solidFill>
              </a:defRPr>
            </a:lvl1pPr>
          </a:lstStyle>
          <a:p>
            <a:r>
              <a:rPr lang="en-US"/>
              <a:t>Slide title</a:t>
            </a:r>
          </a:p>
        </p:txBody>
      </p:sp>
      <p:sp>
        <p:nvSpPr>
          <p:cNvPr id="14" name="Tijdelijke aanduiding voor inhoud 2"/>
          <p:cNvSpPr>
            <a:spLocks noGrp="1"/>
          </p:cNvSpPr>
          <p:nvPr>
            <p:ph idx="1" hasCustomPrompt="1"/>
          </p:nvPr>
        </p:nvSpPr>
        <p:spPr>
          <a:xfrm>
            <a:off x="610100" y="1260000"/>
            <a:ext cx="7922712" cy="3310413"/>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Slide text</a:t>
            </a:r>
          </a:p>
          <a:p>
            <a:pPr lvl="1"/>
            <a:r>
              <a:rPr lang="en-US" err="1"/>
              <a:t>Tweede</a:t>
            </a:r>
            <a:r>
              <a:rPr lang="en-US"/>
              <a:t> </a:t>
            </a:r>
            <a:r>
              <a:rPr lang="en-US" err="1"/>
              <a:t>niveau</a:t>
            </a:r>
            <a:endParaRPr lang="en-US"/>
          </a:p>
          <a:p>
            <a:pPr lvl="2"/>
            <a:r>
              <a:rPr lang="en-US" err="1"/>
              <a:t>Derde</a:t>
            </a:r>
            <a:r>
              <a:rPr lang="en-US"/>
              <a:t> </a:t>
            </a:r>
            <a:r>
              <a:rPr lang="en-US" err="1"/>
              <a:t>niveau</a:t>
            </a:r>
            <a:endParaRPr lang="en-US"/>
          </a:p>
          <a:p>
            <a:pPr lvl="3"/>
            <a:r>
              <a:rPr lang="en-US" err="1"/>
              <a:t>Vierde</a:t>
            </a:r>
            <a:r>
              <a:rPr lang="en-US"/>
              <a:t> </a:t>
            </a:r>
            <a:r>
              <a:rPr lang="en-US" err="1"/>
              <a:t>niveau</a:t>
            </a:r>
            <a:endParaRPr lang="en-US"/>
          </a:p>
          <a:p>
            <a:pPr lvl="4"/>
            <a:r>
              <a:rPr lang="en-US" err="1"/>
              <a:t>Vijfde</a:t>
            </a:r>
            <a:r>
              <a:rPr lang="en-US"/>
              <a:t> </a:t>
            </a:r>
            <a:r>
              <a:rPr lang="en-US" err="1"/>
              <a:t>niveau</a:t>
            </a:r>
            <a:endParaRPr lang="en-US"/>
          </a:p>
        </p:txBody>
      </p:sp>
      <p:pic>
        <p:nvPicPr>
          <p:cNvPr id="5" name="FooterLogoTUe">
            <a:extLst>
              <a:ext uri="{FF2B5EF4-FFF2-40B4-BE49-F238E27FC236}">
                <a16:creationId xmlns:a16="http://schemas.microsoft.com/office/drawing/2014/main" id="{02C32F5D-DEFD-12A4-4A71-5EA33F2DD5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49920" y="4628189"/>
            <a:ext cx="921122" cy="459000"/>
          </a:xfrm>
          <a:prstGeom prst="rect">
            <a:avLst/>
          </a:prstGeom>
        </p:spPr>
      </p:pic>
    </p:spTree>
    <p:extLst>
      <p:ext uri="{BB962C8B-B14F-4D97-AF65-F5344CB8AC3E}">
        <p14:creationId xmlns:p14="http://schemas.microsoft.com/office/powerpoint/2010/main" val="232732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0" y="1832397"/>
            <a:ext cx="9144000" cy="1224502"/>
          </a:xfrm>
        </p:spPr>
        <p:txBody>
          <a:bodyPr anchor="ctr"/>
          <a:lstStyle>
            <a:lvl1pPr algn="ctr">
              <a:defRPr>
                <a:solidFill>
                  <a:schemeClr val="tx1"/>
                </a:solidFill>
              </a:defRPr>
            </a:lvl1pPr>
          </a:lstStyle>
          <a:p>
            <a:r>
              <a:rPr lang="en-US" dirty="0"/>
              <a:t>Slide title</a:t>
            </a:r>
          </a:p>
        </p:txBody>
      </p:sp>
      <p:sp>
        <p:nvSpPr>
          <p:cNvPr id="3" name="Tijdelijke aanduiding voor inhoud 2"/>
          <p:cNvSpPr>
            <a:spLocks noGrp="1"/>
          </p:cNvSpPr>
          <p:nvPr>
            <p:ph idx="1" hasCustomPrompt="1"/>
          </p:nvPr>
        </p:nvSpPr>
        <p:spPr>
          <a:xfrm>
            <a:off x="0" y="3056899"/>
            <a:ext cx="9144000" cy="1513514"/>
          </a:xfrm>
        </p:spPr>
        <p:txBody>
          <a:bodyPr/>
          <a:lstStyle>
            <a:lvl1pPr algn="ctr">
              <a:defRPr sz="1600">
                <a:solidFill>
                  <a:schemeClr val="tx1"/>
                </a:solidFill>
              </a:defRPr>
            </a:lvl1pPr>
            <a:lvl2pPr algn="ctr">
              <a:defRPr sz="1600">
                <a:solidFill>
                  <a:schemeClr val="tx1"/>
                </a:solidFill>
              </a:defRPr>
            </a:lvl2pPr>
            <a:lvl3pPr algn="ctr">
              <a:defRPr sz="1400">
                <a:solidFill>
                  <a:schemeClr val="tx1"/>
                </a:solidFill>
              </a:defRPr>
            </a:lvl3pPr>
            <a:lvl4pPr algn="ctr">
              <a:defRPr sz="1200">
                <a:solidFill>
                  <a:schemeClr val="tx1"/>
                </a:solidFill>
              </a:defRPr>
            </a:lvl4pPr>
            <a:lvl5pPr algn="ctr">
              <a:defRPr sz="1100">
                <a:solidFill>
                  <a:schemeClr val="tx1"/>
                </a:solidFill>
              </a:defRPr>
            </a:lvl5pPr>
          </a:lstStyle>
          <a:p>
            <a:pPr lvl="0"/>
            <a:r>
              <a:rPr lang="en-US" dirty="0"/>
              <a:t>Slide text</a:t>
            </a:r>
          </a:p>
          <a:p>
            <a:pPr lvl="1"/>
            <a:r>
              <a:rPr lang="en-US" dirty="0"/>
              <a:t>Tweede </a:t>
            </a:r>
            <a:r>
              <a:rPr lang="en-US" dirty="0" err="1"/>
              <a:t>niveau</a:t>
            </a:r>
            <a:endParaRPr lang="en-US" dirty="0"/>
          </a:p>
          <a:p>
            <a:pPr lvl="2"/>
            <a:r>
              <a:rPr lang="en-US" dirty="0" err="1"/>
              <a:t>Derde</a:t>
            </a:r>
            <a:r>
              <a:rPr lang="en-US" dirty="0"/>
              <a:t> </a:t>
            </a:r>
            <a:r>
              <a:rPr lang="en-US" dirty="0" err="1"/>
              <a:t>niveau</a:t>
            </a:r>
            <a:endParaRPr lang="en-US" dirty="0"/>
          </a:p>
          <a:p>
            <a:pPr lvl="3"/>
            <a:r>
              <a:rPr lang="en-US" dirty="0" err="1"/>
              <a:t>Vierde</a:t>
            </a:r>
            <a:r>
              <a:rPr lang="en-US" dirty="0"/>
              <a:t> </a:t>
            </a:r>
            <a:r>
              <a:rPr lang="en-US" dirty="0" err="1"/>
              <a:t>niveau</a:t>
            </a:r>
            <a:endParaRPr lang="en-US" dirty="0"/>
          </a:p>
          <a:p>
            <a:pPr lvl="4"/>
            <a:r>
              <a:rPr lang="en-US" dirty="0" err="1"/>
              <a:t>Vijfde</a:t>
            </a:r>
            <a:r>
              <a:rPr lang="en-US" dirty="0"/>
              <a:t> </a:t>
            </a:r>
            <a:r>
              <a:rPr lang="en-US" dirty="0" err="1"/>
              <a:t>niveau</a:t>
            </a:r>
            <a:endParaRPr lang="en-US" dirty="0"/>
          </a:p>
        </p:txBody>
      </p:sp>
    </p:spTree>
    <p:extLst>
      <p:ext uri="{BB962C8B-B14F-4D97-AF65-F5344CB8AC3E}">
        <p14:creationId xmlns:p14="http://schemas.microsoft.com/office/powerpoint/2010/main" val="3084588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Afbeelding 6" hidden="1"/>
          <p:cNvPicPr>
            <a:picLocks noChangeAspect="1"/>
          </p:cNvPicPr>
          <p:nvPr userDrawn="1"/>
        </p:nvPicPr>
        <p:blipFill>
          <a:blip r:embed="rId6"/>
          <a:stretch>
            <a:fillRect/>
          </a:stretch>
        </p:blipFill>
        <p:spPr>
          <a:xfrm>
            <a:off x="1523999" y="0"/>
            <a:ext cx="9144000" cy="5143500"/>
          </a:xfrm>
          <a:prstGeom prst="rect">
            <a:avLst/>
          </a:prstGeom>
        </p:spPr>
      </p:pic>
      <p:sp>
        <p:nvSpPr>
          <p:cNvPr id="2" name="Tijdelijke aanduiding voor titel 1"/>
          <p:cNvSpPr>
            <a:spLocks noGrp="1"/>
          </p:cNvSpPr>
          <p:nvPr>
            <p:ph type="title"/>
          </p:nvPr>
        </p:nvSpPr>
        <p:spPr>
          <a:xfrm>
            <a:off x="612000" y="544228"/>
            <a:ext cx="7923213" cy="394448"/>
          </a:xfrm>
          <a:prstGeom prst="rect">
            <a:avLst/>
          </a:prstGeom>
        </p:spPr>
        <p:txBody>
          <a:bodyPr vert="horz" lIns="0" tIns="0" rIns="0" bIns="0" rtlCol="0" anchor="t" anchorCtr="0">
            <a:noAutofit/>
          </a:bodyPr>
          <a:lstStyle/>
          <a:p>
            <a:r>
              <a:rPr lang="en-US" dirty="0"/>
              <a:t>Slide title</a:t>
            </a:r>
          </a:p>
        </p:txBody>
      </p:sp>
      <p:sp>
        <p:nvSpPr>
          <p:cNvPr id="3" name="Tijdelijke aanduiding voor tekst 2"/>
          <p:cNvSpPr>
            <a:spLocks noGrp="1"/>
          </p:cNvSpPr>
          <p:nvPr>
            <p:ph type="body" idx="1"/>
          </p:nvPr>
        </p:nvSpPr>
        <p:spPr>
          <a:xfrm>
            <a:off x="610100" y="1260000"/>
            <a:ext cx="7922712" cy="3310413"/>
          </a:xfrm>
          <a:prstGeom prst="rect">
            <a:avLst/>
          </a:prstGeom>
        </p:spPr>
        <p:txBody>
          <a:bodyPr vert="horz" lIns="0" tIns="0" rIns="0" bIns="0" rtlCol="0">
            <a:noAutofit/>
          </a:bodyPr>
          <a:lstStyle/>
          <a:p>
            <a:pPr lvl="0"/>
            <a:r>
              <a:rPr lang="en-US" dirty="0"/>
              <a:t>Slide text</a:t>
            </a:r>
          </a:p>
          <a:p>
            <a:pPr lvl="1"/>
            <a:r>
              <a:rPr lang="en-US" dirty="0"/>
              <a:t>Tweede </a:t>
            </a:r>
            <a:r>
              <a:rPr lang="en-US" dirty="0" err="1"/>
              <a:t>niveau</a:t>
            </a:r>
            <a:endParaRPr lang="en-US" dirty="0"/>
          </a:p>
          <a:p>
            <a:pPr lvl="2"/>
            <a:r>
              <a:rPr lang="en-US" dirty="0" err="1"/>
              <a:t>Derde</a:t>
            </a:r>
            <a:r>
              <a:rPr lang="en-US" dirty="0"/>
              <a:t> </a:t>
            </a:r>
            <a:r>
              <a:rPr lang="en-US" dirty="0" err="1"/>
              <a:t>niveau</a:t>
            </a:r>
            <a:endParaRPr lang="en-US" dirty="0"/>
          </a:p>
          <a:p>
            <a:pPr lvl="3"/>
            <a:r>
              <a:rPr lang="en-US" dirty="0" err="1"/>
              <a:t>Vierde</a:t>
            </a:r>
            <a:r>
              <a:rPr lang="en-US" dirty="0"/>
              <a:t> </a:t>
            </a:r>
            <a:r>
              <a:rPr lang="en-US" dirty="0" err="1"/>
              <a:t>niveau</a:t>
            </a:r>
            <a:endParaRPr lang="en-US" dirty="0"/>
          </a:p>
          <a:p>
            <a:pPr lvl="4"/>
            <a:r>
              <a:rPr lang="en-US" dirty="0" err="1"/>
              <a:t>Vijfde</a:t>
            </a:r>
            <a:r>
              <a:rPr lang="en-US" dirty="0"/>
              <a:t> </a:t>
            </a:r>
            <a:r>
              <a:rPr lang="en-US" dirty="0" err="1"/>
              <a:t>niveau</a:t>
            </a:r>
            <a:endParaRPr lang="en-US" dirty="0"/>
          </a:p>
        </p:txBody>
      </p:sp>
      <p:sp>
        <p:nvSpPr>
          <p:cNvPr id="10" name="Rechthoek 9"/>
          <p:cNvSpPr/>
          <p:nvPr userDrawn="1"/>
        </p:nvSpPr>
        <p:spPr>
          <a:xfrm>
            <a:off x="0" y="4569619"/>
            <a:ext cx="9144000" cy="5738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Tijdelijke aanduiding voor voettekst 4"/>
          <p:cNvSpPr>
            <a:spLocks noGrp="1"/>
          </p:cNvSpPr>
          <p:nvPr>
            <p:ph type="ftr" sz="quarter" idx="3"/>
          </p:nvPr>
        </p:nvSpPr>
        <p:spPr>
          <a:xfrm>
            <a:off x="989178" y="4772381"/>
            <a:ext cx="6728631" cy="351000"/>
          </a:xfrm>
          <a:prstGeom prst="rect">
            <a:avLst/>
          </a:prstGeom>
        </p:spPr>
        <p:txBody>
          <a:bodyPr vert="horz" lIns="0" tIns="0" rIns="0" bIns="0" rtlCol="0" anchor="t" anchorCtr="0"/>
          <a:lstStyle>
            <a:lvl1pPr algn="l">
              <a:defRPr sz="1200">
                <a:solidFill>
                  <a:schemeClr val="tx1"/>
                </a:solidFill>
              </a:defRPr>
            </a:lvl1pPr>
          </a:lstStyle>
          <a:p>
            <a:r>
              <a:rPr lang="en-US" dirty="0"/>
              <a:t>Title of the presentation – by tab Insert -&gt; Header text and Footer text</a:t>
            </a:r>
            <a:endParaRPr lang="en-US" dirty="0">
              <a:solidFill>
                <a:schemeClr val="tx1"/>
              </a:solidFill>
            </a:endParaRPr>
          </a:p>
        </p:txBody>
      </p:sp>
      <p:sp>
        <p:nvSpPr>
          <p:cNvPr id="6" name="Tijdelijke aanduiding voor dianummer 5"/>
          <p:cNvSpPr>
            <a:spLocks noGrp="1"/>
          </p:cNvSpPr>
          <p:nvPr>
            <p:ph type="sldNum" sz="quarter" idx="4"/>
          </p:nvPr>
        </p:nvSpPr>
        <p:spPr>
          <a:xfrm>
            <a:off x="612000" y="4773600"/>
            <a:ext cx="601313" cy="351000"/>
          </a:xfrm>
          <a:prstGeom prst="rect">
            <a:avLst/>
          </a:prstGeom>
        </p:spPr>
        <p:txBody>
          <a:bodyPr vert="horz" lIns="0" tIns="0" rIns="0" bIns="0" rtlCol="0" anchor="t" anchorCtr="0"/>
          <a:lstStyle>
            <a:lvl1pPr algn="l">
              <a:defRPr sz="1200">
                <a:solidFill>
                  <a:schemeClr val="tx1"/>
                </a:solidFill>
              </a:defRPr>
            </a:lvl1pPr>
          </a:lstStyle>
          <a:p>
            <a:fld id="{B7CEC10D-CD46-426F-915E-6C78530279CB}" type="slidenum">
              <a:rPr lang="en-US" smtClean="0"/>
              <a:pPr/>
              <a:t>‹nr.›</a:t>
            </a:fld>
            <a:endParaRPr lang="en-US" dirty="0"/>
          </a:p>
        </p:txBody>
      </p:sp>
    </p:spTree>
    <p:extLst>
      <p:ext uri="{BB962C8B-B14F-4D97-AF65-F5344CB8AC3E}">
        <p14:creationId xmlns:p14="http://schemas.microsoft.com/office/powerpoint/2010/main" val="2825351473"/>
      </p:ext>
    </p:extLst>
  </p:cSld>
  <p:clrMap bg1="lt1" tx1="dk1" bg2="lt2" tx2="dk2" accent1="accent1" accent2="accent2" accent3="accent3" accent4="accent4" accent5="accent5" accent6="accent6" hlink="hlink" folHlink="folHlink"/>
  <p:sldLayoutIdLst>
    <p:sldLayoutId id="2147483663" r:id="rId1"/>
    <p:sldLayoutId id="2147483652" r:id="rId2"/>
    <p:sldLayoutId id="2147483662" r:id="rId3"/>
    <p:sldLayoutId id="2147483650"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51435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514350" rtl="0" eaLnBrk="1" latinLnBrk="0" hangingPunct="1">
        <a:lnSpc>
          <a:spcPct val="100000"/>
        </a:lnSpc>
        <a:spcBef>
          <a:spcPts val="413"/>
        </a:spcBef>
        <a:spcAft>
          <a:spcPts val="413"/>
        </a:spcAft>
        <a:buFont typeface="Arial" panose="020B0604020202020204" pitchFamily="34" charset="0"/>
        <a:buNone/>
        <a:defRPr sz="1650" kern="1200">
          <a:solidFill>
            <a:schemeClr val="tx1"/>
          </a:solidFill>
          <a:latin typeface="+mn-lt"/>
          <a:ea typeface="+mn-ea"/>
          <a:cs typeface="+mn-cs"/>
        </a:defRPr>
      </a:lvl1pPr>
      <a:lvl2pPr marL="0" indent="0" algn="l" defTabSz="514350" rtl="0" eaLnBrk="1" latinLnBrk="0" hangingPunct="1">
        <a:lnSpc>
          <a:spcPct val="100000"/>
        </a:lnSpc>
        <a:spcBef>
          <a:spcPts val="413"/>
        </a:spcBef>
        <a:spcAft>
          <a:spcPts val="413"/>
        </a:spcAft>
        <a:buFont typeface="Arial" panose="020B0604020202020204" pitchFamily="34" charset="0"/>
        <a:buNone/>
        <a:defRPr sz="1950" kern="1200">
          <a:solidFill>
            <a:schemeClr val="tx1"/>
          </a:solidFill>
          <a:latin typeface="+mn-lt"/>
          <a:ea typeface="+mn-ea"/>
          <a:cs typeface="+mn-cs"/>
        </a:defRPr>
      </a:lvl2pPr>
      <a:lvl3pPr marL="202500" indent="-202500" algn="l" defTabSz="514350" rtl="0" eaLnBrk="1" latinLnBrk="0" hangingPunct="1">
        <a:lnSpc>
          <a:spcPct val="100000"/>
        </a:lnSpc>
        <a:spcBef>
          <a:spcPts val="413"/>
        </a:spcBef>
        <a:buClr>
          <a:schemeClr val="bg2"/>
        </a:buClr>
        <a:buSzPct val="100000"/>
        <a:buFont typeface="Arial" panose="020B0604020202020204" pitchFamily="34" charset="0"/>
        <a:buChar char="•"/>
        <a:defRPr sz="1650" kern="1200">
          <a:solidFill>
            <a:schemeClr val="tx1"/>
          </a:solidFill>
          <a:latin typeface="+mn-lt"/>
          <a:ea typeface="+mn-ea"/>
          <a:cs typeface="+mn-cs"/>
        </a:defRPr>
      </a:lvl3pPr>
      <a:lvl4pPr marL="405000" indent="-202500" algn="l" defTabSz="514350" rtl="0" eaLnBrk="1" latinLnBrk="0" hangingPunct="1">
        <a:lnSpc>
          <a:spcPct val="100000"/>
        </a:lnSpc>
        <a:spcBef>
          <a:spcPts val="0"/>
        </a:spcBef>
        <a:buClr>
          <a:schemeClr val="bg2"/>
        </a:buClr>
        <a:buFont typeface="Arial" panose="020B0604020202020204" pitchFamily="34" charset="0"/>
        <a:buChar char="•"/>
        <a:defRPr sz="1500" kern="1200">
          <a:solidFill>
            <a:schemeClr val="tx1"/>
          </a:solidFill>
          <a:latin typeface="+mn-lt"/>
          <a:ea typeface="+mn-ea"/>
          <a:cs typeface="+mn-cs"/>
        </a:defRPr>
      </a:lvl4pPr>
      <a:lvl5pPr marL="607500" indent="-202500" algn="l" defTabSz="514350" rtl="0" eaLnBrk="1" latinLnBrk="0" hangingPunct="1">
        <a:lnSpc>
          <a:spcPct val="100000"/>
        </a:lnSpc>
        <a:spcBef>
          <a:spcPts val="0"/>
        </a:spcBef>
        <a:buFont typeface="Arial" panose="020B0604020202020204" pitchFamily="34" charset="0"/>
        <a:buChar char="•"/>
        <a:defRPr sz="135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nl-NL"/>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79" userDrawn="1">
          <p15:clr>
            <a:srgbClr val="F26B43"/>
          </p15:clr>
        </p15:guide>
        <p15:guide id="2" pos="383" userDrawn="1">
          <p15:clr>
            <a:srgbClr val="F26B43"/>
          </p15:clr>
        </p15:guide>
        <p15:guide id="3" pos="537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03_2CA3C469.xm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microsoft.com/office/2018/10/relationships/comments" Target="../comments/modernComment_105_0.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7_0.xml"/><Relationship Id="rId7"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6.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7.svg"/><Relationship Id="rId5" Type="http://schemas.openxmlformats.org/officeDocument/2006/relationships/image" Target="../media/image1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8.png"/><Relationship Id="rId5" Type="http://schemas.openxmlformats.org/officeDocument/2006/relationships/image" Target="../media/image2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17_0.xm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0.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45.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53.png"/><Relationship Id="rId4"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0" y="2237508"/>
            <a:ext cx="9144000" cy="1017755"/>
          </a:xfrm>
          <a:solidFill>
            <a:schemeClr val="tx2"/>
          </a:solidFill>
        </p:spPr>
        <p:txBody>
          <a:bodyPr anchor="ctr"/>
          <a:lstStyle/>
          <a:p>
            <a:pPr algn="ctr"/>
            <a:r>
              <a:rPr lang="en-US" sz="2600" dirty="0">
                <a:solidFill>
                  <a:schemeClr val="bg1"/>
                </a:solidFill>
              </a:rPr>
              <a:t>Probabilistic </a:t>
            </a:r>
            <a:r>
              <a:rPr lang="en-US" sz="2600" dirty="0" err="1">
                <a:solidFill>
                  <a:schemeClr val="bg1"/>
                </a:solidFill>
              </a:rPr>
              <a:t>numerics</a:t>
            </a:r>
            <a:r>
              <a:rPr lang="en-US" sz="2600" dirty="0">
                <a:solidFill>
                  <a:schemeClr val="bg1"/>
                </a:solidFill>
              </a:rPr>
              <a:t> at scale by distributed inference</a:t>
            </a:r>
          </a:p>
        </p:txBody>
      </p:sp>
      <p:sp>
        <p:nvSpPr>
          <p:cNvPr id="6" name="Tijdelijke aanduiding voor tekst 5"/>
          <p:cNvSpPr>
            <a:spLocks noGrp="1"/>
          </p:cNvSpPr>
          <p:nvPr>
            <p:ph idx="1"/>
          </p:nvPr>
        </p:nvSpPr>
        <p:spPr>
          <a:xfrm>
            <a:off x="0" y="3255264"/>
            <a:ext cx="9144000" cy="894172"/>
          </a:xfrm>
          <a:solidFill>
            <a:schemeClr val="tx2"/>
          </a:solidFill>
        </p:spPr>
        <p:txBody>
          <a:bodyPr anchor="ctr" anchorCtr="0"/>
          <a:lstStyle/>
          <a:p>
            <a:pPr algn="ctr">
              <a:spcAft>
                <a:spcPts val="0"/>
              </a:spcAft>
            </a:pPr>
            <a:r>
              <a:rPr lang="nl-NL" sz="1600" b="1" dirty="0">
                <a:solidFill>
                  <a:schemeClr val="bg1"/>
                </a:solidFill>
              </a:rPr>
              <a:t>Alex </a:t>
            </a:r>
            <a:r>
              <a:rPr lang="nl-NL" sz="1600" b="1" dirty="0" err="1">
                <a:solidFill>
                  <a:schemeClr val="bg1"/>
                </a:solidFill>
              </a:rPr>
              <a:t>Ledbetter</a:t>
            </a:r>
            <a:r>
              <a:rPr lang="nl-NL" sz="1600" b="1" dirty="0">
                <a:solidFill>
                  <a:schemeClr val="bg1"/>
                </a:solidFill>
              </a:rPr>
              <a:t>, </a:t>
            </a:r>
            <a:r>
              <a:rPr lang="nl-NL" sz="1600" b="1" dirty="0" err="1">
                <a:solidFill>
                  <a:schemeClr val="bg1"/>
                </a:solidFill>
              </a:rPr>
              <a:t>Mykola</a:t>
            </a:r>
            <a:r>
              <a:rPr lang="nl-NL" sz="1600" b="1" dirty="0">
                <a:solidFill>
                  <a:schemeClr val="bg1"/>
                </a:solidFill>
              </a:rPr>
              <a:t> </a:t>
            </a:r>
            <a:r>
              <a:rPr lang="nl-NL" sz="1600" b="1" dirty="0" err="1">
                <a:solidFill>
                  <a:schemeClr val="bg1"/>
                </a:solidFill>
              </a:rPr>
              <a:t>Lukashchuk</a:t>
            </a:r>
            <a:r>
              <a:rPr lang="nl-NL" sz="1600" b="1" dirty="0">
                <a:solidFill>
                  <a:schemeClr val="bg1"/>
                </a:solidFill>
              </a:rPr>
              <a:t> &amp; Wouter Kouw</a:t>
            </a:r>
            <a:endParaRPr lang="nl-NL" b="1" dirty="0">
              <a:solidFill>
                <a:schemeClr val="bg1"/>
              </a:solidFill>
            </a:endParaRPr>
          </a:p>
          <a:p>
            <a:pPr algn="ctr">
              <a:spcAft>
                <a:spcPts val="0"/>
              </a:spcAft>
            </a:pPr>
            <a:r>
              <a:rPr lang="nl-NL" b="1" dirty="0">
                <a:solidFill>
                  <a:schemeClr val="bg1"/>
                </a:solidFill>
              </a:rPr>
              <a:t>International Conference on </a:t>
            </a:r>
            <a:r>
              <a:rPr lang="nl-NL" b="1" dirty="0" err="1">
                <a:solidFill>
                  <a:schemeClr val="bg1"/>
                </a:solidFill>
              </a:rPr>
              <a:t>Probabilistic</a:t>
            </a:r>
            <a:r>
              <a:rPr lang="nl-NL" b="1" dirty="0">
                <a:solidFill>
                  <a:schemeClr val="bg1"/>
                </a:solidFill>
              </a:rPr>
              <a:t> </a:t>
            </a:r>
            <a:r>
              <a:rPr lang="nl-NL" b="1" dirty="0" err="1">
                <a:solidFill>
                  <a:schemeClr val="bg1"/>
                </a:solidFill>
              </a:rPr>
              <a:t>Numerics</a:t>
            </a:r>
            <a:r>
              <a:rPr lang="nl-NL" b="1" dirty="0">
                <a:solidFill>
                  <a:schemeClr val="bg1"/>
                </a:solidFill>
              </a:rPr>
              <a:t> 2026</a:t>
            </a:r>
          </a:p>
        </p:txBody>
      </p:sp>
      <p:pic>
        <p:nvPicPr>
          <p:cNvPr id="15" name="HeaderLogoTUe">
            <a:extLst>
              <a:ext uri="{FF2B5EF4-FFF2-40B4-BE49-F238E27FC236}">
                <a16:creationId xmlns:a16="http://schemas.microsoft.com/office/drawing/2014/main" id="{6C46D732-091E-B162-A65F-A6F00E6E07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2879" y="4306978"/>
            <a:ext cx="2118242" cy="576351"/>
          </a:xfrm>
          <a:prstGeom prst="rect">
            <a:avLst/>
          </a:prstGeom>
        </p:spPr>
      </p:pic>
    </p:spTree>
    <p:extLst>
      <p:ext uri="{BB962C8B-B14F-4D97-AF65-F5344CB8AC3E}">
        <p14:creationId xmlns:p14="http://schemas.microsoft.com/office/powerpoint/2010/main" val="74893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b="1" dirty="0">
                <a:latin typeface="Calibri"/>
              </a:rPr>
              <a:t>Outline</a:t>
            </a:r>
            <a:endParaRPr lang="en-US" sz="2600" b="1">
              <a:latin typeface="Calibri"/>
              <a:ea typeface="Calibri"/>
              <a:cs typeface="Calibri"/>
            </a:endParaRPr>
          </a:p>
        </p:txBody>
      </p:sp>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2</a:t>
            </a:fld>
            <a:endParaRPr lang="en-US"/>
          </a:p>
        </p:txBody>
      </p:sp>
      <p:sp>
        <p:nvSpPr>
          <p:cNvPr id="8" name="Oval 7"/>
          <p:cNvSpPr/>
          <p:nvPr/>
        </p:nvSpPr>
        <p:spPr>
          <a:xfrm>
            <a:off x="612000" y="1261678"/>
            <a:ext cx="384048" cy="384048"/>
          </a:xfrm>
          <a:prstGeom prst="ellipse">
            <a:avLst/>
          </a:prstGeom>
          <a:solidFill>
            <a:srgbClr val="C8191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Calibri"/>
              </a:rPr>
              <a:t>1</a:t>
            </a:r>
          </a:p>
        </p:txBody>
      </p:sp>
      <p:sp>
        <p:nvSpPr>
          <p:cNvPr id="9" name="TextBox 8"/>
          <p:cNvSpPr txBox="1"/>
          <p:nvPr/>
        </p:nvSpPr>
        <p:spPr>
          <a:xfrm>
            <a:off x="1188072" y="1326352"/>
            <a:ext cx="6858000" cy="246221"/>
          </a:xfrm>
          <a:prstGeom prst="rect">
            <a:avLst/>
          </a:prstGeom>
          <a:noFill/>
        </p:spPr>
        <p:txBody>
          <a:bodyPr wrap="square" lIns="0" tIns="0" rIns="0" bIns="0" anchor="ctr">
            <a:spAutoFit/>
          </a:bodyPr>
          <a:lstStyle/>
          <a:p>
            <a:pPr algn="l">
              <a:spcBef>
                <a:spcPts val="0"/>
              </a:spcBef>
              <a:spcAft>
                <a:spcPts val="600"/>
              </a:spcAft>
            </a:pPr>
            <a:r>
              <a:rPr sz="1600" b="1" i="0" dirty="0">
                <a:latin typeface="Calibri"/>
              </a:rPr>
              <a:t>Problem specification</a:t>
            </a:r>
            <a:endParaRPr lang="en-US" sz="1300" b="0" i="0">
              <a:latin typeface="Calibri"/>
              <a:ea typeface="Calibri"/>
              <a:cs typeface="Calibri"/>
            </a:endParaRPr>
          </a:p>
        </p:txBody>
      </p:sp>
      <p:sp>
        <p:nvSpPr>
          <p:cNvPr id="11" name="Oval 10"/>
          <p:cNvSpPr/>
          <p:nvPr/>
        </p:nvSpPr>
        <p:spPr>
          <a:xfrm>
            <a:off x="612000" y="1930559"/>
            <a:ext cx="384048" cy="384048"/>
          </a:xfrm>
          <a:prstGeom prst="ellipse">
            <a:avLst/>
          </a:prstGeom>
          <a:solidFill>
            <a:srgbClr val="C8191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2" name="TextBox 11"/>
          <p:cNvSpPr txBox="1"/>
          <p:nvPr/>
        </p:nvSpPr>
        <p:spPr>
          <a:xfrm>
            <a:off x="1188072" y="2004948"/>
            <a:ext cx="6858000" cy="246221"/>
          </a:xfrm>
          <a:prstGeom prst="rect">
            <a:avLst/>
          </a:prstGeom>
          <a:noFill/>
        </p:spPr>
        <p:txBody>
          <a:bodyPr wrap="square" lIns="0" tIns="0" rIns="0" bIns="0" anchor="ctr">
            <a:spAutoFit/>
          </a:bodyPr>
          <a:lstStyle/>
          <a:p>
            <a:pPr algn="l">
              <a:spcBef>
                <a:spcPts val="0"/>
              </a:spcBef>
              <a:spcAft>
                <a:spcPts val="600"/>
              </a:spcAft>
            </a:pPr>
            <a:r>
              <a:rPr sz="1600" b="1" i="0" dirty="0">
                <a:latin typeface="Calibri"/>
              </a:rPr>
              <a:t>Classical numerical approach</a:t>
            </a:r>
            <a:endParaRPr lang="en-US" sz="1300" b="0" i="0" dirty="0">
              <a:latin typeface="Calibri"/>
              <a:ea typeface="Calibri"/>
              <a:cs typeface="Calibri"/>
            </a:endParaRPr>
          </a:p>
        </p:txBody>
      </p:sp>
      <p:sp>
        <p:nvSpPr>
          <p:cNvPr id="13" name="Oval 12"/>
          <p:cNvSpPr/>
          <p:nvPr/>
        </p:nvSpPr>
        <p:spPr>
          <a:xfrm>
            <a:off x="612000" y="2599440"/>
            <a:ext cx="384048" cy="38404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4" name="TextBox 13"/>
          <p:cNvSpPr txBox="1"/>
          <p:nvPr/>
        </p:nvSpPr>
        <p:spPr>
          <a:xfrm>
            <a:off x="1188072" y="2669319"/>
            <a:ext cx="6858000" cy="246221"/>
          </a:xfrm>
          <a:prstGeom prst="rect">
            <a:avLst/>
          </a:prstGeom>
          <a:noFill/>
        </p:spPr>
        <p:txBody>
          <a:bodyPr wrap="square" lIns="0" tIns="0" rIns="0" bIns="0" anchor="ctr">
            <a:spAutoFit/>
          </a:bodyPr>
          <a:lstStyle/>
          <a:p>
            <a:pPr algn="l">
              <a:spcBef>
                <a:spcPts val="0"/>
              </a:spcBef>
              <a:spcAft>
                <a:spcPts val="600"/>
              </a:spcAft>
            </a:pPr>
            <a:r>
              <a:rPr sz="1600" b="1" i="0" dirty="0">
                <a:latin typeface="Calibri"/>
              </a:rPr>
              <a:t>Probabilistic numerical approach</a:t>
            </a:r>
            <a:endParaRPr lang="en-US" sz="1300" b="0" i="0" dirty="0">
              <a:latin typeface="Calibri"/>
              <a:ea typeface="Calibri"/>
              <a:cs typeface="Calibri"/>
            </a:endParaRPr>
          </a:p>
        </p:txBody>
      </p:sp>
      <p:sp>
        <p:nvSpPr>
          <p:cNvPr id="15" name="Oval 14"/>
          <p:cNvSpPr/>
          <p:nvPr/>
        </p:nvSpPr>
        <p:spPr>
          <a:xfrm>
            <a:off x="612000" y="3268321"/>
            <a:ext cx="384048" cy="38404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16" name="TextBox 15"/>
          <p:cNvSpPr txBox="1"/>
          <p:nvPr/>
        </p:nvSpPr>
        <p:spPr>
          <a:xfrm>
            <a:off x="1188072" y="3340161"/>
            <a:ext cx="6858000" cy="246221"/>
          </a:xfrm>
          <a:prstGeom prst="rect">
            <a:avLst/>
          </a:prstGeom>
          <a:noFill/>
        </p:spPr>
        <p:txBody>
          <a:bodyPr wrap="square" lIns="0" tIns="0" rIns="0" bIns="0" anchor="ctr">
            <a:spAutoFit/>
          </a:bodyPr>
          <a:lstStyle/>
          <a:p>
            <a:pPr algn="l">
              <a:spcBef>
                <a:spcPts val="0"/>
              </a:spcBef>
              <a:spcAft>
                <a:spcPts val="600"/>
              </a:spcAft>
            </a:pPr>
            <a:r>
              <a:rPr lang="en-GB" sz="1600" b="1" i="0" dirty="0">
                <a:latin typeface="Calibri"/>
              </a:rPr>
              <a:t>Message passing approach</a:t>
            </a:r>
            <a:endParaRPr lang="en-US" sz="1300" b="0" i="0" dirty="0">
              <a:latin typeface="Calibri"/>
              <a:ea typeface="Calibri"/>
              <a:cs typeface="Calibri"/>
            </a:endParaRPr>
          </a:p>
        </p:txBody>
      </p:sp>
      <p:sp>
        <p:nvSpPr>
          <p:cNvPr id="5" name="Oval 14">
            <a:extLst>
              <a:ext uri="{FF2B5EF4-FFF2-40B4-BE49-F238E27FC236}">
                <a16:creationId xmlns:a16="http://schemas.microsoft.com/office/drawing/2014/main" id="{64FF2ADB-CC9E-D60C-8E6E-FAA1EB690071}"/>
              </a:ext>
            </a:extLst>
          </p:cNvPr>
          <p:cNvSpPr/>
          <p:nvPr/>
        </p:nvSpPr>
        <p:spPr>
          <a:xfrm>
            <a:off x="612000" y="3937202"/>
            <a:ext cx="384048" cy="38404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FFFFFF"/>
                </a:solidFill>
                <a:latin typeface="Calibri"/>
              </a:rPr>
              <a:t>5</a:t>
            </a:r>
            <a:endParaRPr sz="1400" b="1" dirty="0">
              <a:solidFill>
                <a:srgbClr val="FFFFFF"/>
              </a:solidFill>
              <a:latin typeface="Calibri"/>
            </a:endParaRPr>
          </a:p>
        </p:txBody>
      </p:sp>
      <p:sp>
        <p:nvSpPr>
          <p:cNvPr id="10" name="TextBox 15">
            <a:extLst>
              <a:ext uri="{FF2B5EF4-FFF2-40B4-BE49-F238E27FC236}">
                <a16:creationId xmlns:a16="http://schemas.microsoft.com/office/drawing/2014/main" id="{CD32DF81-4BE5-626C-E2DF-E3F40E117CC9}"/>
              </a:ext>
            </a:extLst>
          </p:cNvPr>
          <p:cNvSpPr txBox="1"/>
          <p:nvPr/>
        </p:nvSpPr>
        <p:spPr>
          <a:xfrm>
            <a:off x="1188072" y="4006115"/>
            <a:ext cx="6858000" cy="246221"/>
          </a:xfrm>
          <a:prstGeom prst="rect">
            <a:avLst/>
          </a:prstGeom>
          <a:noFill/>
        </p:spPr>
        <p:txBody>
          <a:bodyPr wrap="square" lIns="0" tIns="0" rIns="0" bIns="0" anchor="ctr">
            <a:spAutoFit/>
          </a:bodyPr>
          <a:lstStyle/>
          <a:p>
            <a:pPr algn="l">
              <a:spcBef>
                <a:spcPts val="0"/>
              </a:spcBef>
              <a:spcAft>
                <a:spcPts val="600"/>
              </a:spcAft>
            </a:pPr>
            <a:r>
              <a:rPr lang="en-GB" sz="1600" b="1" i="0" dirty="0">
                <a:latin typeface="Calibri"/>
              </a:rPr>
              <a:t>Stacking modular components</a:t>
            </a:r>
            <a:endParaRPr lang="en-US" sz="1300" b="0" i="0" dirty="0">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2E3BD-09E3-6291-2A8B-8053D8115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03C85-2ED4-5032-922C-A109A2C9763A}"/>
              </a:ext>
            </a:extLst>
          </p:cNvPr>
          <p:cNvSpPr>
            <a:spLocks noGrp="1"/>
          </p:cNvSpPr>
          <p:nvPr>
            <p:ph type="title"/>
          </p:nvPr>
        </p:nvSpPr>
        <p:spPr>
          <a:xfrm>
            <a:off x="612648" y="475488"/>
            <a:ext cx="7918704" cy="548640"/>
          </a:xfrm>
        </p:spPr>
        <p:txBody>
          <a:bodyPr/>
          <a:lstStyle/>
          <a:p>
            <a:r>
              <a:rPr lang="en-GB" sz="2600" dirty="0">
                <a:solidFill>
                  <a:srgbClr val="FFFFFF"/>
                </a:solidFill>
                <a:latin typeface="Calibri"/>
              </a:rPr>
              <a:t>1.</a:t>
            </a:r>
            <a:r>
              <a:rPr sz="2600" b="1" dirty="0">
                <a:solidFill>
                  <a:srgbClr val="FFFFFF"/>
                </a:solidFill>
                <a:latin typeface="Calibri"/>
              </a:rPr>
              <a:t> </a:t>
            </a:r>
            <a:r>
              <a:rPr lang="en-GB" sz="2600" b="1" dirty="0">
                <a:solidFill>
                  <a:srgbClr val="FFFFFF"/>
                </a:solidFill>
                <a:latin typeface="Calibri"/>
              </a:rPr>
              <a:t>Problem statement</a:t>
            </a:r>
            <a:endParaRPr sz="2600" b="1" dirty="0">
              <a:solidFill>
                <a:srgbClr val="FFFFFF"/>
              </a:solidFill>
              <a:latin typeface="Calibri"/>
            </a:endParaRPr>
          </a:p>
        </p:txBody>
      </p:sp>
      <p:sp>
        <p:nvSpPr>
          <p:cNvPr id="4" name="Tijdelijke aanduiding voor dianummer 3">
            <a:extLst>
              <a:ext uri="{FF2B5EF4-FFF2-40B4-BE49-F238E27FC236}">
                <a16:creationId xmlns:a16="http://schemas.microsoft.com/office/drawing/2014/main" id="{999DD6D5-6D77-6316-D5CF-5844FC7CCFAB}"/>
              </a:ext>
            </a:extLst>
          </p:cNvPr>
          <p:cNvSpPr>
            <a:spLocks noGrp="1"/>
          </p:cNvSpPr>
          <p:nvPr>
            <p:ph type="sldNum" sz="quarter" idx="11"/>
          </p:nvPr>
        </p:nvSpPr>
        <p:spPr/>
        <p:txBody>
          <a:bodyPr/>
          <a:lstStyle/>
          <a:p>
            <a:fld id="{B7CEC10D-CD46-426F-915E-6C78530279CB}" type="slidenum">
              <a:rPr lang="en-US" smtClean="0"/>
              <a:pPr/>
              <a:t>3</a:t>
            </a:fld>
            <a:endParaRPr lang="en-US"/>
          </a:p>
        </p:txBody>
      </p:sp>
      <p:sp>
        <p:nvSpPr>
          <p:cNvPr id="6" name="Oval 5">
            <a:extLst>
              <a:ext uri="{FF2B5EF4-FFF2-40B4-BE49-F238E27FC236}">
                <a16:creationId xmlns:a16="http://schemas.microsoft.com/office/drawing/2014/main" id="{2C3CB70F-5633-3EBD-1B1B-8F54D3C970B8}"/>
              </a:ext>
            </a:extLst>
          </p:cNvPr>
          <p:cNvSpPr/>
          <p:nvPr/>
        </p:nvSpPr>
        <p:spPr>
          <a:xfrm>
            <a:off x="612000" y="1577418"/>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A</a:t>
            </a:r>
            <a:endParaRPr sz="1400" b="1" dirty="0">
              <a:solidFill>
                <a:srgbClr val="101073"/>
              </a:solidFill>
              <a:latin typeface="Calibri"/>
            </a:endParaRPr>
          </a:p>
        </p:txBody>
      </p:sp>
      <p:sp>
        <p:nvSpPr>
          <p:cNvPr id="7" name="TextBox 6">
            <a:extLst>
              <a:ext uri="{FF2B5EF4-FFF2-40B4-BE49-F238E27FC236}">
                <a16:creationId xmlns:a16="http://schemas.microsoft.com/office/drawing/2014/main" id="{8C3CA46A-4744-776F-20BF-542C3F8E0960}"/>
              </a:ext>
            </a:extLst>
          </p:cNvPr>
          <p:cNvSpPr txBox="1"/>
          <p:nvPr/>
        </p:nvSpPr>
        <p:spPr>
          <a:xfrm>
            <a:off x="1252080" y="1644673"/>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dirty="0">
                <a:solidFill>
                  <a:srgbClr val="FFFFFF"/>
                </a:solidFill>
                <a:latin typeface="Calibri"/>
              </a:rPr>
              <a:t>Heat transfer on a silicon die</a:t>
            </a:r>
            <a:endParaRPr sz="1400" b="0" i="0" dirty="0">
              <a:solidFill>
                <a:srgbClr val="C9CDE8"/>
              </a:solidFill>
              <a:latin typeface="Calibri"/>
            </a:endParaRPr>
          </a:p>
        </p:txBody>
      </p:sp>
      <p:sp>
        <p:nvSpPr>
          <p:cNvPr id="8" name="Oval 7">
            <a:extLst>
              <a:ext uri="{FF2B5EF4-FFF2-40B4-BE49-F238E27FC236}">
                <a16:creationId xmlns:a16="http://schemas.microsoft.com/office/drawing/2014/main" id="{A7A1525D-D331-84BD-BE6D-649651932D44}"/>
              </a:ext>
            </a:extLst>
          </p:cNvPr>
          <p:cNvSpPr/>
          <p:nvPr/>
        </p:nvSpPr>
        <p:spPr>
          <a:xfrm>
            <a:off x="612000" y="229065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B</a:t>
            </a:r>
            <a:endParaRPr sz="1400" b="1" dirty="0">
              <a:solidFill>
                <a:srgbClr val="101073"/>
              </a:solidFill>
              <a:latin typeface="Calibri"/>
            </a:endParaRPr>
          </a:p>
        </p:txBody>
      </p:sp>
      <p:sp>
        <p:nvSpPr>
          <p:cNvPr id="9" name="TextBox 8">
            <a:extLst>
              <a:ext uri="{FF2B5EF4-FFF2-40B4-BE49-F238E27FC236}">
                <a16:creationId xmlns:a16="http://schemas.microsoft.com/office/drawing/2014/main" id="{573344DC-942E-59AD-ABD6-CC2BB89AD623}"/>
              </a:ext>
            </a:extLst>
          </p:cNvPr>
          <p:cNvSpPr txBox="1"/>
          <p:nvPr/>
        </p:nvSpPr>
        <p:spPr>
          <a:xfrm>
            <a:off x="1252080" y="2359563"/>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dirty="0">
                <a:solidFill>
                  <a:srgbClr val="FFFFFF"/>
                </a:solidFill>
                <a:latin typeface="Calibri"/>
              </a:rPr>
              <a:t>Solving a system of linear equations</a:t>
            </a:r>
            <a:endParaRPr sz="1400" b="0" i="0" dirty="0">
              <a:solidFill>
                <a:srgbClr val="C9CDE8"/>
              </a:solidFill>
              <a:latin typeface="Calibri"/>
            </a:endParaRPr>
          </a:p>
        </p:txBody>
      </p:sp>
      <p:sp>
        <p:nvSpPr>
          <p:cNvPr id="10" name="Oval 9">
            <a:extLst>
              <a:ext uri="{FF2B5EF4-FFF2-40B4-BE49-F238E27FC236}">
                <a16:creationId xmlns:a16="http://schemas.microsoft.com/office/drawing/2014/main" id="{89804900-B886-0BD9-06F0-5E484D0AB683}"/>
              </a:ext>
            </a:extLst>
          </p:cNvPr>
          <p:cNvSpPr/>
          <p:nvPr/>
        </p:nvSpPr>
        <p:spPr>
          <a:xfrm>
            <a:off x="612000" y="3003882"/>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C</a:t>
            </a:r>
            <a:endParaRPr sz="1400" b="1" dirty="0">
              <a:solidFill>
                <a:srgbClr val="101073"/>
              </a:solidFill>
              <a:latin typeface="Calibri"/>
            </a:endParaRPr>
          </a:p>
        </p:txBody>
      </p:sp>
      <p:sp>
        <p:nvSpPr>
          <p:cNvPr id="11" name="TextBox 10">
            <a:extLst>
              <a:ext uri="{FF2B5EF4-FFF2-40B4-BE49-F238E27FC236}">
                <a16:creationId xmlns:a16="http://schemas.microsoft.com/office/drawing/2014/main" id="{F596654D-E057-13F6-34B0-A8C04EE1C531}"/>
              </a:ext>
            </a:extLst>
          </p:cNvPr>
          <p:cNvSpPr txBox="1"/>
          <p:nvPr/>
        </p:nvSpPr>
        <p:spPr>
          <a:xfrm>
            <a:off x="1252080" y="3072795"/>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dirty="0">
                <a:solidFill>
                  <a:srgbClr val="FFFFFF"/>
                </a:solidFill>
                <a:latin typeface="Calibri"/>
              </a:rPr>
              <a:t>Sparsity structure of A</a:t>
            </a:r>
            <a:endParaRPr sz="1400" b="0" i="0" dirty="0">
              <a:solidFill>
                <a:srgbClr val="C9CDE8"/>
              </a:solidFill>
              <a:latin typeface="Calibri"/>
            </a:endParaRPr>
          </a:p>
        </p:txBody>
      </p:sp>
    </p:spTree>
    <p:extLst>
      <p:ext uri="{BB962C8B-B14F-4D97-AF65-F5344CB8AC3E}">
        <p14:creationId xmlns:p14="http://schemas.microsoft.com/office/powerpoint/2010/main" val="1665593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600" dirty="0">
                <a:latin typeface="Calibri"/>
              </a:rPr>
              <a:t>Problem statement</a:t>
            </a:r>
            <a:endParaRPr lang="en-US" dirty="0"/>
          </a:p>
        </p:txBody>
      </p:sp>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4</a:t>
            </a:fld>
            <a:endParaRPr lang="en-US"/>
          </a:p>
        </p:txBody>
      </p:sp>
      <p:sp>
        <p:nvSpPr>
          <p:cNvPr id="7" name="TextBox 6"/>
          <p:cNvSpPr txBox="1"/>
          <p:nvPr/>
        </p:nvSpPr>
        <p:spPr>
          <a:xfrm>
            <a:off x="612000" y="1377268"/>
            <a:ext cx="4113038" cy="2857192"/>
          </a:xfrm>
          <a:prstGeom prst="rect">
            <a:avLst/>
          </a:prstGeom>
          <a:noFill/>
        </p:spPr>
        <p:txBody>
          <a:bodyPr wrap="square" lIns="0" tIns="0" rIns="0" bIns="0" anchor="t">
            <a:spAutoFit/>
          </a:bodyPr>
          <a:lstStyle/>
          <a:p>
            <a:pPr>
              <a:spcAft>
                <a:spcPts val="1000"/>
              </a:spcAft>
            </a:pPr>
            <a:r>
              <a:rPr lang="en-US" sz="1600" dirty="0">
                <a:solidFill>
                  <a:srgbClr val="2B2B2B"/>
                </a:solidFill>
                <a:latin typeface="Calibri" panose="020F0502020204030204" pitchFamily="34" charset="0"/>
                <a:ea typeface="Calibri" panose="020F0502020204030204" pitchFamily="34" charset="0"/>
                <a:cs typeface="Calibri" panose="020F0502020204030204" pitchFamily="34" charset="0"/>
              </a:rPr>
              <a:t>This is a silicon die, specifically a Pentium II.</a:t>
            </a:r>
          </a:p>
          <a:p>
            <a:pPr>
              <a:spcAft>
                <a:spcPts val="1000"/>
              </a:spcAft>
            </a:pPr>
            <a:r>
              <a:rPr lang="en-US" sz="1600" dirty="0">
                <a:solidFill>
                  <a:srgbClr val="2B2B2B"/>
                </a:solidFill>
                <a:latin typeface="Calibri" panose="020F0502020204030204" pitchFamily="34" charset="0"/>
                <a:ea typeface="Calibri" panose="020F0502020204030204" pitchFamily="34" charset="0"/>
                <a:cs typeface="Calibri" panose="020F0502020204030204" pitchFamily="34" charset="0"/>
              </a:rPr>
              <a:t>It contains a complete electronic circuit that performs a specific function (this one computes).</a:t>
            </a:r>
          </a:p>
          <a:p>
            <a:pPr>
              <a:spcAft>
                <a:spcPts val="1000"/>
              </a:spcAft>
            </a:pPr>
            <a:r>
              <a:rPr lang="en-US" sz="1600" dirty="0">
                <a:solidFill>
                  <a:srgbClr val="2B2B2B"/>
                </a:solidFill>
                <a:latin typeface="Calibri" panose="020F0502020204030204" pitchFamily="34" charset="0"/>
                <a:ea typeface="Calibri" panose="020F0502020204030204" pitchFamily="34" charset="0"/>
                <a:cs typeface="Calibri" panose="020F0502020204030204" pitchFamily="34" charset="0"/>
              </a:rPr>
              <a:t>Each tile (region) draws</a:t>
            </a:r>
            <a:r>
              <a:rPr sz="1600" b="0" i="0" dirty="0">
                <a:solidFill>
                  <a:srgbClr val="2B2B2B"/>
                </a:solidFill>
                <a:latin typeface="Calibri" panose="020F0502020204030204" pitchFamily="34" charset="0"/>
                <a:ea typeface="Calibri" panose="020F0502020204030204" pitchFamily="34" charset="0"/>
                <a:cs typeface="Calibri" panose="020F0502020204030204" pitchFamily="34" charset="0"/>
              </a:rPr>
              <a:t> power</a:t>
            </a:r>
            <a:r>
              <a:rPr lang="en-US" sz="1600" dirty="0">
                <a:solidFill>
                  <a:srgbClr val="2B2B2B"/>
                </a:solidFill>
                <a:latin typeface="Calibri" panose="020F0502020204030204" pitchFamily="34" charset="0"/>
                <a:ea typeface="Calibri" panose="020F0502020204030204" pitchFamily="34" charset="0"/>
                <a:cs typeface="Calibri" panose="020F0502020204030204" pitchFamily="34" charset="0"/>
              </a:rPr>
              <a:t> and heats up.</a:t>
            </a:r>
          </a:p>
          <a:p>
            <a:pPr>
              <a:spcAft>
                <a:spcPts val="1000"/>
              </a:spcAft>
            </a:pPr>
            <a:r>
              <a:rPr lang="en-GB" sz="1600" b="0" i="0" dirty="0">
                <a:solidFill>
                  <a:srgbClr val="2B2B2B"/>
                </a:solidFill>
                <a:latin typeface="Calibri" panose="020F0502020204030204" pitchFamily="34" charset="0"/>
                <a:ea typeface="Calibri" panose="020F0502020204030204" pitchFamily="34" charset="0"/>
                <a:cs typeface="Calibri" panose="020F0502020204030204" pitchFamily="34" charset="0"/>
              </a:rPr>
              <a:t>H</a:t>
            </a:r>
            <a:r>
              <a:rPr sz="1600" b="0" i="0" dirty="0">
                <a:solidFill>
                  <a:srgbClr val="2B2B2B"/>
                </a:solidFill>
                <a:latin typeface="Calibri" panose="020F0502020204030204" pitchFamily="34" charset="0"/>
                <a:ea typeface="Calibri" panose="020F0502020204030204" pitchFamily="34" charset="0"/>
                <a:cs typeface="Calibri" panose="020F0502020204030204" pitchFamily="34" charset="0"/>
              </a:rPr>
              <a:t>eat spreads through the silicon</a:t>
            </a:r>
            <a:r>
              <a:rPr lang="en-GB" sz="1600" dirty="0">
                <a:solidFill>
                  <a:srgbClr val="2B2B2B"/>
                </a:solidFill>
                <a:latin typeface="Calibri" panose="020F0502020204030204" pitchFamily="34" charset="0"/>
                <a:ea typeface="Calibri" panose="020F0502020204030204" pitchFamily="34" charset="0"/>
                <a:cs typeface="Calibri" panose="020F0502020204030204" pitchFamily="34" charset="0"/>
              </a:rPr>
              <a:t> material.</a:t>
            </a:r>
          </a:p>
          <a:p>
            <a:pPr>
              <a:spcAft>
                <a:spcPts val="1000"/>
              </a:spcAft>
            </a:pPr>
            <a:r>
              <a:rPr lang="en-GB" sz="1600" dirty="0">
                <a:solidFill>
                  <a:srgbClr val="2B2B2B"/>
                </a:solidFill>
                <a:latin typeface="Calibri" panose="020F0502020204030204" pitchFamily="34" charset="0"/>
                <a:ea typeface="Calibri" panose="020F0502020204030204" pitchFamily="34" charset="0"/>
                <a:cs typeface="Calibri" panose="020F0502020204030204" pitchFamily="34" charset="0"/>
              </a:rPr>
              <a:t>We want to keep the die cool, which we can do by "throttling" power consumption.</a:t>
            </a:r>
          </a:p>
          <a:p>
            <a:r>
              <a:rPr sz="1600" b="0" i="0" dirty="0">
                <a:solidFill>
                  <a:srgbClr val="2B2B2B"/>
                </a:solidFill>
                <a:latin typeface="Calibri" panose="020F0502020204030204" pitchFamily="34" charset="0"/>
                <a:ea typeface="Calibri" panose="020F0502020204030204" pitchFamily="34" charset="0"/>
                <a:cs typeface="Calibri" panose="020F0502020204030204" pitchFamily="34" charset="0"/>
              </a:rPr>
              <a:t>To decide </a:t>
            </a:r>
            <a:r>
              <a:rPr lang="en-US" sz="1600" dirty="0">
                <a:solidFill>
                  <a:srgbClr val="2B2B2B"/>
                </a:solidFill>
                <a:latin typeface="Calibri" panose="020F0502020204030204" pitchFamily="34" charset="0"/>
                <a:ea typeface="Calibri" panose="020F0502020204030204" pitchFamily="34" charset="0"/>
                <a:cs typeface="Calibri" panose="020F0502020204030204" pitchFamily="34" charset="0"/>
              </a:rPr>
              <a:t>which to "throttle",</a:t>
            </a:r>
            <a:r>
              <a:rPr sz="1600" b="0" i="0" dirty="0">
                <a:solidFill>
                  <a:srgbClr val="2B2B2B"/>
                </a:solidFill>
                <a:latin typeface="Calibri" panose="020F0502020204030204" pitchFamily="34" charset="0"/>
                <a:ea typeface="Calibri" panose="020F0502020204030204" pitchFamily="34" charset="0"/>
                <a:cs typeface="Calibri" panose="020F0502020204030204" pitchFamily="34" charset="0"/>
              </a:rPr>
              <a:t> the control</a:t>
            </a:r>
            <a:r>
              <a:rPr lang="en-GB" sz="1600" dirty="0">
                <a:solidFill>
                  <a:srgbClr val="2B2B2B"/>
                </a:solidFill>
                <a:latin typeface="Calibri" panose="020F0502020204030204" pitchFamily="34" charset="0"/>
                <a:ea typeface="Calibri" panose="020F0502020204030204" pitchFamily="34" charset="0"/>
                <a:cs typeface="Calibri" panose="020F0502020204030204" pitchFamily="34" charset="0"/>
              </a:rPr>
              <a:t> system</a:t>
            </a:r>
            <a:r>
              <a:rPr sz="1600" b="0" i="0" dirty="0">
                <a:solidFill>
                  <a:srgbClr val="2B2B2B"/>
                </a:solidFill>
                <a:latin typeface="Calibri" panose="020F0502020204030204" pitchFamily="34" charset="0"/>
                <a:ea typeface="Calibri" panose="020F0502020204030204" pitchFamily="34" charset="0"/>
                <a:cs typeface="Calibri" panose="020F0502020204030204" pitchFamily="34" charset="0"/>
              </a:rPr>
              <a:t> needs the </a:t>
            </a:r>
            <a:r>
              <a:rPr sz="1600" b="1" i="0" dirty="0">
                <a:latin typeface="Calibri" panose="020F0502020204030204" pitchFamily="34" charset="0"/>
                <a:ea typeface="Calibri" panose="020F0502020204030204" pitchFamily="34" charset="0"/>
                <a:cs typeface="Calibri" panose="020F0502020204030204" pitchFamily="34" charset="0"/>
              </a:rPr>
              <a:t>steady-state temperature of every tile</a:t>
            </a:r>
            <a:r>
              <a:rPr lang="en-US" sz="1600" b="1" dirty="0">
                <a:latin typeface="Calibri" panose="020F0502020204030204" pitchFamily="34" charset="0"/>
                <a:ea typeface="Calibri" panose="020F0502020204030204" pitchFamily="34" charset="0"/>
                <a:cs typeface="Calibri" panose="020F0502020204030204" pitchFamily="34" charset="0"/>
              </a:rPr>
              <a:t>.</a:t>
            </a:r>
            <a:endParaRPr lang="en-US" sz="1600" b="1" i="0" dirty="0">
              <a:latin typeface="Calibri" panose="020F0502020204030204" pitchFamily="34" charset="0"/>
              <a:ea typeface="Calibri" panose="020F0502020204030204" pitchFamily="34" charset="0"/>
              <a:cs typeface="Calibri" panose="020F0502020204030204" pitchFamily="34" charset="0"/>
            </a:endParaRPr>
          </a:p>
        </p:txBody>
      </p:sp>
      <p:pic>
        <p:nvPicPr>
          <p:cNvPr id="3" name="heat-dissipation-die">
            <a:hlinkClick r:id="" action="ppaction://media"/>
            <a:extLst>
              <a:ext uri="{FF2B5EF4-FFF2-40B4-BE49-F238E27FC236}">
                <a16:creationId xmlns:a16="http://schemas.microsoft.com/office/drawing/2014/main" id="{88F691C1-C189-F7EA-3BDC-51F8F89B03B6}"/>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4073"/>
          <a:stretch>
            <a:fillRect/>
          </a:stretch>
        </p:blipFill>
        <p:spPr>
          <a:xfrm>
            <a:off x="4791456" y="716669"/>
            <a:ext cx="4237066" cy="3710162"/>
          </a:xfrm>
          <a:prstGeom prst="rect">
            <a:avLst/>
          </a:prstGeom>
        </p:spPr>
      </p:pic>
      <p:pic>
        <p:nvPicPr>
          <p:cNvPr id="8" name="Afbeelding 7">
            <a:extLst>
              <a:ext uri="{FF2B5EF4-FFF2-40B4-BE49-F238E27FC236}">
                <a16:creationId xmlns:a16="http://schemas.microsoft.com/office/drawing/2014/main" id="{04359210-E26D-1D33-37AD-710E5F023C9B}"/>
              </a:ext>
            </a:extLst>
          </p:cNvPr>
          <p:cNvPicPr>
            <a:picLocks noChangeAspect="1"/>
          </p:cNvPicPr>
          <p:nvPr/>
        </p:nvPicPr>
        <p:blipFill>
          <a:blip r:embed="rId7">
            <a:extLst>
              <a:ext uri="{28A0092B-C50C-407E-A947-70E740481C1C}">
                <a14:useLocalDpi xmlns:a14="http://schemas.microsoft.com/office/drawing/2010/main" val="0"/>
              </a:ext>
            </a:extLst>
          </a:blip>
          <a:srcRect l="1613" r="35245" b="3898"/>
          <a:stretch>
            <a:fillRect/>
          </a:stretch>
        </p:blipFill>
        <p:spPr>
          <a:xfrm rot="5400000">
            <a:off x="4896628" y="1040248"/>
            <a:ext cx="3419044" cy="3215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6000" fill="hold"/>
                                        <p:tgtEl>
                                          <p:spTgt spid="3"/>
                                        </p:tgtEl>
                                      </p:cBhvr>
                                    </p:cmd>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p:cTn id="39" fill="hold" display="0">
                  <p:stCondLst>
                    <p:cond delay="indefinite"/>
                  </p:stCondLst>
                </p:cTn>
                <p:tgtEl>
                  <p:spTgt spid="3"/>
                </p:tgtEl>
              </p:cMediaNode>
            </p:video>
            <p:seq concurrent="1" nextAc="seek">
              <p:cTn id="40" restart="whenNotActive" fill="hold" evtFilter="cancelBubble" nodeType="interactiveSeq">
                <p:stCondLst>
                  <p:cond evt="onClick" delay="0">
                    <p:tgtEl>
                      <p:spTgt spid="3"/>
                    </p:tgtEl>
                  </p:cond>
                </p:stCondLst>
                <p:endSync evt="end" delay="0">
                  <p:rtn val="all"/>
                </p:endSync>
                <p:childTnLst>
                  <p:par>
                    <p:cTn id="41" fill="hold">
                      <p:stCondLst>
                        <p:cond delay="0"/>
                      </p:stCondLst>
                      <p:childTnLst>
                        <p:par>
                          <p:cTn id="42" fill="hold">
                            <p:stCondLst>
                              <p:cond delay="0"/>
                            </p:stCondLst>
                            <p:childTnLst>
                              <p:par>
                                <p:cTn id="43" presetID="2" presetClass="mediacall" presetSubtype="0" fill="hold" nodeType="clickEffect">
                                  <p:stCondLst>
                                    <p:cond delay="0"/>
                                  </p:stCondLst>
                                  <p:childTnLst>
                                    <p:cmd type="call" cmd="togglePause">
                                      <p:cBhvr>
                                        <p:cTn id="44" dur="1" fill="hold"/>
                                        <p:tgtEl>
                                          <p:spTgt spid="3"/>
                                        </p:tgtEl>
                                      </p:cBhvr>
                                    </p:cmd>
                                  </p:childTnLst>
                                </p:cTn>
                              </p:par>
                            </p:childTnLst>
                          </p:cTn>
                        </p:par>
                      </p:childTnLst>
                    </p:cTn>
                  </p:par>
                </p:childTnLst>
              </p:cTn>
              <p:nextCondLst>
                <p:cond evt="onClick" delay="0">
                  <p:tgtEl>
                    <p:spTgt spid="3"/>
                  </p:tgtEl>
                </p:cond>
              </p:nextCondLst>
            </p:seq>
          </p:childTnLst>
        </p:cTn>
      </p:par>
    </p:tnLst>
  </p:timing>
  <p:extLst>
    <p:ext uri="{6950BFC3-D8DA-4A85-94F7-54DA5524770B}">
      <p188:commentRel xmlns:p188="http://schemas.microsoft.com/office/powerpoint/2018/8/main" r:id="rId5"/>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2600" dirty="0">
                <a:latin typeface="Calibri"/>
              </a:rPr>
              <a:t>Heat transfer on the die</a:t>
            </a:r>
            <a:endParaRPr lang="en-US" sz="2600" b="1" dirty="0">
              <a:latin typeface="Calibri"/>
              <a:ea typeface="Calibri"/>
              <a:cs typeface="Calibri"/>
            </a:endParaRPr>
          </a:p>
        </p:txBody>
      </p:sp>
      <mc:AlternateContent xmlns:mc="http://schemas.openxmlformats.org/markup-compatibility/2006">
        <mc:Choice xmlns:a14="http://schemas.microsoft.com/office/drawing/2010/main" Requires="a14">
          <p:sp>
            <p:nvSpPr>
              <p:cNvPr id="3" name="Tijdelijke aanduiding voor inhoud 2">
                <a:extLst>
                  <a:ext uri="{FF2B5EF4-FFF2-40B4-BE49-F238E27FC236}">
                    <a16:creationId xmlns:a16="http://schemas.microsoft.com/office/drawing/2014/main" id="{266019CE-1B91-CBE2-4A42-5B161FA8589C}"/>
                  </a:ext>
                </a:extLst>
              </p:cNvPr>
              <p:cNvSpPr>
                <a:spLocks noGrp="1"/>
              </p:cNvSpPr>
              <p:nvPr>
                <p:ph idx="1"/>
              </p:nvPr>
            </p:nvSpPr>
            <p:spPr/>
            <p:txBody>
              <a:bodyPr/>
              <a:lstStyle/>
              <a:p>
                <a:r>
                  <a:rPr lang="en-GB" dirty="0"/>
                  <a:t>Let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dirty="0"/>
                  <a:t> be the temperature of the </a:t>
                </a:r>
                <a14:m>
                  <m:oMath xmlns:m="http://schemas.openxmlformats.org/officeDocument/2006/math">
                    <m:r>
                      <a:rPr lang="en-GB" b="0" i="1" smtClean="0">
                        <a:latin typeface="Cambria Math" panose="02040503050406030204" pitchFamily="18" charset="0"/>
                      </a:rPr>
                      <m:t>𝑖</m:t>
                    </m:r>
                  </m:oMath>
                </a14:m>
                <a:r>
                  <a:rPr lang="en-GB" dirty="0"/>
                  <a:t>-</a:t>
                </a:r>
                <a:r>
                  <a:rPr lang="en-GB" dirty="0" err="1"/>
                  <a:t>th</a:t>
                </a:r>
                <a:r>
                  <a:rPr lang="en-GB" dirty="0"/>
                  <a:t> tile,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𝑖</m:t>
                        </m:r>
                      </m:sub>
                    </m:sSub>
                  </m:oMath>
                </a14:m>
                <a:r>
                  <a:rPr lang="en-US" dirty="0"/>
                  <a:t> its power consumption</a:t>
                </a:r>
                <a:r>
                  <a:rPr lang="en-GB" dirty="0"/>
                  <a:t>.</a:t>
                </a:r>
              </a:p>
              <a:p>
                <a:r>
                  <a:rPr lang="en-GB" dirty="0"/>
                  <a:t>The steady-state solution of the change in temperature over time is:</a:t>
                </a:r>
              </a:p>
              <a:p>
                <a14:m>
                  <m:oMathPara xmlns:m="http://schemas.openxmlformats.org/officeDocument/2006/math">
                    <m:oMath>
                      <m:r>
                        <a:rPr lang="en-GB" b="0" i="1" smtClean="0">
                          <a:latin typeface="Cambria Math" panose="02040503050406030204" pitchFamily="18" charset="0"/>
                        </a:rPr>
                        <m:t>𝑐</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m:rPr>
                              <m:brk m:alnAt="7"/>
                            </m:rP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𝛿</m:t>
                          </m:r>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sub>
                        <m:sup/>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𝑗</m:t>
                                  </m:r>
                                </m:sub>
                              </m:sSub>
                            </m:e>
                          </m:d>
                        </m:e>
                      </m:nary>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𝑖</m:t>
                          </m:r>
                        </m:sub>
                      </m:sSub>
                    </m:oMath>
                  </m:oMathPara>
                </a14:m>
                <a:endParaRPr lang="en-GB" b="0" dirty="0"/>
              </a:p>
              <a:p>
                <a:r>
                  <a:rPr lang="en-US" dirty="0"/>
                  <a:t>where </a:t>
                </a:r>
                <a14:m>
                  <m:oMath xmlns:m="http://schemas.openxmlformats.org/officeDocument/2006/math">
                    <m:r>
                      <a:rPr lang="en-GB" b="0" i="1" smtClean="0">
                        <a:latin typeface="Cambria Math" panose="02040503050406030204" pitchFamily="18" charset="0"/>
                      </a:rPr>
                      <m:t>𝛿</m:t>
                    </m:r>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oMath>
                </a14:m>
                <a:r>
                  <a:rPr lang="en-US" dirty="0"/>
                  <a:t> is the set of neighbors and </a:t>
                </a:r>
                <a14:m>
                  <m:oMath xmlns:m="http://schemas.openxmlformats.org/officeDocument/2006/math">
                    <m:r>
                      <a:rPr lang="en-GB" b="0" i="1" smtClean="0">
                        <a:latin typeface="Cambria Math" panose="02040503050406030204" pitchFamily="18" charset="0"/>
                      </a:rPr>
                      <m:t>𝑐</m:t>
                    </m:r>
                  </m:oMath>
                </a14:m>
                <a:r>
                  <a:rPr lang="en-US" dirty="0"/>
                  <a:t> is a parameter.</a:t>
                </a:r>
              </a:p>
              <a:p>
                <a:r>
                  <a:rPr lang="en-US" dirty="0"/>
                  <a:t>The neighbor contributions can be approximated with the Laplacian </a:t>
                </a:r>
                <a14:m>
                  <m:oMath xmlns:m="http://schemas.openxmlformats.org/officeDocument/2006/math">
                    <m:r>
                      <m:rPr>
                        <m:sty m:val="p"/>
                      </m:rPr>
                      <a:rPr lang="en-GB" b="0" i="0" smtClean="0">
                        <a:latin typeface="Cambria Math" panose="02040503050406030204" pitchFamily="18" charset="0"/>
                      </a:rPr>
                      <m:t>Δ</m:t>
                    </m:r>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m:rPr>
                            <m:sty m:val="p"/>
                          </m:rPr>
                          <a:rPr lang="en-GB" b="0" i="0" smtClean="0">
                            <a:latin typeface="Cambria Math" panose="02040503050406030204" pitchFamily="18" charset="0"/>
                          </a:rPr>
                          <m:t>i</m:t>
                        </m:r>
                      </m:sub>
                    </m:sSub>
                  </m:oMath>
                </a14:m>
                <a:r>
                  <a:rPr lang="en-US" dirty="0"/>
                  <a:t>. </a:t>
                </a:r>
              </a:p>
              <a:p>
                <a:r>
                  <a:rPr lang="en-US" dirty="0"/>
                  <a:t>Then</a:t>
                </a:r>
              </a:p>
              <a:p>
                <a14:m>
                  <m:oMathPara xmlns:m="http://schemas.openxmlformats.org/officeDocument/2006/math">
                    <m:oMath>
                      <m:d>
                        <m:dPr>
                          <m:ctrlPr>
                            <a:rPr lang="en-GB" b="0" i="1" smtClean="0">
                              <a:latin typeface="Cambria Math" panose="02040503050406030204" pitchFamily="18" charset="0"/>
                            </a:rPr>
                          </m:ctrlPr>
                        </m:dPr>
                        <m:e>
                          <m:r>
                            <a:rPr lang="en-GB" b="0" i="1" smtClean="0">
                              <a:latin typeface="Cambria Math" panose="02040503050406030204" pitchFamily="18" charset="0"/>
                            </a:rPr>
                            <m:t>𝑐</m:t>
                          </m:r>
                          <m:r>
                            <a:rPr lang="en-GB" b="0" i="1" smtClean="0">
                              <a:latin typeface="Cambria Math" panose="02040503050406030204" pitchFamily="18" charset="0"/>
                            </a:rPr>
                            <m:t>+</m:t>
                          </m:r>
                          <m:r>
                            <m:rPr>
                              <m:sty m:val="p"/>
                            </m:rPr>
                            <a:rPr lang="en-GB" b="0" i="0" smtClean="0">
                              <a:latin typeface="Cambria Math" panose="02040503050406030204" pitchFamily="18" charset="0"/>
                            </a:rPr>
                            <m:t>Δ</m:t>
                          </m:r>
                        </m:e>
                      </m:d>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𝑖</m:t>
                          </m:r>
                        </m:sub>
                      </m:sSub>
                    </m:oMath>
                  </m:oMathPara>
                </a14:m>
                <a:endParaRPr lang="en-US" dirty="0"/>
              </a:p>
            </p:txBody>
          </p:sp>
        </mc:Choice>
        <mc:Fallback>
          <p:sp>
            <p:nvSpPr>
              <p:cNvPr id="3" name="Tijdelijke aanduiding voor inhoud 2">
                <a:extLst>
                  <a:ext uri="{FF2B5EF4-FFF2-40B4-BE49-F238E27FC236}">
                    <a16:creationId xmlns:a16="http://schemas.microsoft.com/office/drawing/2014/main" id="{266019CE-1B91-CBE2-4A42-5B161FA8589C}"/>
                  </a:ext>
                </a:extLst>
              </p:cNvPr>
              <p:cNvSpPr>
                <a:spLocks noGrp="1" noRot="1" noChangeAspect="1" noMove="1" noResize="1" noEditPoints="1" noAdjustHandles="1" noChangeArrowheads="1" noChangeShapeType="1" noTextEdit="1"/>
              </p:cNvSpPr>
              <p:nvPr>
                <p:ph idx="1"/>
              </p:nvPr>
            </p:nvSpPr>
            <p:spPr>
              <a:blipFill>
                <a:blip r:embed="rId3"/>
                <a:stretch>
                  <a:fillRect l="-1538" t="-2026"/>
                </a:stretch>
              </a:blipFill>
            </p:spPr>
            <p:txBody>
              <a:bodyPr/>
              <a:lstStyle/>
              <a:p>
                <a:r>
                  <a:rPr lang="en-US">
                    <a:noFill/>
                  </a:rPr>
                  <a:t> </a:t>
                </a:r>
              </a:p>
            </p:txBody>
          </p:sp>
        </mc:Fallback>
      </mc:AlternateContent>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5</a:t>
            </a:fld>
            <a:endParaRPr lang="en-US"/>
          </a:p>
        </p:txBody>
      </p:sp>
      <p:pic>
        <p:nvPicPr>
          <p:cNvPr id="12" name="Graphic 11" descr="Wipwap met effen opvulling">
            <a:extLst>
              <a:ext uri="{FF2B5EF4-FFF2-40B4-BE49-F238E27FC236}">
                <a16:creationId xmlns:a16="http://schemas.microsoft.com/office/drawing/2014/main" id="{5EA7F8F9-3E30-4178-65D8-983A386643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8076" y="142413"/>
            <a:ext cx="914400" cy="914400"/>
          </a:xfrm>
          <a:prstGeom prst="rect">
            <a:avLst/>
          </a:prstGeom>
        </p:spPr>
      </p:pic>
      <p:pic>
        <p:nvPicPr>
          <p:cNvPr id="14" name="Afbeelding 13">
            <a:extLst>
              <a:ext uri="{FF2B5EF4-FFF2-40B4-BE49-F238E27FC236}">
                <a16:creationId xmlns:a16="http://schemas.microsoft.com/office/drawing/2014/main" id="{2D2E66D7-231A-C8A2-FE01-7E9F07E3A5E3}"/>
              </a:ext>
            </a:extLst>
          </p:cNvPr>
          <p:cNvPicPr>
            <a:picLocks noChangeAspect="1"/>
          </p:cNvPicPr>
          <p:nvPr/>
        </p:nvPicPr>
        <p:blipFill>
          <a:blip r:embed="rId5">
            <a:extLst>
              <a:ext uri="{28A0092B-C50C-407E-A947-70E740481C1C}">
                <a14:useLocalDpi xmlns:a14="http://schemas.microsoft.com/office/drawing/2010/main" val="0"/>
              </a:ext>
            </a:extLst>
          </a:blip>
          <a:srcRect l="32075" t="8542" r="31368" b="21041"/>
          <a:stretch>
            <a:fillRect/>
          </a:stretch>
        </p:blipFill>
        <p:spPr>
          <a:xfrm>
            <a:off x="7025096" y="2461260"/>
            <a:ext cx="1788480" cy="18745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b="1" dirty="0">
                <a:latin typeface="Calibri"/>
              </a:rPr>
              <a:t>System of linear equations</a:t>
            </a:r>
            <a:endParaRPr sz="2600" b="1" dirty="0">
              <a:latin typeface="Calibri"/>
            </a:endParaRPr>
          </a:p>
        </p:txBody>
      </p:sp>
      <mc:AlternateContent xmlns:mc="http://schemas.openxmlformats.org/markup-compatibility/2006">
        <mc:Choice xmlns:a14="http://schemas.microsoft.com/office/drawing/2010/main" Requires="a14">
          <p:sp>
            <p:nvSpPr>
              <p:cNvPr id="3" name="Tijdelijke aanduiding voor inhoud 2">
                <a:extLst>
                  <a:ext uri="{FF2B5EF4-FFF2-40B4-BE49-F238E27FC236}">
                    <a16:creationId xmlns:a16="http://schemas.microsoft.com/office/drawing/2014/main" id="{15F39207-6ADE-BDC1-81AF-31A97A34378F}"/>
                  </a:ext>
                </a:extLst>
              </p:cNvPr>
              <p:cNvSpPr>
                <a:spLocks noGrp="1"/>
              </p:cNvSpPr>
              <p:nvPr>
                <p:ph idx="1"/>
              </p:nvPr>
            </p:nvSpPr>
            <p:spPr/>
            <p:txBody>
              <a:bodyPr/>
              <a:lstStyle/>
              <a:p>
                <a:r>
                  <a:rPr lang="en-GB" dirty="0"/>
                  <a:t>We stack the </a:t>
                </a:r>
                <a14:m>
                  <m:oMath xmlns:m="http://schemas.openxmlformats.org/officeDocument/2006/math">
                    <m:r>
                      <a:rPr lang="en-GB" b="0" i="1" smtClean="0">
                        <a:latin typeface="Cambria Math" panose="02040503050406030204" pitchFamily="18" charset="0"/>
                      </a:rPr>
                      <m:t>𝑛</m:t>
                    </m:r>
                  </m:oMath>
                </a14:m>
                <a:r>
                  <a:rPr lang="en-GB" dirty="0"/>
                  <a:t> tile temperatures and power consumptions:</a:t>
                </a:r>
              </a:p>
              <a:p>
                <a14:m>
                  <m:oMathPara xmlns:m="http://schemas.openxmlformats.org/officeDocument/2006/math">
                    <m:oMath>
                      <m:r>
                        <a:rPr lang="en-US" i="1">
                          <a:latin typeface="Cambria Math" panose="02040503050406030204" pitchFamily="18" charset="0"/>
                        </a:rPr>
                        <m:t>𝑥</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GB" i="1">
                                        <a:latin typeface="Cambria Math" panose="02040503050406030204" pitchFamily="18" charset="0"/>
                                      </a:rPr>
                                    </m:ctrlPr>
                                  </m:sSubPr>
                                  <m:e>
                                    <m:r>
                                      <m:rPr>
                                        <m:brk m:alnAt="7"/>
                                      </m:rPr>
                                      <a:rPr lang="en-GB" i="1">
                                        <a:latin typeface="Cambria Math" panose="02040503050406030204" pitchFamily="18" charset="0"/>
                                      </a:rPr>
                                      <m:t>𝑥</m:t>
                                    </m:r>
                                  </m:e>
                                  <m:sub>
                                    <m:r>
                                      <m:rPr>
                                        <m:brk m:alnAt="7"/>
                                      </m:rPr>
                                      <a:rPr lang="en-GB" i="1">
                                        <a:latin typeface="Cambria Math" panose="02040503050406030204" pitchFamily="18" charset="0"/>
                                      </a:rPr>
                                      <m:t>1</m:t>
                                    </m:r>
                                  </m:sub>
                                </m:sSub>
                              </m:e>
                            </m:mr>
                            <m:mr>
                              <m:e>
                                <m:r>
                                  <a:rPr lang="en-US" i="1">
                                    <a:latin typeface="Cambria Math" panose="02040503050406030204" pitchFamily="18" charset="0"/>
                                  </a:rPr>
                                  <m:t>⋮</m:t>
                                </m:r>
                              </m:e>
                            </m:mr>
                            <m:m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𝑛</m:t>
                                    </m:r>
                                  </m:sub>
                                </m:sSub>
                              </m:e>
                            </m:mr>
                          </m:m>
                        </m:e>
                      </m:d>
                      <m:r>
                        <a:rPr lang="en-GB" b="0" i="0" smtClean="0">
                          <a:latin typeface="Cambria Math" panose="02040503050406030204" pitchFamily="18" charset="0"/>
                        </a:rPr>
                        <m:t>,   </m:t>
                      </m:r>
                      <m:r>
                        <a:rPr lang="en-US" i="1">
                          <a:latin typeface="Cambria Math" panose="02040503050406030204" pitchFamily="18" charset="0"/>
                        </a:rPr>
                        <m:t>𝑏</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GB" i="1">
                                        <a:latin typeface="Cambria Math" panose="02040503050406030204" pitchFamily="18" charset="0"/>
                                      </a:rPr>
                                    </m:ctrlPr>
                                  </m:sSubPr>
                                  <m:e>
                                    <m:r>
                                      <m:rPr>
                                        <m:brk m:alnAt="7"/>
                                      </m:rPr>
                                      <a:rPr lang="en-GB" i="1">
                                        <a:latin typeface="Cambria Math" panose="02040503050406030204" pitchFamily="18" charset="0"/>
                                      </a:rPr>
                                      <m:t>𝑏</m:t>
                                    </m:r>
                                  </m:e>
                                  <m:sub>
                                    <m:r>
                                      <m:rPr>
                                        <m:brk m:alnAt="7"/>
                                      </m:rPr>
                                      <a:rPr lang="en-GB" i="1">
                                        <a:latin typeface="Cambria Math" panose="02040503050406030204" pitchFamily="18" charset="0"/>
                                      </a:rPr>
                                      <m:t>1</m:t>
                                    </m:r>
                                  </m:sub>
                                </m:sSub>
                              </m:e>
                            </m:mr>
                            <m:mr>
                              <m:e>
                                <m:r>
                                  <a:rPr lang="en-US" i="1">
                                    <a:latin typeface="Cambria Math" panose="02040503050406030204" pitchFamily="18" charset="0"/>
                                  </a:rPr>
                                  <m:t>⋮</m:t>
                                </m:r>
                              </m:e>
                            </m:mr>
                            <m:mr>
                              <m:e>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𝑛</m:t>
                                    </m:r>
                                  </m:sub>
                                </m:sSub>
                              </m:e>
                            </m:mr>
                          </m:m>
                        </m:e>
                      </m:d>
                    </m:oMath>
                  </m:oMathPara>
                </a14:m>
                <a:endParaRPr lang="en-GB" dirty="0"/>
              </a:p>
              <a:p>
                <a:endParaRPr lang="en-US" dirty="0"/>
              </a:p>
              <a:p>
                <a:r>
                  <a:rPr lang="en-US" dirty="0"/>
                  <a:t>For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𝑐</m:t>
                    </m:r>
                    <m:r>
                      <a:rPr lang="en-GB" i="1">
                        <a:latin typeface="Cambria Math" panose="02040503050406030204" pitchFamily="18" charset="0"/>
                      </a:rPr>
                      <m:t>+</m:t>
                    </m:r>
                    <m:r>
                      <m:rPr>
                        <m:sty m:val="p"/>
                      </m:rPr>
                      <a:rPr lang="en-GB">
                        <a:latin typeface="Cambria Math" panose="02040503050406030204" pitchFamily="18" charset="0"/>
                      </a:rPr>
                      <m:t>Δ</m:t>
                    </m:r>
                    <m:r>
                      <a:rPr lang="en-GB" i="1">
                        <a:latin typeface="Cambria Math" panose="02040503050406030204" pitchFamily="18" charset="0"/>
                      </a:rPr>
                      <m:t>) </m:t>
                    </m:r>
                  </m:oMath>
                </a14:m>
                <a:r>
                  <a:rPr lang="en-US" dirty="0"/>
                  <a:t>, the steady-state solution is </a:t>
                </a:r>
                <a14:m>
                  <m:oMath xmlns:m="http://schemas.openxmlformats.org/officeDocument/2006/math">
                    <m:r>
                      <a:rPr lang="en-GB" b="0" i="1" smtClean="0">
                        <a:latin typeface="Cambria Math" panose="02040503050406030204" pitchFamily="18" charset="0"/>
                      </a:rPr>
                      <m:t>𝐴𝑥</m:t>
                    </m:r>
                    <m:r>
                      <a:rPr lang="en-GB" b="0" i="1" smtClean="0">
                        <a:latin typeface="Cambria Math" panose="02040503050406030204" pitchFamily="18" charset="0"/>
                      </a:rPr>
                      <m:t>=</m:t>
                    </m:r>
                    <m:r>
                      <a:rPr lang="en-GB" b="0" i="1" smtClean="0">
                        <a:latin typeface="Cambria Math" panose="02040503050406030204" pitchFamily="18" charset="0"/>
                      </a:rPr>
                      <m:t>𝑏</m:t>
                    </m:r>
                  </m:oMath>
                </a14:m>
                <a:r>
                  <a:rPr lang="en-US" dirty="0"/>
                  <a:t>.</a:t>
                </a:r>
              </a:p>
              <a:p>
                <a:r>
                  <a:rPr lang="en-US" dirty="0"/>
                  <a:t>Given a vector </a:t>
                </a:r>
                <a14:m>
                  <m:oMath xmlns:m="http://schemas.openxmlformats.org/officeDocument/2006/math">
                    <m:r>
                      <a:rPr lang="en-GB" i="1">
                        <a:latin typeface="Cambria Math" panose="02040503050406030204" pitchFamily="18" charset="0"/>
                      </a:rPr>
                      <m:t>𝑏</m:t>
                    </m:r>
                  </m:oMath>
                </a14:m>
                <a:r>
                  <a:rPr lang="en-US" dirty="0"/>
                  <a:t> of power consumptions, we can calculate steady-state temperature with</a:t>
                </a:r>
              </a:p>
              <a:p>
                <a:pPr/>
                <a14:m>
                  <m:oMathPara xmlns:m="http://schemas.openxmlformats.org/officeDocument/2006/math">
                    <m:oMath>
                      <m:r>
                        <a:rPr lang="en-GB" i="1">
                          <a:latin typeface="Cambria Math" panose="02040503050406030204" pitchFamily="18" charset="0"/>
                        </a:rPr>
                        <m:t>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𝐴</m:t>
                          </m:r>
                        </m:e>
                        <m:sup>
                          <m:r>
                            <a:rPr lang="en-GB" i="1">
                              <a:latin typeface="Cambria Math" panose="02040503050406030204" pitchFamily="18" charset="0"/>
                            </a:rPr>
                            <m:t>−1</m:t>
                          </m:r>
                        </m:sup>
                      </m:sSup>
                      <m:r>
                        <a:rPr lang="en-GB" i="1">
                          <a:latin typeface="Cambria Math" panose="02040503050406030204" pitchFamily="18" charset="0"/>
                        </a:rPr>
                        <m:t>𝑏</m:t>
                      </m:r>
                    </m:oMath>
                  </m:oMathPara>
                </a14:m>
                <a:endParaRPr lang="en-US" dirty="0"/>
              </a:p>
              <a:p>
                <a:endParaRPr lang="en-GB" b="0" i="1" dirty="0">
                  <a:latin typeface="Cambria Math" panose="02040503050406030204" pitchFamily="18" charset="0"/>
                </a:endParaRPr>
              </a:p>
              <a:p>
                <a:endParaRPr lang="en-US" dirty="0"/>
              </a:p>
            </p:txBody>
          </p:sp>
        </mc:Choice>
        <mc:Fallback>
          <p:sp>
            <p:nvSpPr>
              <p:cNvPr id="3" name="Tijdelijke aanduiding voor inhoud 2">
                <a:extLst>
                  <a:ext uri="{FF2B5EF4-FFF2-40B4-BE49-F238E27FC236}">
                    <a16:creationId xmlns:a16="http://schemas.microsoft.com/office/drawing/2014/main" id="{15F39207-6ADE-BDC1-81AF-31A97A34378F}"/>
                  </a:ext>
                </a:extLst>
              </p:cNvPr>
              <p:cNvSpPr>
                <a:spLocks noGrp="1" noRot="1" noChangeAspect="1" noMove="1" noResize="1" noEditPoints="1" noAdjustHandles="1" noChangeArrowheads="1" noChangeShapeType="1" noTextEdit="1"/>
              </p:cNvSpPr>
              <p:nvPr>
                <p:ph idx="1"/>
              </p:nvPr>
            </p:nvSpPr>
            <p:spPr>
              <a:blipFill>
                <a:blip r:embed="rId4"/>
                <a:stretch>
                  <a:fillRect l="-1538" t="-2026"/>
                </a:stretch>
              </a:blipFill>
            </p:spPr>
            <p:txBody>
              <a:bodyPr/>
              <a:lstStyle/>
              <a:p>
                <a:r>
                  <a:rPr lang="en-US">
                    <a:noFill/>
                  </a:rPr>
                  <a:t> </a:t>
                </a:r>
              </a:p>
            </p:txBody>
          </p:sp>
        </mc:Fallback>
      </mc:AlternateContent>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6</a:t>
            </a:fld>
            <a:endParaRPr lang="en-US"/>
          </a:p>
        </p:txBody>
      </p:sp>
      <mc:AlternateContent xmlns:mc="http://schemas.openxmlformats.org/markup-compatibility/2006">
        <mc:Choice xmlns:a14="http://schemas.microsoft.com/office/drawing/2010/main" Requires="a14">
          <p:graphicFrame>
            <p:nvGraphicFramePr>
              <p:cNvPr id="13" name="Tabel 12">
                <a:extLst>
                  <a:ext uri="{FF2B5EF4-FFF2-40B4-BE49-F238E27FC236}">
                    <a16:creationId xmlns:a16="http://schemas.microsoft.com/office/drawing/2014/main" id="{C287D5CC-AE2E-D8B0-EAE3-B992D08013F4}"/>
                  </a:ext>
                </a:extLst>
              </p:cNvPr>
              <p:cNvGraphicFramePr>
                <a:graphicFrameLocks noGrp="1"/>
              </p:cNvGraphicFramePr>
              <p:nvPr>
                <p:extLst>
                  <p:ext uri="{D42A27DB-BD31-4B8C-83A1-F6EECF244321}">
                    <p14:modId xmlns:p14="http://schemas.microsoft.com/office/powerpoint/2010/main" val="2452717402"/>
                  </p:ext>
                </p:extLst>
              </p:nvPr>
            </p:nvGraphicFramePr>
            <p:xfrm>
              <a:off x="6368189" y="1260000"/>
              <a:ext cx="2164623" cy="990600"/>
            </p:xfrm>
            <a:graphic>
              <a:graphicData uri="http://schemas.openxmlformats.org/drawingml/2006/table">
                <a:tbl>
                  <a:tblPr>
                    <a:tableStyleId>{5C22544A-7EE6-4342-B048-85BDC9FD1C3A}</a:tableStyleId>
                  </a:tblPr>
                  <a:tblGrid>
                    <a:gridCol w="1468221">
                      <a:extLst>
                        <a:ext uri="{9D8B030D-6E8A-4147-A177-3AD203B41FA5}">
                          <a16:colId xmlns:a16="http://schemas.microsoft.com/office/drawing/2014/main" val="4100935493"/>
                        </a:ext>
                      </a:extLst>
                    </a:gridCol>
                    <a:gridCol w="696402">
                      <a:extLst>
                        <a:ext uri="{9D8B030D-6E8A-4147-A177-3AD203B41FA5}">
                          <a16:colId xmlns:a16="http://schemas.microsoft.com/office/drawing/2014/main" val="4189634844"/>
                        </a:ext>
                      </a:extLst>
                    </a:gridCol>
                  </a:tblGrid>
                  <a:tr h="247650">
                    <a:tc>
                      <a:txBody>
                        <a:bodyPr/>
                        <a:lstStyle/>
                        <a:p>
                          <a:pPr rtl="0" fontAlgn="ctr">
                            <a:buNone/>
                          </a:pPr>
                          <a:r>
                            <a:rPr lang="en-US" sz="1150" u="none" strike="noStrike" dirty="0">
                              <a:effectLst/>
                            </a:rPr>
                            <a:t>tiles on one die, today</a:t>
                          </a:r>
                          <a:endParaRPr lang="en-US" dirty="0">
                            <a:effectLst/>
                          </a:endParaRPr>
                        </a:p>
                      </a:txBody>
                      <a:tcPr marL="57150" marR="57150" marT="9525" marB="9525" anchor="ctr">
                        <a:solidFill>
                          <a:srgbClr val="C00000">
                            <a:alpha val="20000"/>
                          </a:srgbClr>
                        </a:solidFill>
                      </a:tcPr>
                    </a:tc>
                    <a:tc>
                      <a:txBody>
                        <a:bodyPr/>
                        <a:lstStyle/>
                        <a:p>
                          <a:pPr algn="r" fontAlgn="ctr">
                            <a:buNone/>
                          </a:pPr>
                          <a:r>
                            <a:rPr lang="en-US" dirty="0">
                              <a:effectLst/>
                            </a:rPr>
                            <a:t> </a:t>
                          </a:r>
                          <a14:m>
                            <m:oMath xmlns:m="http://schemas.openxmlformats.org/officeDocument/2006/math">
                              <m:r>
                                <a:rPr lang="en-GB" b="0" i="1" smtClean="0">
                                  <a:effectLst/>
                                  <a:latin typeface="Cambria Math" panose="02040503050406030204" pitchFamily="18" charset="0"/>
                                </a:rPr>
                                <m:t>𝑛</m:t>
                              </m:r>
                            </m:oMath>
                          </a14:m>
                          <a:endParaRPr lang="en-US" dirty="0">
                            <a:effectLst/>
                          </a:endParaRPr>
                        </a:p>
                      </a:txBody>
                      <a:tcPr marL="57150" marR="57150" marT="9525" marB="9525" anchor="ctr">
                        <a:solidFill>
                          <a:srgbClr val="C00000">
                            <a:alpha val="20000"/>
                          </a:srgbClr>
                        </a:solidFill>
                      </a:tcPr>
                    </a:tc>
                    <a:extLst>
                      <a:ext uri="{0D108BD9-81ED-4DB2-BD59-A6C34878D82A}">
                        <a16:rowId xmlns:a16="http://schemas.microsoft.com/office/drawing/2014/main" val="3098385139"/>
                      </a:ext>
                    </a:extLst>
                  </a:tr>
                  <a:tr h="247650">
                    <a:tc>
                      <a:txBody>
                        <a:bodyPr/>
                        <a:lstStyle/>
                        <a:p>
                          <a:pPr rtl="0" fontAlgn="ctr">
                            <a:buNone/>
                          </a:pPr>
                          <a:r>
                            <a:rPr lang="en-US" sz="1150" u="none" strike="noStrike" dirty="0" err="1">
                              <a:effectLst/>
                            </a:rPr>
                            <a:t>Graphcore</a:t>
                          </a:r>
                          <a:r>
                            <a:rPr lang="en-US" sz="1150" u="none" strike="noStrike" dirty="0">
                              <a:effectLst/>
                            </a:rPr>
                            <a:t> IPU</a:t>
                          </a:r>
                          <a:endParaRPr lang="en-US" dirty="0">
                            <a:effectLst/>
                          </a:endParaRPr>
                        </a:p>
                      </a:txBody>
                      <a:tcPr marL="57150" marR="57150" marT="9525" marB="9525" anchor="ctr"/>
                    </a:tc>
                    <a:tc>
                      <a:txBody>
                        <a:bodyPr/>
                        <a:lstStyle/>
                        <a:p>
                          <a:pPr algn="r" rtl="0" fontAlgn="ctr">
                            <a:buNone/>
                          </a:pPr>
                          <a:r>
                            <a:rPr lang="en-US" sz="1150" u="none" strike="noStrike" dirty="0">
                              <a:effectLst/>
                            </a:rPr>
                            <a:t>1 472</a:t>
                          </a:r>
                          <a:endParaRPr lang="en-US" dirty="0">
                            <a:effectLst/>
                          </a:endParaRPr>
                        </a:p>
                      </a:txBody>
                      <a:tcPr marL="57150" marR="57150" marT="9525" marB="9525" anchor="ctr"/>
                    </a:tc>
                    <a:extLst>
                      <a:ext uri="{0D108BD9-81ED-4DB2-BD59-A6C34878D82A}">
                        <a16:rowId xmlns:a16="http://schemas.microsoft.com/office/drawing/2014/main" val="2966328455"/>
                      </a:ext>
                    </a:extLst>
                  </a:tr>
                  <a:tr h="247650">
                    <a:tc>
                      <a:txBody>
                        <a:bodyPr/>
                        <a:lstStyle/>
                        <a:p>
                          <a:pPr rtl="0" fontAlgn="ctr">
                            <a:buNone/>
                          </a:pPr>
                          <a:r>
                            <a:rPr lang="en-US" sz="1150" u="none" strike="noStrike" dirty="0" err="1">
                              <a:effectLst/>
                            </a:rPr>
                            <a:t>Tenstorrent</a:t>
                          </a:r>
                          <a:r>
                            <a:rPr lang="en-US" sz="1150" u="none" strike="noStrike" dirty="0">
                              <a:effectLst/>
                            </a:rPr>
                            <a:t> Blackhole</a:t>
                          </a:r>
                          <a:endParaRPr lang="en-US" dirty="0">
                            <a:effectLst/>
                          </a:endParaRPr>
                        </a:p>
                      </a:txBody>
                      <a:tcPr marL="57150" marR="57150" marT="9525" marB="9525" anchor="ctr"/>
                    </a:tc>
                    <a:tc>
                      <a:txBody>
                        <a:bodyPr/>
                        <a:lstStyle/>
                        <a:p>
                          <a:pPr algn="r" rtl="0" fontAlgn="ctr">
                            <a:buNone/>
                          </a:pPr>
                          <a:r>
                            <a:rPr lang="en-US" sz="1150" u="none" strike="noStrike" dirty="0">
                              <a:effectLst/>
                            </a:rPr>
                            <a:t>140</a:t>
                          </a:r>
                          <a:endParaRPr lang="en-US" dirty="0">
                            <a:effectLst/>
                          </a:endParaRPr>
                        </a:p>
                      </a:txBody>
                      <a:tcPr marL="57150" marR="57150" marT="9525" marB="9525" anchor="ctr"/>
                    </a:tc>
                    <a:extLst>
                      <a:ext uri="{0D108BD9-81ED-4DB2-BD59-A6C34878D82A}">
                        <a16:rowId xmlns:a16="http://schemas.microsoft.com/office/drawing/2014/main" val="2053478823"/>
                      </a:ext>
                    </a:extLst>
                  </a:tr>
                  <a:tr h="247650">
                    <a:tc>
                      <a:txBody>
                        <a:bodyPr/>
                        <a:lstStyle/>
                        <a:p>
                          <a:pPr rtl="0" fontAlgn="ctr">
                            <a:buNone/>
                          </a:pPr>
                          <a:r>
                            <a:rPr lang="en-US" sz="1150" u="none" strike="noStrike" dirty="0">
                              <a:effectLst/>
                            </a:rPr>
                            <a:t>Cerebras WSE-3</a:t>
                          </a:r>
                          <a:endParaRPr lang="en-US" dirty="0">
                            <a:effectLst/>
                          </a:endParaRPr>
                        </a:p>
                      </a:txBody>
                      <a:tcPr marL="57150" marR="57150" marT="9525" marB="9525" anchor="ctr"/>
                    </a:tc>
                    <a:tc>
                      <a:txBody>
                        <a:bodyPr/>
                        <a:lstStyle/>
                        <a:p>
                          <a:pPr algn="r" rtl="0" fontAlgn="ctr">
                            <a:buNone/>
                          </a:pPr>
                          <a:r>
                            <a:rPr lang="en-US" sz="1150" u="none" strike="noStrike" dirty="0">
                              <a:effectLst/>
                            </a:rPr>
                            <a:t>900 000</a:t>
                          </a:r>
                          <a:endParaRPr lang="en-US" dirty="0">
                            <a:effectLst/>
                          </a:endParaRPr>
                        </a:p>
                      </a:txBody>
                      <a:tcPr marL="57150" marR="57150" marT="9525" marB="9525" anchor="ctr"/>
                    </a:tc>
                    <a:extLst>
                      <a:ext uri="{0D108BD9-81ED-4DB2-BD59-A6C34878D82A}">
                        <a16:rowId xmlns:a16="http://schemas.microsoft.com/office/drawing/2014/main" val="1865519764"/>
                      </a:ext>
                    </a:extLst>
                  </a:tr>
                </a:tbl>
              </a:graphicData>
            </a:graphic>
          </p:graphicFrame>
        </mc:Choice>
        <mc:Fallback>
          <p:graphicFrame>
            <p:nvGraphicFramePr>
              <p:cNvPr id="13" name="Tabel 12">
                <a:extLst>
                  <a:ext uri="{FF2B5EF4-FFF2-40B4-BE49-F238E27FC236}">
                    <a16:creationId xmlns:a16="http://schemas.microsoft.com/office/drawing/2014/main" id="{C287D5CC-AE2E-D8B0-EAE3-B992D08013F4}"/>
                  </a:ext>
                </a:extLst>
              </p:cNvPr>
              <p:cNvGraphicFramePr>
                <a:graphicFrameLocks noGrp="1"/>
              </p:cNvGraphicFramePr>
              <p:nvPr>
                <p:extLst>
                  <p:ext uri="{D42A27DB-BD31-4B8C-83A1-F6EECF244321}">
                    <p14:modId xmlns:p14="http://schemas.microsoft.com/office/powerpoint/2010/main" val="2452717402"/>
                  </p:ext>
                </p:extLst>
              </p:nvPr>
            </p:nvGraphicFramePr>
            <p:xfrm>
              <a:off x="6368189" y="1260000"/>
              <a:ext cx="2164623" cy="990600"/>
            </p:xfrm>
            <a:graphic>
              <a:graphicData uri="http://schemas.openxmlformats.org/drawingml/2006/table">
                <a:tbl>
                  <a:tblPr>
                    <a:tableStyleId>{5C22544A-7EE6-4342-B048-85BDC9FD1C3A}</a:tableStyleId>
                  </a:tblPr>
                  <a:tblGrid>
                    <a:gridCol w="1468221">
                      <a:extLst>
                        <a:ext uri="{9D8B030D-6E8A-4147-A177-3AD203B41FA5}">
                          <a16:colId xmlns:a16="http://schemas.microsoft.com/office/drawing/2014/main" val="4100935493"/>
                        </a:ext>
                      </a:extLst>
                    </a:gridCol>
                    <a:gridCol w="696402">
                      <a:extLst>
                        <a:ext uri="{9D8B030D-6E8A-4147-A177-3AD203B41FA5}">
                          <a16:colId xmlns:a16="http://schemas.microsoft.com/office/drawing/2014/main" val="4189634844"/>
                        </a:ext>
                      </a:extLst>
                    </a:gridCol>
                  </a:tblGrid>
                  <a:tr h="247650">
                    <a:tc>
                      <a:txBody>
                        <a:bodyPr/>
                        <a:lstStyle/>
                        <a:p>
                          <a:pPr rtl="0" fontAlgn="ctr">
                            <a:buNone/>
                          </a:pPr>
                          <a:r>
                            <a:rPr lang="en-US" sz="1150" u="none" strike="noStrike" dirty="0">
                              <a:effectLst/>
                            </a:rPr>
                            <a:t>tiles on one die, today</a:t>
                          </a:r>
                          <a:endParaRPr lang="en-US" dirty="0">
                            <a:effectLst/>
                          </a:endParaRPr>
                        </a:p>
                      </a:txBody>
                      <a:tcPr marL="57150" marR="57150" marT="9525" marB="9525" anchor="ctr">
                        <a:solidFill>
                          <a:srgbClr val="C00000">
                            <a:alpha val="20000"/>
                          </a:srgbClr>
                        </a:solidFill>
                      </a:tcPr>
                    </a:tc>
                    <a:tc>
                      <a:txBody>
                        <a:bodyPr/>
                        <a:lstStyle/>
                        <a:p>
                          <a:endParaRPr lang="en-US"/>
                        </a:p>
                      </a:txBody>
                      <a:tcPr marL="57150" marR="57150" marT="9525" marB="9525" anchor="ctr">
                        <a:blipFill>
                          <a:blip r:embed="rId5"/>
                          <a:stretch>
                            <a:fillRect l="-210435" t="-4878" r="-1739" b="-319512"/>
                          </a:stretch>
                        </a:blipFill>
                      </a:tcPr>
                    </a:tc>
                    <a:extLst>
                      <a:ext uri="{0D108BD9-81ED-4DB2-BD59-A6C34878D82A}">
                        <a16:rowId xmlns:a16="http://schemas.microsoft.com/office/drawing/2014/main" val="3098385139"/>
                      </a:ext>
                    </a:extLst>
                  </a:tr>
                  <a:tr h="247650">
                    <a:tc>
                      <a:txBody>
                        <a:bodyPr/>
                        <a:lstStyle/>
                        <a:p>
                          <a:pPr rtl="0" fontAlgn="ctr">
                            <a:buNone/>
                          </a:pPr>
                          <a:r>
                            <a:rPr lang="en-US" sz="1150" u="none" strike="noStrike" dirty="0" err="1">
                              <a:effectLst/>
                            </a:rPr>
                            <a:t>Graphcore</a:t>
                          </a:r>
                          <a:r>
                            <a:rPr lang="en-US" sz="1150" u="none" strike="noStrike" dirty="0">
                              <a:effectLst/>
                            </a:rPr>
                            <a:t> IPU</a:t>
                          </a:r>
                          <a:endParaRPr lang="en-US" dirty="0">
                            <a:effectLst/>
                          </a:endParaRPr>
                        </a:p>
                      </a:txBody>
                      <a:tcPr marL="57150" marR="57150" marT="9525" marB="9525" anchor="ctr"/>
                    </a:tc>
                    <a:tc>
                      <a:txBody>
                        <a:bodyPr/>
                        <a:lstStyle/>
                        <a:p>
                          <a:pPr algn="r" rtl="0" fontAlgn="ctr">
                            <a:buNone/>
                          </a:pPr>
                          <a:r>
                            <a:rPr lang="en-US" sz="1150" u="none" strike="noStrike" dirty="0">
                              <a:effectLst/>
                            </a:rPr>
                            <a:t>1 472</a:t>
                          </a:r>
                          <a:endParaRPr lang="en-US" dirty="0">
                            <a:effectLst/>
                          </a:endParaRPr>
                        </a:p>
                      </a:txBody>
                      <a:tcPr marL="57150" marR="57150" marT="9525" marB="9525" anchor="ctr"/>
                    </a:tc>
                    <a:extLst>
                      <a:ext uri="{0D108BD9-81ED-4DB2-BD59-A6C34878D82A}">
                        <a16:rowId xmlns:a16="http://schemas.microsoft.com/office/drawing/2014/main" val="2966328455"/>
                      </a:ext>
                    </a:extLst>
                  </a:tr>
                  <a:tr h="247650">
                    <a:tc>
                      <a:txBody>
                        <a:bodyPr/>
                        <a:lstStyle/>
                        <a:p>
                          <a:pPr rtl="0" fontAlgn="ctr">
                            <a:buNone/>
                          </a:pPr>
                          <a:r>
                            <a:rPr lang="en-US" sz="1150" u="none" strike="noStrike" dirty="0" err="1">
                              <a:effectLst/>
                            </a:rPr>
                            <a:t>Tenstorrent</a:t>
                          </a:r>
                          <a:r>
                            <a:rPr lang="en-US" sz="1150" u="none" strike="noStrike" dirty="0">
                              <a:effectLst/>
                            </a:rPr>
                            <a:t> Blackhole</a:t>
                          </a:r>
                          <a:endParaRPr lang="en-US" dirty="0">
                            <a:effectLst/>
                          </a:endParaRPr>
                        </a:p>
                      </a:txBody>
                      <a:tcPr marL="57150" marR="57150" marT="9525" marB="9525" anchor="ctr"/>
                    </a:tc>
                    <a:tc>
                      <a:txBody>
                        <a:bodyPr/>
                        <a:lstStyle/>
                        <a:p>
                          <a:pPr algn="r" rtl="0" fontAlgn="ctr">
                            <a:buNone/>
                          </a:pPr>
                          <a:r>
                            <a:rPr lang="en-US" sz="1150" u="none" strike="noStrike" dirty="0">
                              <a:effectLst/>
                            </a:rPr>
                            <a:t>140</a:t>
                          </a:r>
                          <a:endParaRPr lang="en-US" dirty="0">
                            <a:effectLst/>
                          </a:endParaRPr>
                        </a:p>
                      </a:txBody>
                      <a:tcPr marL="57150" marR="57150" marT="9525" marB="9525" anchor="ctr"/>
                    </a:tc>
                    <a:extLst>
                      <a:ext uri="{0D108BD9-81ED-4DB2-BD59-A6C34878D82A}">
                        <a16:rowId xmlns:a16="http://schemas.microsoft.com/office/drawing/2014/main" val="2053478823"/>
                      </a:ext>
                    </a:extLst>
                  </a:tr>
                  <a:tr h="247650">
                    <a:tc>
                      <a:txBody>
                        <a:bodyPr/>
                        <a:lstStyle/>
                        <a:p>
                          <a:pPr rtl="0" fontAlgn="ctr">
                            <a:buNone/>
                          </a:pPr>
                          <a:r>
                            <a:rPr lang="en-US" sz="1150" u="none" strike="noStrike" dirty="0">
                              <a:effectLst/>
                            </a:rPr>
                            <a:t>Cerebras WSE-3</a:t>
                          </a:r>
                          <a:endParaRPr lang="en-US" dirty="0">
                            <a:effectLst/>
                          </a:endParaRPr>
                        </a:p>
                      </a:txBody>
                      <a:tcPr marL="57150" marR="57150" marT="9525" marB="9525" anchor="ctr"/>
                    </a:tc>
                    <a:tc>
                      <a:txBody>
                        <a:bodyPr/>
                        <a:lstStyle/>
                        <a:p>
                          <a:pPr algn="r" rtl="0" fontAlgn="ctr">
                            <a:buNone/>
                          </a:pPr>
                          <a:r>
                            <a:rPr lang="en-US" sz="1150" u="none" strike="noStrike" dirty="0">
                              <a:effectLst/>
                            </a:rPr>
                            <a:t>900 000</a:t>
                          </a:r>
                          <a:endParaRPr lang="en-US" dirty="0">
                            <a:effectLst/>
                          </a:endParaRPr>
                        </a:p>
                      </a:txBody>
                      <a:tcPr marL="57150" marR="57150" marT="9525" marB="9525" anchor="ctr"/>
                    </a:tc>
                    <a:extLst>
                      <a:ext uri="{0D108BD9-81ED-4DB2-BD59-A6C34878D82A}">
                        <a16:rowId xmlns:a16="http://schemas.microsoft.com/office/drawing/2014/main" val="1865519764"/>
                      </a:ext>
                    </a:extLst>
                  </a:tr>
                </a:tbl>
              </a:graphicData>
            </a:graphic>
          </p:graphicFrame>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600" dirty="0">
                <a:latin typeface="Calibri"/>
              </a:rPr>
              <a:t>Sparsity structure of A</a:t>
            </a:r>
            <a:endParaRPr lang="en-US" dirty="0"/>
          </a:p>
        </p:txBody>
      </p:sp>
      <p:pic>
        <p:nvPicPr>
          <p:cNvPr id="44" name="Tijdelijke aanduiding voor inhoud 43">
            <a:extLst>
              <a:ext uri="{FF2B5EF4-FFF2-40B4-BE49-F238E27FC236}">
                <a16:creationId xmlns:a16="http://schemas.microsoft.com/office/drawing/2014/main" id="{AF683F6A-F21D-C296-1BE6-96F653599A9E}"/>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t="11945" b="7784"/>
          <a:stretch>
            <a:fillRect/>
          </a:stretch>
        </p:blipFill>
        <p:spPr>
          <a:xfrm>
            <a:off x="3709850" y="1944109"/>
            <a:ext cx="2309989" cy="2279128"/>
          </a:xfrm>
          <a:prstGeom prst="rect">
            <a:avLst/>
          </a:prstGeom>
        </p:spPr>
      </p:pic>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7</a:t>
            </a:fld>
            <a:endParaRPr lang="en-US"/>
          </a:p>
        </p:txBody>
      </p:sp>
      <p:pic>
        <p:nvPicPr>
          <p:cNvPr id="15" name="Afbeelding 14">
            <a:extLst>
              <a:ext uri="{FF2B5EF4-FFF2-40B4-BE49-F238E27FC236}">
                <a16:creationId xmlns:a16="http://schemas.microsoft.com/office/drawing/2014/main" id="{4445D8E7-8984-D104-3750-65E74F9A8435}"/>
              </a:ext>
            </a:extLst>
          </p:cNvPr>
          <p:cNvPicPr>
            <a:picLocks noChangeAspect="1"/>
          </p:cNvPicPr>
          <p:nvPr/>
        </p:nvPicPr>
        <p:blipFill>
          <a:blip r:embed="rId5">
            <a:extLst>
              <a:ext uri="{28A0092B-C50C-407E-A947-70E740481C1C}">
                <a14:useLocalDpi xmlns:a14="http://schemas.microsoft.com/office/drawing/2010/main" val="0"/>
              </a:ext>
            </a:extLst>
          </a:blip>
          <a:srcRect l="1613" r="35245" b="3898"/>
          <a:stretch>
            <a:fillRect/>
          </a:stretch>
        </p:blipFill>
        <p:spPr>
          <a:xfrm rot="5400000">
            <a:off x="523538" y="1561313"/>
            <a:ext cx="2983070" cy="2805830"/>
          </a:xfrm>
          <a:prstGeom prst="rect">
            <a:avLst/>
          </a:prstGeom>
        </p:spPr>
      </p:pic>
      <p:sp>
        <p:nvSpPr>
          <p:cNvPr id="16" name="Rechthoek 15">
            <a:extLst>
              <a:ext uri="{FF2B5EF4-FFF2-40B4-BE49-F238E27FC236}">
                <a16:creationId xmlns:a16="http://schemas.microsoft.com/office/drawing/2014/main" id="{8A2B916B-8192-81E4-C3B2-2E1D3E16E599}"/>
              </a:ext>
            </a:extLst>
          </p:cNvPr>
          <p:cNvSpPr/>
          <p:nvPr/>
        </p:nvSpPr>
        <p:spPr>
          <a:xfrm>
            <a:off x="689648" y="1537037"/>
            <a:ext cx="650954" cy="2841234"/>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kstvak 30">
            <a:extLst>
              <a:ext uri="{FF2B5EF4-FFF2-40B4-BE49-F238E27FC236}">
                <a16:creationId xmlns:a16="http://schemas.microsoft.com/office/drawing/2014/main" id="{FB5C3AE9-C401-7BB5-5804-7860C7DB635C}"/>
              </a:ext>
            </a:extLst>
          </p:cNvPr>
          <p:cNvSpPr txBox="1"/>
          <p:nvPr/>
        </p:nvSpPr>
        <p:spPr>
          <a:xfrm>
            <a:off x="3784484" y="1177876"/>
            <a:ext cx="2587600" cy="584775"/>
          </a:xfrm>
          <a:prstGeom prst="rect">
            <a:avLst/>
          </a:prstGeom>
          <a:noFill/>
        </p:spPr>
        <p:txBody>
          <a:bodyPr wrap="square" rtlCol="0">
            <a:spAutoFit/>
          </a:bodyPr>
          <a:lstStyle/>
          <a:p>
            <a:r>
              <a:rPr lang="en-GB" sz="1600" dirty="0"/>
              <a:t>If the die is tiled as a chain, </a:t>
            </a:r>
            <a:br>
              <a:rPr lang="en-GB" sz="1600" dirty="0"/>
            </a:br>
            <a:r>
              <a:rPr lang="en-GB" sz="1600" dirty="0"/>
              <a:t>then A will be tri-diagonal.</a:t>
            </a:r>
            <a:endParaRPr lang="en-US" sz="1600" dirty="0"/>
          </a:p>
        </p:txBody>
      </p:sp>
      <p:sp>
        <p:nvSpPr>
          <p:cNvPr id="32" name="Tekstvak 31">
            <a:extLst>
              <a:ext uri="{FF2B5EF4-FFF2-40B4-BE49-F238E27FC236}">
                <a16:creationId xmlns:a16="http://schemas.microsoft.com/office/drawing/2014/main" id="{97661441-F790-94B7-C715-6517A482C96C}"/>
              </a:ext>
            </a:extLst>
          </p:cNvPr>
          <p:cNvSpPr txBox="1"/>
          <p:nvPr/>
        </p:nvSpPr>
        <p:spPr>
          <a:xfrm>
            <a:off x="6572199" y="1177876"/>
            <a:ext cx="2327102" cy="584775"/>
          </a:xfrm>
          <a:prstGeom prst="rect">
            <a:avLst/>
          </a:prstGeom>
          <a:noFill/>
        </p:spPr>
        <p:txBody>
          <a:bodyPr wrap="square" rtlCol="0">
            <a:spAutoFit/>
          </a:bodyPr>
          <a:lstStyle/>
          <a:p>
            <a:r>
              <a:rPr lang="en-GB" sz="1600" dirty="0"/>
              <a:t>If the die is tiled as a grid, </a:t>
            </a:r>
            <a:br>
              <a:rPr lang="en-GB" sz="1600" dirty="0"/>
            </a:br>
            <a:r>
              <a:rPr lang="en-GB" sz="1600" dirty="0"/>
              <a:t>then A will be denser.</a:t>
            </a:r>
            <a:endParaRPr lang="en-US" sz="1600" dirty="0"/>
          </a:p>
        </p:txBody>
      </p:sp>
      <p:sp>
        <p:nvSpPr>
          <p:cNvPr id="33" name="Rechthoek 32">
            <a:extLst>
              <a:ext uri="{FF2B5EF4-FFF2-40B4-BE49-F238E27FC236}">
                <a16:creationId xmlns:a16="http://schemas.microsoft.com/office/drawing/2014/main" id="{17E52980-7982-9EDF-A007-D310D6E7EB02}"/>
              </a:ext>
            </a:extLst>
          </p:cNvPr>
          <p:cNvSpPr/>
          <p:nvPr/>
        </p:nvSpPr>
        <p:spPr>
          <a:xfrm>
            <a:off x="1340602" y="1537037"/>
            <a:ext cx="650954" cy="2841234"/>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hthoek 33">
            <a:extLst>
              <a:ext uri="{FF2B5EF4-FFF2-40B4-BE49-F238E27FC236}">
                <a16:creationId xmlns:a16="http://schemas.microsoft.com/office/drawing/2014/main" id="{DECE462C-92E4-FD3F-5BDB-488FA2858E33}"/>
              </a:ext>
            </a:extLst>
          </p:cNvPr>
          <p:cNvSpPr/>
          <p:nvPr/>
        </p:nvSpPr>
        <p:spPr>
          <a:xfrm>
            <a:off x="1991556" y="1537037"/>
            <a:ext cx="650954" cy="2841234"/>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hthoek 34">
            <a:extLst>
              <a:ext uri="{FF2B5EF4-FFF2-40B4-BE49-F238E27FC236}">
                <a16:creationId xmlns:a16="http://schemas.microsoft.com/office/drawing/2014/main" id="{785C5BF1-08B6-7AFC-4B78-BFCED3C44B24}"/>
              </a:ext>
            </a:extLst>
          </p:cNvPr>
          <p:cNvSpPr/>
          <p:nvPr/>
        </p:nvSpPr>
        <p:spPr>
          <a:xfrm>
            <a:off x="2642510" y="1537037"/>
            <a:ext cx="650954" cy="2841234"/>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hthoek 35">
            <a:extLst>
              <a:ext uri="{FF2B5EF4-FFF2-40B4-BE49-F238E27FC236}">
                <a16:creationId xmlns:a16="http://schemas.microsoft.com/office/drawing/2014/main" id="{9EBCDE95-7DB0-043E-FDAB-726A5208D616}"/>
              </a:ext>
            </a:extLst>
          </p:cNvPr>
          <p:cNvSpPr/>
          <p:nvPr/>
        </p:nvSpPr>
        <p:spPr>
          <a:xfrm rot="5400000">
            <a:off x="1666079" y="677171"/>
            <a:ext cx="650954" cy="2603816"/>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hthoek 36">
            <a:extLst>
              <a:ext uri="{FF2B5EF4-FFF2-40B4-BE49-F238E27FC236}">
                <a16:creationId xmlns:a16="http://schemas.microsoft.com/office/drawing/2014/main" id="{B442EA44-2B00-33B5-A545-FDC8BA480DD9}"/>
              </a:ext>
            </a:extLst>
          </p:cNvPr>
          <p:cNvSpPr/>
          <p:nvPr/>
        </p:nvSpPr>
        <p:spPr>
          <a:xfrm rot="5400000">
            <a:off x="1666079" y="1328124"/>
            <a:ext cx="650954" cy="2603817"/>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hthoek 37">
            <a:extLst>
              <a:ext uri="{FF2B5EF4-FFF2-40B4-BE49-F238E27FC236}">
                <a16:creationId xmlns:a16="http://schemas.microsoft.com/office/drawing/2014/main" id="{51EC0BCE-394F-534D-B6F4-6255DB6D1BD1}"/>
              </a:ext>
            </a:extLst>
          </p:cNvPr>
          <p:cNvSpPr/>
          <p:nvPr/>
        </p:nvSpPr>
        <p:spPr>
          <a:xfrm rot="5400000">
            <a:off x="1666079" y="1979078"/>
            <a:ext cx="650954" cy="2603817"/>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hthoek 38">
            <a:extLst>
              <a:ext uri="{FF2B5EF4-FFF2-40B4-BE49-F238E27FC236}">
                <a16:creationId xmlns:a16="http://schemas.microsoft.com/office/drawing/2014/main" id="{D3B08553-9421-69A9-FE38-88AD971DC2A7}"/>
              </a:ext>
            </a:extLst>
          </p:cNvPr>
          <p:cNvSpPr/>
          <p:nvPr/>
        </p:nvSpPr>
        <p:spPr>
          <a:xfrm rot="5400000">
            <a:off x="1666079" y="2630032"/>
            <a:ext cx="650954" cy="2603817"/>
          </a:xfrm>
          <a:prstGeom prst="rect">
            <a:avLst/>
          </a:prstGeom>
          <a:solidFill>
            <a:srgbClr val="FFFFFF">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Afbeelding 45">
            <a:extLst>
              <a:ext uri="{FF2B5EF4-FFF2-40B4-BE49-F238E27FC236}">
                <a16:creationId xmlns:a16="http://schemas.microsoft.com/office/drawing/2014/main" id="{1B406BB6-CDE0-2B81-B086-FD2906EDD52B}"/>
              </a:ext>
            </a:extLst>
          </p:cNvPr>
          <p:cNvPicPr>
            <a:picLocks noChangeAspect="1"/>
          </p:cNvPicPr>
          <p:nvPr/>
        </p:nvPicPr>
        <p:blipFill>
          <a:blip r:embed="rId6">
            <a:extLst>
              <a:ext uri="{28A0092B-C50C-407E-A947-70E740481C1C}">
                <a14:useLocalDpi xmlns:a14="http://schemas.microsoft.com/office/drawing/2010/main" val="0"/>
              </a:ext>
            </a:extLst>
          </a:blip>
          <a:srcRect l="12152" t="13487" r="35570" b="7356"/>
          <a:stretch>
            <a:fillRect/>
          </a:stretch>
        </p:blipFill>
        <p:spPr>
          <a:xfrm>
            <a:off x="6311701" y="1944109"/>
            <a:ext cx="2587600" cy="2469045"/>
          </a:xfrm>
          <a:prstGeom prst="rect">
            <a:avLst/>
          </a:prstGeom>
        </p:spPr>
      </p:pic>
      <p:pic>
        <p:nvPicPr>
          <p:cNvPr id="47" name="Graphic 46" descr="Wipwap met effen opvulling">
            <a:extLst>
              <a:ext uri="{FF2B5EF4-FFF2-40B4-BE49-F238E27FC236}">
                <a16:creationId xmlns:a16="http://schemas.microsoft.com/office/drawing/2014/main" id="{AED86D63-A02E-D21C-F4E6-A4A482A5B5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84901" y="87028"/>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1" grpId="0"/>
      <p:bldP spid="32" grpId="0"/>
      <p:bldP spid="33" grpId="0" animBg="1"/>
      <p:bldP spid="34" grpId="0" animBg="1"/>
      <p:bldP spid="35" grpId="0" animBg="1"/>
      <p:bldP spid="36" grpId="0" animBg="1"/>
      <p:bldP spid="37" grpId="0" animBg="1"/>
      <p:bldP spid="38" grpId="0" animBg="1"/>
      <p:bldP spid="39" grpId="0" animBg="1"/>
    </p:bld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475488"/>
            <a:ext cx="7918704" cy="548640"/>
          </a:xfrm>
        </p:spPr>
        <p:txBody>
          <a:bodyPr/>
          <a:lstStyle/>
          <a:p>
            <a:r>
              <a:rPr sz="2600" b="1" dirty="0">
                <a:solidFill>
                  <a:srgbClr val="FFFFFF"/>
                </a:solidFill>
                <a:latin typeface="Calibri"/>
              </a:rPr>
              <a:t>2</a:t>
            </a:r>
            <a:r>
              <a:rPr lang="en-GB" sz="2600" b="1" dirty="0">
                <a:solidFill>
                  <a:srgbClr val="FFFFFF"/>
                </a:solidFill>
                <a:latin typeface="Calibri"/>
              </a:rPr>
              <a:t>. </a:t>
            </a:r>
            <a:r>
              <a:rPr sz="2600" b="1" dirty="0">
                <a:solidFill>
                  <a:srgbClr val="FFFFFF"/>
                </a:solidFill>
                <a:latin typeface="Calibri"/>
              </a:rPr>
              <a:t>Classical numerical approach</a:t>
            </a:r>
            <a:r>
              <a:rPr lang="en-GB" sz="2600" b="1" dirty="0">
                <a:solidFill>
                  <a:srgbClr val="FFFFFF"/>
                </a:solidFill>
                <a:latin typeface="Calibri"/>
              </a:rPr>
              <a:t>es</a:t>
            </a:r>
            <a:endParaRPr sz="2600" b="1" dirty="0">
              <a:solidFill>
                <a:srgbClr val="FFFFFF"/>
              </a:solidFill>
              <a:latin typeface="Calibri"/>
            </a:endParaRPr>
          </a:p>
        </p:txBody>
      </p:sp>
      <p:sp>
        <p:nvSpPr>
          <p:cNvPr id="4" name="Tijdelijke aanduiding voor dianummer 3"/>
          <p:cNvSpPr>
            <a:spLocks noGrp="1"/>
          </p:cNvSpPr>
          <p:nvPr>
            <p:ph type="sldNum" sz="quarter" idx="11"/>
          </p:nvPr>
        </p:nvSpPr>
        <p:spPr/>
        <p:txBody>
          <a:bodyPr/>
          <a:lstStyle/>
          <a:p>
            <a:fld id="{B7CEC10D-CD46-426F-915E-6C78530279CB}" type="slidenum">
              <a:rPr lang="en-US" smtClean="0"/>
              <a:pPr/>
              <a:t>8</a:t>
            </a:fld>
            <a:endParaRPr lang="en-US"/>
          </a:p>
        </p:txBody>
      </p:sp>
      <p:sp>
        <p:nvSpPr>
          <p:cNvPr id="6" name="Oval 5"/>
          <p:cNvSpPr/>
          <p:nvPr/>
        </p:nvSpPr>
        <p:spPr>
          <a:xfrm>
            <a:off x="612000" y="1639411"/>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A</a:t>
            </a:r>
            <a:endParaRPr sz="1400" b="1" dirty="0">
              <a:solidFill>
                <a:srgbClr val="101073"/>
              </a:solidFill>
              <a:latin typeface="Calibri"/>
            </a:endParaRPr>
          </a:p>
        </p:txBody>
      </p:sp>
      <p:sp>
        <p:nvSpPr>
          <p:cNvPr id="7" name="TextBox 6"/>
          <p:cNvSpPr txBox="1"/>
          <p:nvPr/>
        </p:nvSpPr>
        <p:spPr>
          <a:xfrm>
            <a:off x="1252080" y="1749472"/>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dirty="0">
                <a:solidFill>
                  <a:srgbClr val="FFFFFF"/>
                </a:solidFill>
                <a:latin typeface="Calibri"/>
              </a:rPr>
              <a:t>Jacobi method</a:t>
            </a:r>
            <a:endParaRPr sz="1400" b="0" i="0" dirty="0">
              <a:solidFill>
                <a:srgbClr val="C9CDE8"/>
              </a:solidFill>
              <a:latin typeface="Calibri"/>
            </a:endParaRPr>
          </a:p>
        </p:txBody>
      </p:sp>
      <p:sp>
        <p:nvSpPr>
          <p:cNvPr id="8" name="Oval 7"/>
          <p:cNvSpPr/>
          <p:nvPr/>
        </p:nvSpPr>
        <p:spPr>
          <a:xfrm>
            <a:off x="612000" y="2352643"/>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B</a:t>
            </a:r>
            <a:endParaRPr sz="1400" b="1" dirty="0">
              <a:solidFill>
                <a:srgbClr val="101073"/>
              </a:solidFill>
              <a:latin typeface="Calibri"/>
            </a:endParaRPr>
          </a:p>
        </p:txBody>
      </p:sp>
      <p:sp>
        <p:nvSpPr>
          <p:cNvPr id="9" name="TextBox 8"/>
          <p:cNvSpPr txBox="1"/>
          <p:nvPr/>
        </p:nvSpPr>
        <p:spPr>
          <a:xfrm>
            <a:off x="1252080" y="2462704"/>
            <a:ext cx="6949440" cy="246221"/>
          </a:xfrm>
          <a:prstGeom prst="rect">
            <a:avLst/>
          </a:prstGeom>
          <a:noFill/>
        </p:spPr>
        <p:txBody>
          <a:bodyPr wrap="square" lIns="0" tIns="0" rIns="0" bIns="0" anchor="ctr">
            <a:spAutoFit/>
          </a:bodyPr>
          <a:lstStyle/>
          <a:p>
            <a:pPr algn="l">
              <a:spcBef>
                <a:spcPts val="0"/>
              </a:spcBef>
              <a:spcAft>
                <a:spcPts val="600"/>
              </a:spcAft>
            </a:pPr>
            <a:r>
              <a:rPr sz="1600" b="1" i="0" dirty="0">
                <a:solidFill>
                  <a:srgbClr val="FFFFFF"/>
                </a:solidFill>
                <a:latin typeface="Calibri"/>
              </a:rPr>
              <a:t>Gauss–Seidel</a:t>
            </a:r>
            <a:r>
              <a:rPr lang="en-GB" sz="1600" b="1" i="0" dirty="0">
                <a:solidFill>
                  <a:srgbClr val="FFFFFF"/>
                </a:solidFill>
                <a:latin typeface="Calibri"/>
              </a:rPr>
              <a:t> method</a:t>
            </a:r>
            <a:endParaRPr sz="1400" b="0" i="0" dirty="0">
              <a:solidFill>
                <a:srgbClr val="C9CDE8"/>
              </a:solidFill>
              <a:latin typeface="Calibri"/>
            </a:endParaRPr>
          </a:p>
        </p:txBody>
      </p:sp>
      <p:sp>
        <p:nvSpPr>
          <p:cNvPr id="10" name="Oval 9"/>
          <p:cNvSpPr/>
          <p:nvPr/>
        </p:nvSpPr>
        <p:spPr>
          <a:xfrm>
            <a:off x="612000" y="3065875"/>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C</a:t>
            </a:r>
            <a:endParaRPr sz="1400" b="1" dirty="0">
              <a:solidFill>
                <a:srgbClr val="101073"/>
              </a:solidFill>
              <a:latin typeface="Calibri"/>
            </a:endParaRPr>
          </a:p>
        </p:txBody>
      </p:sp>
      <p:sp>
        <p:nvSpPr>
          <p:cNvPr id="11" name="TextBox 10"/>
          <p:cNvSpPr txBox="1"/>
          <p:nvPr/>
        </p:nvSpPr>
        <p:spPr>
          <a:xfrm>
            <a:off x="1252080" y="3175936"/>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dirty="0">
                <a:solidFill>
                  <a:srgbClr val="FFFFFF"/>
                </a:solidFill>
                <a:latin typeface="Calibri"/>
              </a:rPr>
              <a:t>C</a:t>
            </a:r>
            <a:r>
              <a:rPr sz="1600" b="1" i="0" dirty="0" err="1">
                <a:solidFill>
                  <a:srgbClr val="FFFFFF"/>
                </a:solidFill>
                <a:latin typeface="Calibri"/>
              </a:rPr>
              <a:t>onjugate</a:t>
            </a:r>
            <a:r>
              <a:rPr sz="1600" b="1" i="0" dirty="0">
                <a:solidFill>
                  <a:srgbClr val="FFFFFF"/>
                </a:solidFill>
                <a:latin typeface="Calibri"/>
              </a:rPr>
              <a:t> gradient</a:t>
            </a:r>
            <a:r>
              <a:rPr lang="en-GB" sz="1600" b="1" i="0" dirty="0">
                <a:solidFill>
                  <a:srgbClr val="FFFFFF"/>
                </a:solidFill>
                <a:latin typeface="Calibri"/>
              </a:rPr>
              <a:t> method</a:t>
            </a:r>
            <a:endParaRPr sz="1400" b="0" i="0" dirty="0">
              <a:solidFill>
                <a:srgbClr val="C9CDE8"/>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b="1" dirty="0">
                <a:latin typeface="Calibri"/>
              </a:rPr>
              <a:t>Jacobi method</a:t>
            </a:r>
            <a:endParaRPr sz="2600" b="1" dirty="0">
              <a:latin typeface="Calibri"/>
            </a:endParaRPr>
          </a:p>
        </p:txBody>
      </p:sp>
      <mc:AlternateContent xmlns:mc="http://schemas.openxmlformats.org/markup-compatibility/2006" xmlns:a14="http://schemas.microsoft.com/office/drawing/2010/main">
        <mc:Choice Requires="a14">
          <p:sp>
            <p:nvSpPr>
              <p:cNvPr id="3" name="Tijdelijke aanduiding voor inhoud 2">
                <a:extLst>
                  <a:ext uri="{FF2B5EF4-FFF2-40B4-BE49-F238E27FC236}">
                    <a16:creationId xmlns:a16="http://schemas.microsoft.com/office/drawing/2014/main" id="{AB34F4C4-04AA-83F7-FF9F-6752F26C3CC5}"/>
                  </a:ext>
                </a:extLst>
              </p:cNvPr>
              <p:cNvSpPr>
                <a:spLocks noGrp="1"/>
              </p:cNvSpPr>
              <p:nvPr>
                <p:ph idx="1"/>
              </p:nvPr>
            </p:nvSpPr>
            <p:spPr/>
            <p:txBody>
              <a:bodyPr/>
              <a:lstStyle/>
              <a:p>
                <a:r>
                  <a:rPr lang="en-GB" dirty="0"/>
                  <a:t>First, </a:t>
                </a:r>
                <a14:m>
                  <m:oMath xmlns:m="http://schemas.openxmlformats.org/officeDocument/2006/math">
                    <m:r>
                      <a:rPr lang="en-GB" b="0" i="1" smtClean="0">
                        <a:latin typeface="Cambria Math" panose="02040503050406030204" pitchFamily="18" charset="0"/>
                      </a:rPr>
                      <m:t>𝐴</m:t>
                    </m:r>
                  </m:oMath>
                </a14:m>
                <a:r>
                  <a:rPr lang="en-GB" dirty="0"/>
                  <a:t> is split into diagonal and strictly triangular terms: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𝐷</m:t>
                    </m:r>
                    <m:r>
                      <a:rPr lang="en-GB" b="0" i="1" smtClean="0">
                        <a:latin typeface="Cambria Math" panose="02040503050406030204" pitchFamily="18" charset="0"/>
                      </a:rPr>
                      <m:t>+</m:t>
                    </m:r>
                    <m:r>
                      <a:rPr lang="en-GB" b="0" i="1" smtClean="0">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𝑈</m:t>
                    </m:r>
                  </m:oMath>
                </a14:m>
                <a:r>
                  <a:rPr lang="en-GB" b="0" dirty="0"/>
                  <a:t>. Then:</a:t>
                </a:r>
              </a:p>
              <a:p>
                <a14:m>
                  <m:oMathPara xmlns:m="http://schemas.openxmlformats.org/officeDocument/2006/math">
                    <m:oMath>
                      <m:r>
                        <a:rPr lang="en-US" i="1">
                          <a:latin typeface="Cambria Math" panose="02040503050406030204" pitchFamily="18" charset="0"/>
                        </a:rPr>
                        <m:t>𝐴𝑥</m:t>
                      </m:r>
                      <m:r>
                        <m:rPr>
                          <m:aln/>
                        </m:rPr>
                        <a:rPr lang="en-US" i="1">
                          <a:latin typeface="Cambria Math" panose="02040503050406030204" pitchFamily="18" charset="0"/>
                        </a:rPr>
                        <m:t>=</m:t>
                      </m:r>
                      <m:r>
                        <a:rPr lang="en-US" i="1">
                          <a:latin typeface="Cambria Math" panose="02040503050406030204" pitchFamily="18" charset="0"/>
                        </a:rPr>
                        <m:t>𝑏</m:t>
                      </m:r>
                    </m:oMath>
                    <m:oMath>
                      <m:d>
                        <m:dPr>
                          <m:ctrlPr>
                            <a:rPr lang="en-US" i="1">
                              <a:latin typeface="Cambria Math" panose="02040503050406030204" pitchFamily="18" charset="0"/>
                            </a:rPr>
                          </m:ctrlPr>
                        </m:dPr>
                        <m:e>
                          <m:r>
                            <a:rPr lang="en-US" i="1">
                              <a:latin typeface="Cambria Math" panose="02040503050406030204" pitchFamily="18" charset="0"/>
                            </a:rPr>
                            <m:t>𝐷</m:t>
                          </m:r>
                          <m:r>
                            <a:rPr lang="en-US" i="1">
                              <a:latin typeface="Cambria Math" panose="02040503050406030204" pitchFamily="18" charset="0"/>
                            </a:rPr>
                            <m:t>+</m:t>
                          </m:r>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𝑈</m:t>
                          </m:r>
                        </m:e>
                      </m:d>
                      <m:r>
                        <a:rPr lang="en-US" i="1">
                          <a:latin typeface="Cambria Math" panose="02040503050406030204" pitchFamily="18" charset="0"/>
                        </a:rPr>
                        <m:t>𝑥</m:t>
                      </m:r>
                      <m:r>
                        <m:rPr>
                          <m:aln/>
                        </m:rPr>
                        <a:rPr lang="en-US" i="1">
                          <a:latin typeface="Cambria Math" panose="02040503050406030204" pitchFamily="18" charset="0"/>
                        </a:rPr>
                        <m:t>=</m:t>
                      </m:r>
                      <m:r>
                        <a:rPr lang="en-US" i="1">
                          <a:latin typeface="Cambria Math" panose="02040503050406030204" pitchFamily="18" charset="0"/>
                        </a:rPr>
                        <m:t>𝑏</m:t>
                      </m:r>
                    </m:oMath>
                    <m:oMath>
                      <m:r>
                        <a:rPr lang="en-US" i="1">
                          <a:latin typeface="Cambria Math" panose="02040503050406030204" pitchFamily="18" charset="0"/>
                        </a:rPr>
                        <m:t>𝐷𝑥</m:t>
                      </m:r>
                      <m:r>
                        <m:rPr>
                          <m:aln/>
                        </m:rP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𝑈</m:t>
                          </m:r>
                        </m:e>
                      </m:d>
                      <m:r>
                        <a:rPr lang="en-US" i="1">
                          <a:latin typeface="Cambria Math" panose="02040503050406030204" pitchFamily="18" charset="0"/>
                        </a:rPr>
                        <m:t>𝑥</m:t>
                      </m:r>
                    </m:oMath>
                    <m:oMath>
                      <m:r>
                        <a:rPr lang="en-US" i="1">
                          <a:latin typeface="Cambria Math" panose="02040503050406030204" pitchFamily="18" charset="0"/>
                        </a:rPr>
                        <m:t>𝑥</m:t>
                      </m:r>
                      <m:r>
                        <m:rPr>
                          <m:aln/>
                        </m:rP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−1</m:t>
                          </m:r>
                        </m:sup>
                      </m:sSup>
                      <m:d>
                        <m:dPr>
                          <m:ctrlPr>
                            <a:rPr lang="en-US" i="1">
                              <a:latin typeface="Cambria Math" panose="02040503050406030204" pitchFamily="18" charset="0"/>
                            </a:rPr>
                          </m:ctrlPr>
                        </m:dPr>
                        <m:e>
                          <m:r>
                            <a:rPr lang="en-US" i="1">
                              <a:latin typeface="Cambria Math" panose="02040503050406030204" pitchFamily="18" charset="0"/>
                            </a:rPr>
                            <m:t>𝑏</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𝑈</m:t>
                              </m:r>
                            </m:e>
                          </m:d>
                          <m:r>
                            <a:rPr lang="en-US" i="1">
                              <a:latin typeface="Cambria Math" panose="02040503050406030204" pitchFamily="18" charset="0"/>
                            </a:rPr>
                            <m:t>𝑥</m:t>
                          </m:r>
                        </m:e>
                      </m:d>
                    </m:oMath>
                  </m:oMathPara>
                </a14:m>
                <a:endParaRPr lang="en-US" dirty="0"/>
              </a:p>
              <a:p>
                <a:r>
                  <a:rPr lang="en-US" dirty="0"/>
                  <a:t>This can be discretized to form an iterative update:</a:t>
                </a:r>
              </a:p>
              <a:p>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𝐷</m:t>
                          </m:r>
                        </m:e>
                        <m:sup>
                          <m:r>
                            <a:rPr lang="en-GB" b="0" i="1" smtClean="0">
                              <a:latin typeface="Cambria Math" panose="02040503050406030204" pitchFamily="18" charset="0"/>
                            </a:rPr>
                            <m:t>−1</m:t>
                          </m:r>
                        </m:sup>
                      </m:sSup>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𝑈</m:t>
                          </m:r>
                        </m:e>
                      </m:d>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sup>
                      </m:sSup>
                    </m:oMath>
                  </m:oMathPara>
                </a14:m>
                <a:endParaRPr lang="en-US" dirty="0"/>
              </a:p>
              <a:p>
                <a:endParaRPr lang="en-US" dirty="0"/>
              </a:p>
              <a:p>
                <a:r>
                  <a:rPr lang="en-US" dirty="0"/>
                  <a:t>In standard Jacobi iteration, you would update per equation, keeping all other equations fixed;</a:t>
                </a:r>
              </a:p>
              <a:p>
                <a14:m>
                  <m:oMathPara xmlns:m="http://schemas.openxmlformats.org/officeDocument/2006/math">
                    <m:o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𝑥</m:t>
                          </m:r>
                        </m:e>
                        <m:sub>
                          <m:r>
                            <a:rPr lang="en-GB" b="0" i="1" smtClean="0">
                              <a:latin typeface="Cambria Math" panose="02040503050406030204" pitchFamily="18" charset="0"/>
                            </a:rPr>
                            <m:t>𝑖</m:t>
                          </m:r>
                        </m:sub>
                        <m:sup>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p>
                      </m:sSub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𝑖𝑖</m:t>
                              </m:r>
                            </m:sub>
                          </m:sSub>
                        </m:den>
                      </m:f>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𝑖</m:t>
                              </m:r>
                            </m:sub>
                          </m:sSub>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m:rPr>
                                  <m:brk m:alnAt="7"/>
                                </m:rPr>
                                <a:rPr lang="en-GB" b="0" i="1" smtClean="0">
                                  <a:latin typeface="Cambria Math" panose="02040503050406030204" pitchFamily="18" charset="0"/>
                                </a:rPr>
                                <m:t>𝑗</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𝑖</m:t>
                              </m: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𝑖𝑗</m:t>
                                  </m:r>
                                </m:sub>
                              </m:sSub>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𝑥</m:t>
                                  </m:r>
                                </m:e>
                                <m:sub>
                                  <m:r>
                                    <a:rPr lang="en-GB" b="0" i="1" smtClean="0">
                                      <a:latin typeface="Cambria Math" panose="02040503050406030204" pitchFamily="18" charset="0"/>
                                    </a:rPr>
                                    <m:t>𝑗</m:t>
                                  </m:r>
                                </m:sub>
                                <m:sup>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sup>
                              </m:sSubSup>
                            </m:e>
                          </m:nary>
                        </m:e>
                      </m:d>
                    </m:oMath>
                  </m:oMathPara>
                </a14:m>
                <a:endParaRPr lang="en-US" dirty="0"/>
              </a:p>
            </p:txBody>
          </p:sp>
        </mc:Choice>
        <mc:Fallback xmlns="">
          <p:sp>
            <p:nvSpPr>
              <p:cNvPr id="3" name="Tijdelijke aanduiding voor inhoud 2">
                <a:extLst>
                  <a:ext uri="{FF2B5EF4-FFF2-40B4-BE49-F238E27FC236}">
                    <a16:creationId xmlns:a16="http://schemas.microsoft.com/office/drawing/2014/main" id="{AB34F4C4-04AA-83F7-FF9F-6752F26C3CC5}"/>
                  </a:ext>
                </a:extLst>
              </p:cNvPr>
              <p:cNvSpPr>
                <a:spLocks noGrp="1" noRot="1" noChangeAspect="1" noMove="1" noResize="1" noEditPoints="1" noAdjustHandles="1" noChangeArrowheads="1" noChangeShapeType="1" noTextEdit="1"/>
              </p:cNvSpPr>
              <p:nvPr>
                <p:ph idx="1"/>
              </p:nvPr>
            </p:nvSpPr>
            <p:spPr>
              <a:blipFill>
                <a:blip r:embed="rId3"/>
                <a:stretch>
                  <a:fillRect l="-1538" t="-2026"/>
                </a:stretch>
              </a:blipFill>
            </p:spPr>
            <p:txBody>
              <a:bodyPr/>
              <a:lstStyle/>
              <a:p>
                <a:r>
                  <a:rPr lang="en-US">
                    <a:noFill/>
                  </a:rPr>
                  <a:t> </a:t>
                </a:r>
              </a:p>
            </p:txBody>
          </p:sp>
        </mc:Fallback>
      </mc:AlternateContent>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CC87C-EB56-66FF-370A-9CF0C3AA2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F6158-C3C3-6241-32F3-C591B515584F}"/>
              </a:ext>
            </a:extLst>
          </p:cNvPr>
          <p:cNvSpPr>
            <a:spLocks noGrp="1"/>
          </p:cNvSpPr>
          <p:nvPr>
            <p:ph type="title"/>
          </p:nvPr>
        </p:nvSpPr>
        <p:spPr/>
        <p:txBody>
          <a:bodyPr/>
          <a:lstStyle/>
          <a:p>
            <a:r>
              <a:rPr lang="en-GB" sz="2600" b="1" dirty="0">
                <a:latin typeface="Calibri"/>
              </a:rPr>
              <a:t>Jacobi method</a:t>
            </a:r>
            <a:endParaRPr sz="2600" b="1" dirty="0">
              <a:latin typeface="Calibri"/>
            </a:endParaRPr>
          </a:p>
        </p:txBody>
      </p:sp>
      <p:pic>
        <p:nvPicPr>
          <p:cNvPr id="4" name="jacobi-sweep">
            <a:hlinkClick r:id="" action="ppaction://media"/>
            <a:extLst>
              <a:ext uri="{FF2B5EF4-FFF2-40B4-BE49-F238E27FC236}">
                <a16:creationId xmlns:a16="http://schemas.microsoft.com/office/drawing/2014/main" id="{C901A669-050F-0656-92FE-89F9DEBB33A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rcRect l="3377" r="7575" b="9223"/>
          <a:stretch>
            <a:fillRect/>
          </a:stretch>
        </p:blipFill>
        <p:spPr>
          <a:xfrm>
            <a:off x="262890" y="1454058"/>
            <a:ext cx="8618220" cy="2804160"/>
          </a:xfrm>
        </p:spPr>
      </p:pic>
      <p:sp>
        <p:nvSpPr>
          <p:cNvPr id="6" name="Tijdelijke aanduiding voor dianummer 5">
            <a:extLst>
              <a:ext uri="{FF2B5EF4-FFF2-40B4-BE49-F238E27FC236}">
                <a16:creationId xmlns:a16="http://schemas.microsoft.com/office/drawing/2014/main" id="{9FCB16B3-0018-7847-52BD-50969C47E98C}"/>
              </a:ext>
            </a:extLst>
          </p:cNvPr>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10</a:t>
            </a:fld>
            <a:endParaRPr lang="en-US"/>
          </a:p>
        </p:txBody>
      </p:sp>
    </p:spTree>
    <p:extLst>
      <p:ext uri="{BB962C8B-B14F-4D97-AF65-F5344CB8AC3E}">
        <p14:creationId xmlns:p14="http://schemas.microsoft.com/office/powerpoint/2010/main" val="406521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4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DE8F9-6F68-3EEB-0943-528C2F565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8FBA4-B6AC-AFA4-7AE5-EC7FBC8473B7}"/>
              </a:ext>
            </a:extLst>
          </p:cNvPr>
          <p:cNvSpPr>
            <a:spLocks noGrp="1"/>
          </p:cNvSpPr>
          <p:nvPr>
            <p:ph type="title"/>
          </p:nvPr>
        </p:nvSpPr>
        <p:spPr/>
        <p:txBody>
          <a:bodyPr/>
          <a:lstStyle/>
          <a:p>
            <a:r>
              <a:rPr lang="en-GB" sz="2600" b="1" dirty="0">
                <a:latin typeface="Calibri"/>
              </a:rPr>
              <a:t>Gauss-Seidel method</a:t>
            </a:r>
            <a:endParaRPr sz="2600" b="1" dirty="0">
              <a:latin typeface="Calibri"/>
            </a:endParaRPr>
          </a:p>
        </p:txBody>
      </p:sp>
      <mc:AlternateContent xmlns:mc="http://schemas.openxmlformats.org/markup-compatibility/2006">
        <mc:Choice xmlns:a14="http://schemas.microsoft.com/office/drawing/2010/main" Requires="a14">
          <p:sp>
            <p:nvSpPr>
              <p:cNvPr id="3" name="Tijdelijke aanduiding voor inhoud 2">
                <a:extLst>
                  <a:ext uri="{FF2B5EF4-FFF2-40B4-BE49-F238E27FC236}">
                    <a16:creationId xmlns:a16="http://schemas.microsoft.com/office/drawing/2014/main" id="{7A34600D-FF2F-84CA-42A2-88972CA1D819}"/>
                  </a:ext>
                </a:extLst>
              </p:cNvPr>
              <p:cNvSpPr>
                <a:spLocks noGrp="1"/>
              </p:cNvSpPr>
              <p:nvPr>
                <p:ph idx="1"/>
              </p:nvPr>
            </p:nvSpPr>
            <p:spPr/>
            <p:txBody>
              <a:bodyPr/>
              <a:lstStyle/>
              <a:p>
                <a:r>
                  <a:rPr lang="en-GB" dirty="0"/>
                  <a:t>Gauss-Seidel is essentially the same but now you use the already computed values.</a:t>
                </a:r>
              </a:p>
              <a:p>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p>
                      </m:sSup>
                      <m:r>
                        <a:rPr lang="en-GB" b="0" i="1" smtClean="0">
                          <a:latin typeface="Cambria Math" panose="02040503050406030204" pitchFamily="18" charset="0"/>
                        </a:rPr>
                        <m:t>=</m:t>
                      </m:r>
                      <m:sSup>
                        <m:sSupPr>
                          <m:ctrlPr>
                            <a:rPr lang="en-GB" b="0" i="0" smtClean="0">
                              <a:latin typeface="Cambria Math" panose="02040503050406030204" pitchFamily="18" charset="0"/>
                            </a:rPr>
                          </m:ctrlPr>
                        </m:sSupPr>
                        <m:e>
                          <m:d>
                            <m:dPr>
                              <m:ctrlPr>
                                <a:rPr lang="en-GB" b="0" i="0" smtClean="0">
                                  <a:latin typeface="Cambria Math" panose="02040503050406030204" pitchFamily="18" charset="0"/>
                                </a:rPr>
                              </m:ctrlPr>
                            </m:dPr>
                            <m:e>
                              <m:r>
                                <m:rPr>
                                  <m:sty m:val="p"/>
                                </m:rPr>
                                <a:rPr lang="en-GB" b="0" i="0" smtClean="0">
                                  <a:latin typeface="Cambria Math" panose="02040503050406030204" pitchFamily="18" charset="0"/>
                                </a:rPr>
                                <m:t>D</m:t>
                              </m:r>
                              <m:r>
                                <a:rPr lang="en-GB" b="0" i="0" smtClean="0">
                                  <a:latin typeface="Cambria Math" panose="02040503050406030204" pitchFamily="18" charset="0"/>
                                </a:rPr>
                                <m:t>+</m:t>
                              </m:r>
                              <m:r>
                                <m:rPr>
                                  <m:sty m:val="p"/>
                                </m:rPr>
                                <a:rPr lang="en-GB" b="0" i="0" smtClean="0">
                                  <a:latin typeface="Cambria Math" panose="02040503050406030204" pitchFamily="18" charset="0"/>
                                </a:rPr>
                                <m:t>L</m:t>
                              </m:r>
                            </m:e>
                          </m:d>
                        </m:e>
                        <m:sup>
                          <m:r>
                            <a:rPr lang="en-GB" b="0" i="0" smtClean="0">
                              <a:latin typeface="Cambria Math" panose="02040503050406030204" pitchFamily="18" charset="0"/>
                            </a:rPr>
                            <m:t>−1</m:t>
                          </m:r>
                        </m:sup>
                      </m:sSup>
                      <m:r>
                        <a:rPr lang="en-GB" b="0" i="0" smtClean="0">
                          <a:latin typeface="Cambria Math" panose="02040503050406030204" pitchFamily="18" charset="0"/>
                        </a:rPr>
                        <m:t>(</m:t>
                      </m:r>
                      <m:r>
                        <m:rPr>
                          <m:sty m:val="p"/>
                        </m:rPr>
                        <a:rPr lang="en-GB" b="0" i="0" smtClean="0">
                          <a:latin typeface="Cambria Math" panose="02040503050406030204" pitchFamily="18" charset="0"/>
                        </a:rPr>
                        <m:t>b</m:t>
                      </m:r>
                      <m:r>
                        <a:rPr lang="en-GB" b="0" i="0" smtClean="0">
                          <a:latin typeface="Cambria Math" panose="02040503050406030204" pitchFamily="18" charset="0"/>
                        </a:rPr>
                        <m:t>−</m:t>
                      </m:r>
                      <m:sSup>
                        <m:sSupPr>
                          <m:ctrlPr>
                            <a:rPr lang="en-GB" b="0" i="0" smtClean="0">
                              <a:latin typeface="Cambria Math" panose="02040503050406030204" pitchFamily="18" charset="0"/>
                            </a:rPr>
                          </m:ctrlPr>
                        </m:sSupPr>
                        <m:e>
                          <m:r>
                            <m:rPr>
                              <m:sty m:val="p"/>
                            </m:rPr>
                            <a:rPr lang="en-GB" b="0" i="0" smtClean="0">
                              <a:latin typeface="Cambria Math" panose="02040503050406030204" pitchFamily="18" charset="0"/>
                            </a:rPr>
                            <m:t>Ux</m:t>
                          </m:r>
                        </m:e>
                        <m:sup>
                          <m:r>
                            <a:rPr lang="en-GB" b="0" i="0" smtClean="0">
                              <a:latin typeface="Cambria Math" panose="02040503050406030204" pitchFamily="18" charset="0"/>
                            </a:rPr>
                            <m:t>(</m:t>
                          </m:r>
                          <m:r>
                            <m:rPr>
                              <m:sty m:val="p"/>
                            </m:rPr>
                            <a:rPr lang="en-GB" b="0" i="0" smtClean="0">
                              <a:latin typeface="Cambria Math" panose="02040503050406030204" pitchFamily="18" charset="0"/>
                            </a:rPr>
                            <m:t>t</m:t>
                          </m:r>
                          <m:r>
                            <a:rPr lang="en-GB" b="0" i="0" smtClean="0">
                              <a:latin typeface="Cambria Math" panose="02040503050406030204" pitchFamily="18" charset="0"/>
                            </a:rPr>
                            <m:t>)</m:t>
                          </m:r>
                        </m:sup>
                      </m:sSup>
                      <m:r>
                        <a:rPr lang="en-GB" b="0" i="0" smtClean="0">
                          <a:latin typeface="Cambria Math" panose="02040503050406030204" pitchFamily="18" charset="0"/>
                        </a:rPr>
                        <m:t>)</m:t>
                      </m:r>
                    </m:oMath>
                  </m:oMathPara>
                </a14:m>
                <a:endParaRPr lang="en-US" dirty="0"/>
              </a:p>
            </p:txBody>
          </p:sp>
        </mc:Choice>
        <mc:Fallback>
          <p:sp>
            <p:nvSpPr>
              <p:cNvPr id="3" name="Tijdelijke aanduiding voor inhoud 2">
                <a:extLst>
                  <a:ext uri="{FF2B5EF4-FFF2-40B4-BE49-F238E27FC236}">
                    <a16:creationId xmlns:a16="http://schemas.microsoft.com/office/drawing/2014/main" id="{7A34600D-FF2F-84CA-42A2-88972CA1D819}"/>
                  </a:ext>
                </a:extLst>
              </p:cNvPr>
              <p:cNvSpPr>
                <a:spLocks noGrp="1" noRot="1" noChangeAspect="1" noMove="1" noResize="1" noEditPoints="1" noAdjustHandles="1" noChangeArrowheads="1" noChangeShapeType="1" noTextEdit="1"/>
              </p:cNvSpPr>
              <p:nvPr>
                <p:ph idx="1"/>
              </p:nvPr>
            </p:nvSpPr>
            <p:spPr>
              <a:blipFill>
                <a:blip r:embed="rId5"/>
                <a:stretch>
                  <a:fillRect l="-1538" t="-2026"/>
                </a:stretch>
              </a:blipFill>
            </p:spPr>
            <p:txBody>
              <a:bodyPr/>
              <a:lstStyle/>
              <a:p>
                <a:r>
                  <a:rPr lang="en-US">
                    <a:noFill/>
                  </a:rPr>
                  <a:t> </a:t>
                </a:r>
              </a:p>
            </p:txBody>
          </p:sp>
        </mc:Fallback>
      </mc:AlternateContent>
      <p:sp>
        <p:nvSpPr>
          <p:cNvPr id="6" name="Tijdelijke aanduiding voor dianummer 5">
            <a:extLst>
              <a:ext uri="{FF2B5EF4-FFF2-40B4-BE49-F238E27FC236}">
                <a16:creationId xmlns:a16="http://schemas.microsoft.com/office/drawing/2014/main" id="{BB944586-20D7-49A8-F822-419053391186}"/>
              </a:ext>
            </a:extLst>
          </p:cNvPr>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11</a:t>
            </a:fld>
            <a:endParaRPr lang="en-US"/>
          </a:p>
        </p:txBody>
      </p:sp>
      <p:pic>
        <p:nvPicPr>
          <p:cNvPr id="4" name="Graphic 3" descr="Wipwap met effen opvulling">
            <a:extLst>
              <a:ext uri="{FF2B5EF4-FFF2-40B4-BE49-F238E27FC236}">
                <a16:creationId xmlns:a16="http://schemas.microsoft.com/office/drawing/2014/main" id="{C99955C5-ADD6-BCC2-E13E-F461B8F301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92836" y="0"/>
            <a:ext cx="914400" cy="914400"/>
          </a:xfrm>
          <a:prstGeom prst="rect">
            <a:avLst/>
          </a:prstGeom>
        </p:spPr>
      </p:pic>
      <p:pic>
        <p:nvPicPr>
          <p:cNvPr id="22" name="gauss-seidel-sweep">
            <a:hlinkClick r:id="" action="ppaction://media"/>
            <a:extLst>
              <a:ext uri="{FF2B5EF4-FFF2-40B4-BE49-F238E27FC236}">
                <a16:creationId xmlns:a16="http://schemas.microsoft.com/office/drawing/2014/main" id="{25F900F9-A7CD-2A36-FD9A-7A755BB8A291}"/>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l="2694" r="2627" b="8341"/>
          <a:stretch>
            <a:fillRect/>
          </a:stretch>
        </p:blipFill>
        <p:spPr>
          <a:xfrm>
            <a:off x="373380" y="1933485"/>
            <a:ext cx="8533856" cy="2636928"/>
          </a:xfrm>
          <a:prstGeom prst="rect">
            <a:avLst/>
          </a:prstGeom>
        </p:spPr>
      </p:pic>
    </p:spTree>
    <p:extLst>
      <p:ext uri="{BB962C8B-B14F-4D97-AF65-F5344CB8AC3E}">
        <p14:creationId xmlns:p14="http://schemas.microsoft.com/office/powerpoint/2010/main" val="69688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440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2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22"/>
                                        </p:tgtEl>
                                      </p:cBhvr>
                                    </p:cmd>
                                  </p:childTnLst>
                                </p:cTn>
                              </p:par>
                            </p:childTnLst>
                          </p:cTn>
                        </p:par>
                      </p:childTnLst>
                    </p:cTn>
                  </p:par>
                </p:childTnLst>
              </p:cTn>
              <p:nextCondLst>
                <p:cond evt="onClick" delay="0">
                  <p:tgtEl>
                    <p:spTgt spid="22"/>
                  </p:tgtEl>
                </p:cond>
              </p:nextCondLst>
            </p:seq>
            <p:video>
              <p:cMediaNode vol="80000">
                <p:cTn id="16" fill="hold" display="0">
                  <p:stCondLst>
                    <p:cond delay="indefinite"/>
                  </p:stCondLst>
                </p:cTn>
                <p:tgtEl>
                  <p:spTgt spid="22"/>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b="1" dirty="0">
                <a:latin typeface="Calibri"/>
              </a:rPr>
              <a:t>Conjugate gradient method</a:t>
            </a:r>
            <a:endParaRPr sz="2600" b="1" dirty="0">
              <a:latin typeface="Calibri"/>
            </a:endParaRPr>
          </a:p>
        </p:txBody>
      </p:sp>
      <mc:AlternateContent xmlns:mc="http://schemas.openxmlformats.org/markup-compatibility/2006">
        <mc:Choice xmlns:a14="http://schemas.microsoft.com/office/drawing/2010/main" Requires="a14">
          <p:sp>
            <p:nvSpPr>
              <p:cNvPr id="3" name="Tijdelijke aanduiding voor inhoud 2">
                <a:extLst>
                  <a:ext uri="{FF2B5EF4-FFF2-40B4-BE49-F238E27FC236}">
                    <a16:creationId xmlns:a16="http://schemas.microsoft.com/office/drawing/2014/main" id="{2E202ECF-003B-64D8-7712-B7D4E0EB8AFC}"/>
                  </a:ext>
                </a:extLst>
              </p:cNvPr>
              <p:cNvSpPr>
                <a:spLocks noGrp="1"/>
              </p:cNvSpPr>
              <p:nvPr>
                <p:ph idx="1"/>
              </p:nvPr>
            </p:nvSpPr>
            <p:spPr/>
            <p:txBody>
              <a:bodyPr/>
              <a:lstStyle/>
              <a:p>
                <a:r>
                  <a:rPr lang="en-GB" dirty="0"/>
                  <a:t>Consider </a:t>
                </a: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𝑇</m:t>
                        </m:r>
                      </m:sup>
                    </m:sSup>
                    <m:r>
                      <a:rPr lang="en-GB" b="0" i="1" smtClean="0">
                        <a:latin typeface="Cambria Math" panose="02040503050406030204" pitchFamily="18" charset="0"/>
                      </a:rPr>
                      <m:t>𝐴𝑥</m:t>
                    </m:r>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𝑇</m:t>
                        </m:r>
                      </m:sup>
                    </m:sSup>
                    <m:r>
                      <a:rPr lang="en-GB" b="0" i="1" smtClean="0">
                        <a:latin typeface="Cambria Math" panose="02040503050406030204" pitchFamily="18" charset="0"/>
                      </a:rPr>
                      <m:t>𝑥</m:t>
                    </m:r>
                  </m:oMath>
                </a14:m>
                <a:r>
                  <a:rPr lang="en-US" dirty="0"/>
                  <a:t>, which will be minimal when its derivative, </a:t>
                </a:r>
                <a14:m>
                  <m:oMath xmlns:m="http://schemas.openxmlformats.org/officeDocument/2006/math">
                    <m:r>
                      <a:rPr lang="en-GB" b="0" i="0" smtClean="0">
                        <a:latin typeface="Cambria Math" panose="02040503050406030204" pitchFamily="18" charset="0"/>
                      </a:rPr>
                      <m:t>2</m:t>
                    </m:r>
                    <m:r>
                      <a:rPr lang="en-GB" b="0" i="1" smtClean="0">
                        <a:latin typeface="Cambria Math" panose="02040503050406030204" pitchFamily="18" charset="0"/>
                      </a:rPr>
                      <m:t>𝐴𝑥</m:t>
                    </m:r>
                    <m:r>
                      <a:rPr lang="en-GB" b="0" i="1" smtClean="0">
                        <a:latin typeface="Cambria Math" panose="02040503050406030204" pitchFamily="18" charset="0"/>
                      </a:rPr>
                      <m:t>−2</m:t>
                    </m:r>
                    <m:r>
                      <a:rPr lang="en-GB" b="0" i="1" smtClean="0">
                        <a:latin typeface="Cambria Math" panose="02040503050406030204" pitchFamily="18" charset="0"/>
                      </a:rPr>
                      <m:t>𝑏</m:t>
                    </m:r>
                  </m:oMath>
                </a14:m>
                <a:r>
                  <a:rPr lang="en-US" dirty="0"/>
                  <a:t>, is 0.</a:t>
                </a:r>
              </a:p>
              <a:p>
                <a:endParaRPr lang="en-US" dirty="0"/>
              </a:p>
              <a:p>
                <a:r>
                  <a:rPr lang="en-US" dirty="0"/>
                  <a:t>The simplest minimization method is greedy line search:</a:t>
                </a:r>
              </a:p>
              <a:p>
                <a:pPr marL="342900" indent="-342900">
                  <a:buFont typeface="Arial" panose="020B0604020202020204" pitchFamily="34" charset="0"/>
                  <a:buChar char="•"/>
                </a:pPr>
                <a:r>
                  <a:rPr lang="en-US" dirty="0"/>
                  <a:t>Start with an initial point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(0)</m:t>
                        </m:r>
                      </m:sup>
                    </m:sSup>
                  </m:oMath>
                </a14:m>
                <a:r>
                  <a:rPr lang="en-US" dirty="0"/>
                  <a:t> and initial residual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(0)</m:t>
                        </m:r>
                      </m:sup>
                    </m:sSup>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𝐴</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d>
                          <m:dPr>
                            <m:ctrlPr>
                              <a:rPr lang="en-GB" b="0" i="1" smtClean="0">
                                <a:latin typeface="Cambria Math" panose="02040503050406030204" pitchFamily="18" charset="0"/>
                              </a:rPr>
                            </m:ctrlPr>
                          </m:dPr>
                          <m:e>
                            <m:r>
                              <a:rPr lang="en-GB" b="0" i="1" smtClean="0">
                                <a:latin typeface="Cambria Math" panose="02040503050406030204" pitchFamily="18" charset="0"/>
                              </a:rPr>
                              <m:t>0</m:t>
                            </m:r>
                          </m:e>
                        </m:d>
                      </m:sup>
                    </m:sSup>
                  </m:oMath>
                </a14:m>
                <a:r>
                  <a:rPr lang="en-US" dirty="0"/>
                  <a:t>.</a:t>
                </a:r>
              </a:p>
              <a:p>
                <a:pPr marL="342900" indent="-342900">
                  <a:buFont typeface="Arial" panose="020B0604020202020204" pitchFamily="34" charset="0"/>
                  <a:buChar char="•"/>
                </a:pPr>
                <a:r>
                  <a:rPr lang="en-US" dirty="0"/>
                  <a:t>Pick a direction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𝑠</m:t>
                        </m:r>
                      </m:e>
                      <m:sub>
                        <m:r>
                          <a:rPr lang="en-GB" b="0" i="1" smtClean="0">
                            <a:latin typeface="Cambria Math" panose="02040503050406030204" pitchFamily="18" charset="0"/>
                          </a:rPr>
                          <m:t>0</m:t>
                        </m:r>
                      </m:sub>
                    </m:sSub>
                  </m:oMath>
                </a14:m>
                <a:r>
                  <a:rPr lang="en-US" dirty="0"/>
                  <a:t> and compute step size: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0</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𝑠</m:t>
                            </m:r>
                          </m:e>
                          <m:sub>
                            <m:r>
                              <a:rPr lang="en-GB" b="0" i="1" smtClean="0">
                                <a:latin typeface="Cambria Math" panose="02040503050406030204" pitchFamily="18" charset="0"/>
                              </a:rPr>
                              <m:t>0</m:t>
                            </m:r>
                          </m:sub>
                          <m:sup>
                            <m:r>
                              <a:rPr lang="en-GB" b="0" i="1" smtClean="0">
                                <a:latin typeface="Cambria Math" panose="02040503050406030204" pitchFamily="18" charset="0"/>
                              </a:rPr>
                              <m:t>𝑇</m:t>
                            </m:r>
                          </m:sup>
                        </m:sSubSup>
                        <m:d>
                          <m:dPr>
                            <m:ctrlPr>
                              <a:rPr lang="en-GB" b="0" i="1" smtClean="0">
                                <a:latin typeface="Cambria Math" panose="02040503050406030204" pitchFamily="18" charset="0"/>
                              </a:rPr>
                            </m:ctrlPr>
                          </m:dPr>
                          <m:e>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𝐴</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(0)</m:t>
                                </m:r>
                              </m:sup>
                            </m:sSup>
                          </m:e>
                        </m:d>
                      </m:num>
                      <m:den>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𝑠</m:t>
                            </m:r>
                          </m:e>
                          <m:sub>
                            <m:r>
                              <a:rPr lang="en-GB" b="0" i="1" smtClean="0">
                                <a:latin typeface="Cambria Math" panose="02040503050406030204" pitchFamily="18" charset="0"/>
                              </a:rPr>
                              <m:t>0</m:t>
                            </m:r>
                          </m:sub>
                          <m:sup>
                            <m:r>
                              <a:rPr lang="en-GB" b="0" i="1" smtClean="0">
                                <a:latin typeface="Cambria Math" panose="02040503050406030204" pitchFamily="18" charset="0"/>
                              </a:rPr>
                              <m:t>𝑇</m:t>
                            </m:r>
                          </m:sup>
                        </m:sSubSup>
                        <m:r>
                          <a:rPr lang="en-GB" b="0" i="1" smtClean="0">
                            <a:latin typeface="Cambria Math" panose="02040503050406030204" pitchFamily="18" charset="0"/>
                          </a:rPr>
                          <m:t>𝐴</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𝑠</m:t>
                            </m:r>
                          </m:e>
                          <m:sub>
                            <m:r>
                              <a:rPr lang="en-GB" b="0" i="1" smtClean="0">
                                <a:latin typeface="Cambria Math" panose="02040503050406030204" pitchFamily="18" charset="0"/>
                              </a:rPr>
                              <m:t>0</m:t>
                            </m:r>
                          </m:sub>
                        </m:sSub>
                      </m:den>
                    </m:f>
                  </m:oMath>
                </a14:m>
                <a:endParaRPr lang="en-GB" b="0" dirty="0"/>
              </a:p>
              <a:p>
                <a:pPr marL="342900" indent="-342900">
                  <a:buFont typeface="Arial" panose="020B0604020202020204" pitchFamily="34" charset="0"/>
                  <a:buChar char="•"/>
                </a:pPr>
                <a:r>
                  <a:rPr lang="en-US" dirty="0"/>
                  <a:t>Update point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(1)</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(0)</m:t>
                        </m:r>
                      </m:sup>
                    </m:sSup>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0</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𝑠</m:t>
                        </m:r>
                      </m:e>
                      <m:sub>
                        <m:r>
                          <a:rPr lang="en-GB" b="0" i="1" smtClean="0">
                            <a:latin typeface="Cambria Math" panose="02040503050406030204" pitchFamily="18" charset="0"/>
                          </a:rPr>
                          <m:t>0</m:t>
                        </m:r>
                      </m:sub>
                    </m:sSub>
                  </m:oMath>
                </a14:m>
                <a:endParaRPr lang="en-GB" b="0" dirty="0"/>
              </a:p>
              <a:p>
                <a:pPr marL="342900" indent="-342900">
                  <a:buFont typeface="Arial" panose="020B0604020202020204" pitchFamily="34" charset="0"/>
                  <a:buChar char="•"/>
                </a:pPr>
                <a:r>
                  <a:rPr lang="en-US" dirty="0"/>
                  <a:t>Update residual: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(1)</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(0)</m:t>
                        </m:r>
                      </m:sup>
                    </m:sSup>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0</m:t>
                        </m:r>
                      </m:sub>
                    </m:sSub>
                    <m:r>
                      <a:rPr lang="en-GB" b="0" i="1" smtClean="0">
                        <a:latin typeface="Cambria Math" panose="02040503050406030204" pitchFamily="18" charset="0"/>
                      </a:rPr>
                      <m:t>𝐴</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𝑠</m:t>
                        </m:r>
                      </m:e>
                      <m:sub>
                        <m:r>
                          <a:rPr lang="en-GB" b="0" i="1" smtClean="0">
                            <a:latin typeface="Cambria Math" panose="02040503050406030204" pitchFamily="18" charset="0"/>
                          </a:rPr>
                          <m:t>0</m:t>
                        </m:r>
                      </m:sub>
                    </m:sSub>
                  </m:oMath>
                </a14:m>
                <a:endParaRPr lang="en-US" dirty="0"/>
              </a:p>
              <a:p>
                <a:pPr marL="342900" indent="-342900">
                  <a:buFont typeface="Arial" panose="020B0604020202020204" pitchFamily="34" charset="0"/>
                  <a:buChar char="•"/>
                </a:pPr>
                <a:r>
                  <a:rPr lang="en-US" dirty="0"/>
                  <a:t>Repeat until convergence.</a:t>
                </a:r>
              </a:p>
              <a:p>
                <a:endParaRPr lang="en-US" dirty="0"/>
              </a:p>
              <a:p>
                <a:endParaRPr lang="en-US" dirty="0"/>
              </a:p>
            </p:txBody>
          </p:sp>
        </mc:Choice>
        <mc:Fallback>
          <p:sp>
            <p:nvSpPr>
              <p:cNvPr id="3" name="Tijdelijke aanduiding voor inhoud 2">
                <a:extLst>
                  <a:ext uri="{FF2B5EF4-FFF2-40B4-BE49-F238E27FC236}">
                    <a16:creationId xmlns:a16="http://schemas.microsoft.com/office/drawing/2014/main" id="{2E202ECF-003B-64D8-7712-B7D4E0EB8AFC}"/>
                  </a:ext>
                </a:extLst>
              </p:cNvPr>
              <p:cNvSpPr>
                <a:spLocks noGrp="1" noRot="1" noChangeAspect="1" noMove="1" noResize="1" noEditPoints="1" noAdjustHandles="1" noChangeArrowheads="1" noChangeShapeType="1" noTextEdit="1"/>
              </p:cNvSpPr>
              <p:nvPr>
                <p:ph idx="1"/>
              </p:nvPr>
            </p:nvSpPr>
            <p:spPr>
              <a:blipFill>
                <a:blip r:embed="rId3"/>
                <a:stretch>
                  <a:fillRect l="-1538" t="-2026"/>
                </a:stretch>
              </a:blipFill>
            </p:spPr>
            <p:txBody>
              <a:bodyPr/>
              <a:lstStyle/>
              <a:p>
                <a:r>
                  <a:rPr lang="en-US">
                    <a:noFill/>
                  </a:rPr>
                  <a:t> </a:t>
                </a:r>
              </a:p>
            </p:txBody>
          </p:sp>
        </mc:Fallback>
      </mc:AlternateContent>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BD927-3295-1DC6-B874-E12016E6C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DAD04-B6E6-4FEA-3842-1DB3166B6CBF}"/>
              </a:ext>
            </a:extLst>
          </p:cNvPr>
          <p:cNvSpPr>
            <a:spLocks noGrp="1"/>
          </p:cNvSpPr>
          <p:nvPr>
            <p:ph type="title"/>
          </p:nvPr>
        </p:nvSpPr>
        <p:spPr/>
        <p:txBody>
          <a:bodyPr/>
          <a:lstStyle/>
          <a:p>
            <a:r>
              <a:rPr lang="en-GB" sz="2600" b="1" dirty="0">
                <a:latin typeface="Calibri"/>
              </a:rPr>
              <a:t>Conjugate gradient method</a:t>
            </a:r>
            <a:endParaRPr sz="2600" b="1" dirty="0">
              <a:latin typeface="Calibri"/>
            </a:endParaRPr>
          </a:p>
        </p:txBody>
      </p:sp>
      <mc:AlternateContent xmlns:mc="http://schemas.openxmlformats.org/markup-compatibility/2006" xmlns:a14="http://schemas.microsoft.com/office/drawing/2010/main">
        <mc:Choice Requires="a14">
          <p:sp>
            <p:nvSpPr>
              <p:cNvPr id="3" name="Tijdelijke aanduiding voor inhoud 2">
                <a:extLst>
                  <a:ext uri="{FF2B5EF4-FFF2-40B4-BE49-F238E27FC236}">
                    <a16:creationId xmlns:a16="http://schemas.microsoft.com/office/drawing/2014/main" id="{9BFFE1CA-38DF-4812-FC26-1869C563F52B}"/>
                  </a:ext>
                </a:extLst>
              </p:cNvPr>
              <p:cNvSpPr>
                <a:spLocks noGrp="1"/>
              </p:cNvSpPr>
              <p:nvPr>
                <p:ph idx="1"/>
              </p:nvPr>
            </p:nvSpPr>
            <p:spPr/>
            <p:txBody>
              <a:bodyPr/>
              <a:lstStyle/>
              <a:p>
                <a:r>
                  <a:rPr lang="en-GB" dirty="0"/>
                  <a:t>The directions are chosen to be conjugate with respect to </a:t>
                </a:r>
                <a14:m>
                  <m:oMath xmlns:m="http://schemas.openxmlformats.org/officeDocument/2006/math">
                    <m:r>
                      <a:rPr lang="en-GB" b="0" i="1" smtClean="0">
                        <a:latin typeface="Cambria Math" panose="02040503050406030204" pitchFamily="18" charset="0"/>
                      </a:rPr>
                      <m:t>𝐴</m:t>
                    </m:r>
                  </m:oMath>
                </a14:m>
                <a:r>
                  <a:rPr lang="en-US" dirty="0"/>
                  <a:t>.</a:t>
                </a:r>
              </a:p>
              <a:p>
                <a:endParaRPr lang="en-US" dirty="0"/>
              </a:p>
              <a:p>
                <a:endParaRPr lang="en-US" dirty="0"/>
              </a:p>
            </p:txBody>
          </p:sp>
        </mc:Choice>
        <mc:Fallback xmlns="">
          <p:sp>
            <p:nvSpPr>
              <p:cNvPr id="3" name="Tijdelijke aanduiding voor inhoud 2">
                <a:extLst>
                  <a:ext uri="{FF2B5EF4-FFF2-40B4-BE49-F238E27FC236}">
                    <a16:creationId xmlns:a16="http://schemas.microsoft.com/office/drawing/2014/main" id="{9BFFE1CA-38DF-4812-FC26-1869C563F52B}"/>
                  </a:ext>
                </a:extLst>
              </p:cNvPr>
              <p:cNvSpPr>
                <a:spLocks noGrp="1" noRot="1" noChangeAspect="1" noMove="1" noResize="1" noEditPoints="1" noAdjustHandles="1" noChangeArrowheads="1" noChangeShapeType="1" noTextEdit="1"/>
              </p:cNvSpPr>
              <p:nvPr>
                <p:ph idx="1"/>
              </p:nvPr>
            </p:nvSpPr>
            <p:spPr>
              <a:blipFill>
                <a:blip r:embed="rId5"/>
                <a:stretch>
                  <a:fillRect l="-1538" t="-2026"/>
                </a:stretch>
              </a:blipFill>
            </p:spPr>
            <p:txBody>
              <a:bodyPr/>
              <a:lstStyle/>
              <a:p>
                <a:r>
                  <a:rPr lang="en-US">
                    <a:noFill/>
                  </a:rPr>
                  <a:t> </a:t>
                </a:r>
              </a:p>
            </p:txBody>
          </p:sp>
        </mc:Fallback>
      </mc:AlternateContent>
      <p:sp>
        <p:nvSpPr>
          <p:cNvPr id="6" name="Tijdelijke aanduiding voor dianummer 5">
            <a:extLst>
              <a:ext uri="{FF2B5EF4-FFF2-40B4-BE49-F238E27FC236}">
                <a16:creationId xmlns:a16="http://schemas.microsoft.com/office/drawing/2014/main" id="{973F8054-8591-482F-C065-850D5D30AB98}"/>
              </a:ext>
            </a:extLst>
          </p:cNvPr>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13</a:t>
            </a:fld>
            <a:endParaRPr lang="en-US"/>
          </a:p>
        </p:txBody>
      </p:sp>
      <p:pic>
        <p:nvPicPr>
          <p:cNvPr id="5" name="conjugate-gradients">
            <a:hlinkClick r:id="" action="ppaction://media"/>
            <a:extLst>
              <a:ext uri="{FF2B5EF4-FFF2-40B4-BE49-F238E27FC236}">
                <a16:creationId xmlns:a16="http://schemas.microsoft.com/office/drawing/2014/main" id="{A07E0FE2-1D39-55C3-331C-97D5065C47C5}"/>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t="15063" b="10720"/>
          <a:stretch>
            <a:fillRect/>
          </a:stretch>
        </p:blipFill>
        <p:spPr>
          <a:xfrm>
            <a:off x="610100" y="1727905"/>
            <a:ext cx="7826571" cy="2842508"/>
          </a:xfrm>
          <a:prstGeom prst="rect">
            <a:avLst/>
          </a:prstGeom>
        </p:spPr>
      </p:pic>
    </p:spTree>
    <p:extLst>
      <p:ext uri="{BB962C8B-B14F-4D97-AF65-F5344CB8AC3E}">
        <p14:creationId xmlns:p14="http://schemas.microsoft.com/office/powerpoint/2010/main" val="285479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5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a:latin typeface="Calibri"/>
              </a:rPr>
              <a:t>Experiment</a:t>
            </a:r>
            <a:endParaRPr sz="2600" b="1" dirty="0">
              <a:latin typeface="Calibri"/>
            </a:endParaRPr>
          </a:p>
        </p:txBody>
      </p:sp>
      <mc:AlternateContent xmlns:mc="http://schemas.openxmlformats.org/markup-compatibility/2006">
        <mc:Choice xmlns:a14="http://schemas.microsoft.com/office/drawing/2010/main" Requires="a14">
          <p:sp>
            <p:nvSpPr>
              <p:cNvPr id="11" name="Tijdelijke aanduiding voor inhoud 10">
                <a:extLst>
                  <a:ext uri="{FF2B5EF4-FFF2-40B4-BE49-F238E27FC236}">
                    <a16:creationId xmlns:a16="http://schemas.microsoft.com/office/drawing/2014/main" id="{208AC068-79AC-8246-CE28-EF9AF4B46612}"/>
                  </a:ext>
                </a:extLst>
              </p:cNvPr>
              <p:cNvSpPr>
                <a:spLocks noGrp="1"/>
              </p:cNvSpPr>
              <p:nvPr>
                <p:ph idx="1"/>
              </p:nvPr>
            </p:nvSpPr>
            <p:spPr>
              <a:xfrm>
                <a:off x="610100" y="1260000"/>
                <a:ext cx="3245620" cy="3310413"/>
              </a:xfrm>
            </p:spPr>
            <p:txBody>
              <a:bodyPr/>
              <a:lstStyle/>
              <a:p>
                <a:pPr marL="285750" indent="-285750">
                  <a:buFont typeface="Arial" panose="020B0604020202020204" pitchFamily="34" charset="0"/>
                  <a:buChar char="•"/>
                </a:pPr>
                <a:r>
                  <a:rPr lang="en-GB" dirty="0"/>
                  <a:t>24 x 24 grid tiling</a:t>
                </a:r>
              </a:p>
              <a:p>
                <a:pPr marL="285750" indent="-285750">
                  <a:buFont typeface="Arial" panose="020B0604020202020204" pitchFamily="34" charset="0"/>
                  <a:buChar char="•"/>
                </a:pP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=576</m:t>
                    </m:r>
                  </m:oMath>
                </a14:m>
                <a:endParaRPr lang="en-US" dirty="0"/>
              </a:p>
              <a:p>
                <a:pPr marL="285750" indent="-285750">
                  <a:buFont typeface="Arial" panose="020B0604020202020204" pitchFamily="34" charset="0"/>
                  <a:buChar char="•"/>
                </a:pPr>
                <a14:m>
                  <m:oMath xmlns:m="http://schemas.openxmlformats.org/officeDocument/2006/math">
                    <m:r>
                      <a:rPr lang="en-GB" b="0" i="1" smtClean="0">
                        <a:latin typeface="Cambria Math" panose="02040503050406030204" pitchFamily="18" charset="0"/>
                      </a:rPr>
                      <m:t>𝑐</m:t>
                    </m:r>
                    <m:r>
                      <a:rPr lang="en-GB" b="0" i="1" smtClean="0">
                        <a:latin typeface="Cambria Math" panose="02040503050406030204" pitchFamily="18" charset="0"/>
                      </a:rPr>
                      <m:t>=0.4</m:t>
                    </m:r>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CG requires fewer iterations.</a:t>
                </a:r>
              </a:p>
              <a:p>
                <a:endParaRPr lang="en-US" dirty="0"/>
              </a:p>
            </p:txBody>
          </p:sp>
        </mc:Choice>
        <mc:Fallback>
          <p:sp>
            <p:nvSpPr>
              <p:cNvPr id="11" name="Tijdelijke aanduiding voor inhoud 10">
                <a:extLst>
                  <a:ext uri="{FF2B5EF4-FFF2-40B4-BE49-F238E27FC236}">
                    <a16:creationId xmlns:a16="http://schemas.microsoft.com/office/drawing/2014/main" id="{208AC068-79AC-8246-CE28-EF9AF4B46612}"/>
                  </a:ext>
                </a:extLst>
              </p:cNvPr>
              <p:cNvSpPr>
                <a:spLocks noGrp="1" noRot="1" noChangeAspect="1" noMove="1" noResize="1" noEditPoints="1" noAdjustHandles="1" noChangeArrowheads="1" noChangeShapeType="1" noTextEdit="1"/>
              </p:cNvSpPr>
              <p:nvPr>
                <p:ph idx="1"/>
              </p:nvPr>
            </p:nvSpPr>
            <p:spPr>
              <a:xfrm>
                <a:off x="610100" y="1260000"/>
                <a:ext cx="3245620" cy="3310413"/>
              </a:xfrm>
              <a:blipFill>
                <a:blip r:embed="rId3"/>
                <a:stretch>
                  <a:fillRect l="-3565" t="-2026"/>
                </a:stretch>
              </a:blipFill>
            </p:spPr>
            <p:txBody>
              <a:bodyPr/>
              <a:lstStyle/>
              <a:p>
                <a:r>
                  <a:rPr lang="en-US">
                    <a:noFill/>
                  </a:rPr>
                  <a:t> </a:t>
                </a:r>
              </a:p>
            </p:txBody>
          </p:sp>
        </mc:Fallback>
      </mc:AlternateContent>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14</a:t>
            </a:fld>
            <a:endParaRPr lang="en-US"/>
          </a:p>
        </p:txBody>
      </p:sp>
      <p:pic>
        <p:nvPicPr>
          <p:cNvPr id="9" name="Picture 8" descr="image.png"/>
          <p:cNvPicPr>
            <a:picLocks noChangeAspect="1"/>
          </p:cNvPicPr>
          <p:nvPr/>
        </p:nvPicPr>
        <p:blipFill>
          <a:blip r:embed="rId4"/>
          <a:srcRect t="7110"/>
          <a:stretch>
            <a:fillRect/>
          </a:stretch>
        </p:blipFill>
        <p:spPr>
          <a:xfrm>
            <a:off x="3515641" y="1152510"/>
            <a:ext cx="5298299" cy="3326463"/>
          </a:xfrm>
          <a:prstGeom prst="rect">
            <a:avLst/>
          </a:prstGeom>
        </p:spPr>
      </p:pic>
      <p:pic>
        <p:nvPicPr>
          <p:cNvPr id="10" name="Graphic 9" descr="Wipwap met effen opvulling">
            <a:extLst>
              <a:ext uri="{FF2B5EF4-FFF2-40B4-BE49-F238E27FC236}">
                <a16:creationId xmlns:a16="http://schemas.microsoft.com/office/drawing/2014/main" id="{F35F9AA0-83D4-CAE2-52EE-6366A1C2BC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74800" y="87028"/>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D7113-C19B-9B1C-FE3F-97E099816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18309-16BB-DBB0-7FEC-4C315985C3B5}"/>
              </a:ext>
            </a:extLst>
          </p:cNvPr>
          <p:cNvSpPr>
            <a:spLocks noGrp="1"/>
          </p:cNvSpPr>
          <p:nvPr>
            <p:ph type="title"/>
          </p:nvPr>
        </p:nvSpPr>
        <p:spPr>
          <a:xfrm>
            <a:off x="612648" y="475488"/>
            <a:ext cx="7918704" cy="548640"/>
          </a:xfrm>
        </p:spPr>
        <p:txBody>
          <a:bodyPr/>
          <a:lstStyle/>
          <a:p>
            <a:r>
              <a:rPr lang="en-GB" sz="2600" b="1" dirty="0">
                <a:solidFill>
                  <a:srgbClr val="FFFFFF"/>
                </a:solidFill>
                <a:latin typeface="Calibri"/>
              </a:rPr>
              <a:t>3. Probabilistic</a:t>
            </a:r>
            <a:r>
              <a:rPr sz="2600" b="1" dirty="0">
                <a:solidFill>
                  <a:srgbClr val="FFFFFF"/>
                </a:solidFill>
                <a:latin typeface="Calibri"/>
              </a:rPr>
              <a:t> numerical approach</a:t>
            </a:r>
          </a:p>
        </p:txBody>
      </p:sp>
      <p:sp>
        <p:nvSpPr>
          <p:cNvPr id="4" name="Tijdelijke aanduiding voor dianummer 3">
            <a:extLst>
              <a:ext uri="{FF2B5EF4-FFF2-40B4-BE49-F238E27FC236}">
                <a16:creationId xmlns:a16="http://schemas.microsoft.com/office/drawing/2014/main" id="{56341FD4-B167-92D3-48D5-126857838A0E}"/>
              </a:ext>
            </a:extLst>
          </p:cNvPr>
          <p:cNvSpPr>
            <a:spLocks noGrp="1"/>
          </p:cNvSpPr>
          <p:nvPr>
            <p:ph type="sldNum" sz="quarter" idx="11"/>
          </p:nvPr>
        </p:nvSpPr>
        <p:spPr/>
        <p:txBody>
          <a:bodyPr/>
          <a:lstStyle/>
          <a:p>
            <a:fld id="{B7CEC10D-CD46-426F-915E-6C78530279CB}" type="slidenum">
              <a:rPr lang="en-US" smtClean="0"/>
              <a:pPr/>
              <a:t>15</a:t>
            </a:fld>
            <a:endParaRPr lang="en-US"/>
          </a:p>
        </p:txBody>
      </p:sp>
      <p:sp>
        <p:nvSpPr>
          <p:cNvPr id="6" name="Oval 5">
            <a:extLst>
              <a:ext uri="{FF2B5EF4-FFF2-40B4-BE49-F238E27FC236}">
                <a16:creationId xmlns:a16="http://schemas.microsoft.com/office/drawing/2014/main" id="{B84B2F09-C35E-2F7B-20F8-0C100EBD4368}"/>
              </a:ext>
            </a:extLst>
          </p:cNvPr>
          <p:cNvSpPr/>
          <p:nvPr/>
        </p:nvSpPr>
        <p:spPr>
          <a:xfrm>
            <a:off x="612000" y="1639411"/>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A</a:t>
            </a:r>
            <a:endParaRPr sz="1400" b="1" dirty="0">
              <a:solidFill>
                <a:srgbClr val="101073"/>
              </a:solidFill>
              <a:latin typeface="Calibri"/>
            </a:endParaRPr>
          </a:p>
        </p:txBody>
      </p:sp>
      <p:sp>
        <p:nvSpPr>
          <p:cNvPr id="7" name="TextBox 6">
            <a:extLst>
              <a:ext uri="{FF2B5EF4-FFF2-40B4-BE49-F238E27FC236}">
                <a16:creationId xmlns:a16="http://schemas.microsoft.com/office/drawing/2014/main" id="{9C6FFDAC-E19F-6597-92AD-A552DF8ACDD1}"/>
              </a:ext>
            </a:extLst>
          </p:cNvPr>
          <p:cNvSpPr txBox="1"/>
          <p:nvPr/>
        </p:nvSpPr>
        <p:spPr>
          <a:xfrm>
            <a:off x="1252080" y="1708324"/>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dirty="0" err="1">
                <a:solidFill>
                  <a:srgbClr val="FFFFFF"/>
                </a:solidFill>
                <a:latin typeface="Calibri"/>
              </a:rPr>
              <a:t>BayesCG</a:t>
            </a:r>
            <a:endParaRPr sz="1400" b="0" i="0" dirty="0">
              <a:solidFill>
                <a:srgbClr val="C9CDE8"/>
              </a:solidFill>
              <a:latin typeface="Calibri"/>
            </a:endParaRPr>
          </a:p>
        </p:txBody>
      </p:sp>
      <p:sp>
        <p:nvSpPr>
          <p:cNvPr id="8" name="Oval 7">
            <a:extLst>
              <a:ext uri="{FF2B5EF4-FFF2-40B4-BE49-F238E27FC236}">
                <a16:creationId xmlns:a16="http://schemas.microsoft.com/office/drawing/2014/main" id="{E705BDBE-573D-6F1B-E988-83F8279E61DF}"/>
              </a:ext>
            </a:extLst>
          </p:cNvPr>
          <p:cNvSpPr/>
          <p:nvPr/>
        </p:nvSpPr>
        <p:spPr>
          <a:xfrm>
            <a:off x="612000" y="2352643"/>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B</a:t>
            </a:r>
            <a:endParaRPr sz="1400" b="1" dirty="0">
              <a:solidFill>
                <a:srgbClr val="101073"/>
              </a:solidFill>
              <a:latin typeface="Calibri"/>
            </a:endParaRPr>
          </a:p>
        </p:txBody>
      </p:sp>
      <p:sp>
        <p:nvSpPr>
          <p:cNvPr id="9" name="TextBox 8">
            <a:extLst>
              <a:ext uri="{FF2B5EF4-FFF2-40B4-BE49-F238E27FC236}">
                <a16:creationId xmlns:a16="http://schemas.microsoft.com/office/drawing/2014/main" id="{30586C04-57E8-D0AC-28AF-14E81F476836}"/>
              </a:ext>
            </a:extLst>
          </p:cNvPr>
          <p:cNvSpPr txBox="1"/>
          <p:nvPr/>
        </p:nvSpPr>
        <p:spPr>
          <a:xfrm>
            <a:off x="1252080" y="2421556"/>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dirty="0">
                <a:solidFill>
                  <a:srgbClr val="FFFFFF"/>
                </a:solidFill>
                <a:latin typeface="Calibri"/>
              </a:rPr>
              <a:t>Uncertainty</a:t>
            </a:r>
            <a:endParaRPr sz="1400" b="0" i="0" dirty="0">
              <a:solidFill>
                <a:srgbClr val="C9CDE8"/>
              </a:solidFill>
              <a:latin typeface="Calibri"/>
            </a:endParaRPr>
          </a:p>
        </p:txBody>
      </p:sp>
    </p:spTree>
    <p:extLst>
      <p:ext uri="{BB962C8B-B14F-4D97-AF65-F5344CB8AC3E}">
        <p14:creationId xmlns:p14="http://schemas.microsoft.com/office/powerpoint/2010/main" val="4050334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dirty="0" err="1">
                <a:latin typeface="Calibri"/>
              </a:rPr>
              <a:t>BayesCG</a:t>
            </a:r>
            <a:endParaRPr sz="2600" b="1" dirty="0">
              <a:latin typeface="Calibri"/>
            </a:endParaRPr>
          </a:p>
        </p:txBody>
      </p:sp>
      <mc:AlternateContent xmlns:mc="http://schemas.openxmlformats.org/markup-compatibility/2006">
        <mc:Choice xmlns:a14="http://schemas.microsoft.com/office/drawing/2010/main" Requires="a14">
          <p:sp>
            <p:nvSpPr>
              <p:cNvPr id="4" name="Tijdelijke aanduiding voor inhoud 3">
                <a:extLst>
                  <a:ext uri="{FF2B5EF4-FFF2-40B4-BE49-F238E27FC236}">
                    <a16:creationId xmlns:a16="http://schemas.microsoft.com/office/drawing/2014/main" id="{6ECA2006-38E2-1759-671E-B0AA9EDE19E6}"/>
                  </a:ext>
                </a:extLst>
              </p:cNvPr>
              <p:cNvSpPr>
                <a:spLocks noGrp="1"/>
              </p:cNvSpPr>
              <p:nvPr>
                <p:ph idx="1"/>
              </p:nvPr>
            </p:nvSpPr>
            <p:spPr/>
            <p:txBody>
              <a:bodyPr/>
              <a:lstStyle/>
              <a:p>
                <a:r>
                  <a:rPr lang="en-GB" dirty="0"/>
                  <a:t>Put a prior distribution on the unknown: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𝒩</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 </m:t>
                        </m:r>
                      </m:e>
                      <m:e>
                        <m:r>
                          <a:rPr lang="en-GB" b="0" i="1" smtClean="0">
                            <a:latin typeface="Cambria Math" panose="02040503050406030204" pitchFamily="18" charset="0"/>
                            <a:ea typeface="Cambria Math" panose="02040503050406030204" pitchFamily="18" charset="0"/>
                          </a:rPr>
                          <m:t>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𝑥</m:t>
                            </m:r>
                          </m:e>
                          <m:sup>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0</m:t>
                                </m:r>
                              </m:e>
                            </m:d>
                          </m:sup>
                        </m:sSup>
                        <m:r>
                          <a:rPr lang="en-GB" b="0" i="1" smtClean="0">
                            <a:latin typeface="Cambria Math" panose="02040503050406030204" pitchFamily="18" charset="0"/>
                            <a:ea typeface="Cambria Math" panose="02040503050406030204" pitchFamily="18" charset="0"/>
                          </a:rPr>
                          <m:t>,</m:t>
                        </m:r>
                        <m:sSup>
                          <m:sSupPr>
                            <m:ctrlPr>
                              <a:rPr lang="en-GB" b="0" i="0" smtClean="0">
                                <a:latin typeface="Cambria Math" panose="02040503050406030204" pitchFamily="18" charset="0"/>
                                <a:ea typeface="Cambria Math" panose="02040503050406030204" pitchFamily="18" charset="0"/>
                              </a:rPr>
                            </m:ctrlPr>
                          </m:sSupPr>
                          <m:e>
                            <m:r>
                              <m:rPr>
                                <m:sty m:val="p"/>
                              </m:rPr>
                              <a:rPr lang="en-GB" b="0" i="0" smtClean="0">
                                <a:latin typeface="Cambria Math" panose="02040503050406030204" pitchFamily="18" charset="0"/>
                                <a:ea typeface="Cambria Math" panose="02040503050406030204" pitchFamily="18" charset="0"/>
                              </a:rPr>
                              <m:t>Σ</m:t>
                            </m:r>
                          </m:e>
                          <m:sup>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0</m:t>
                                </m:r>
                              </m:e>
                            </m:d>
                          </m:sup>
                        </m:sSup>
                      </m:e>
                    </m:d>
                  </m:oMath>
                </a14:m>
                <a:r>
                  <a:rPr lang="en-US" dirty="0"/>
                  <a:t>.</a:t>
                </a:r>
              </a:p>
              <a:p>
                <a:r>
                  <a:rPr lang="en-US" dirty="0"/>
                  <a:t>Now pick </a:t>
                </a:r>
                <a14:m>
                  <m:oMath xmlns:m="http://schemas.openxmlformats.org/officeDocument/2006/math">
                    <m:r>
                      <a:rPr lang="en-GB" b="0" i="1" smtClean="0">
                        <a:latin typeface="Cambria Math" panose="02040503050406030204" pitchFamily="18" charset="0"/>
                      </a:rPr>
                      <m:t>𝑚</m:t>
                    </m:r>
                  </m:oMath>
                </a14:m>
                <a:r>
                  <a:rPr lang="en-US" dirty="0"/>
                  <a:t> search directions </a:t>
                </a:r>
                <a14:m>
                  <m:oMath xmlns:m="http://schemas.openxmlformats.org/officeDocument/2006/math">
                    <m:r>
                      <a:rPr lang="en-GB" b="0" i="1" smtClean="0">
                        <a:latin typeface="Cambria Math" panose="02040503050406030204" pitchFamily="18" charset="0"/>
                      </a:rPr>
                      <m:t>𝑆</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𝑠</m:t>
                            </m:r>
                          </m:e>
                          <m:sub>
                            <m:r>
                              <a:rPr lang="en-GB" b="0" i="1" smtClean="0">
                                <a:latin typeface="Cambria Math" panose="02040503050406030204" pitchFamily="18" charset="0"/>
                              </a:rPr>
                              <m:t>1</m:t>
                            </m:r>
                          </m:sub>
                        </m:sSub>
                        <m:r>
                          <a:rPr lang="en-GB" b="0" i="1" smtClean="0">
                            <a:latin typeface="Cambria Math" panose="02040503050406030204" pitchFamily="18" charset="0"/>
                          </a:rPr>
                          <m:t> </m:t>
                        </m:r>
                        <m:r>
                          <a:rPr lang="en-US"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𝑠</m:t>
                            </m:r>
                          </m:e>
                          <m:sub>
                            <m:r>
                              <a:rPr lang="en-GB" b="0" i="1" smtClean="0">
                                <a:latin typeface="Cambria Math" panose="02040503050406030204" pitchFamily="18" charset="0"/>
                              </a:rPr>
                              <m:t>𝑚</m:t>
                            </m:r>
                          </m:sub>
                        </m:sSub>
                      </m:e>
                    </m:d>
                  </m:oMath>
                </a14:m>
                <a:r>
                  <a:rPr lang="en-US" dirty="0"/>
                  <a:t>.</a:t>
                </a:r>
              </a:p>
              <a:p>
                <a:r>
                  <a:rPr lang="en-US" dirty="0"/>
                  <a:t>Let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𝑗</m:t>
                        </m:r>
                      </m:sub>
                    </m:sSub>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𝑠</m:t>
                        </m:r>
                      </m:e>
                      <m:sub>
                        <m:r>
                          <a:rPr lang="en-GB" b="0" i="1" smtClean="0">
                            <a:latin typeface="Cambria Math" panose="02040503050406030204" pitchFamily="18" charset="0"/>
                          </a:rPr>
                          <m:t>𝑗</m:t>
                        </m:r>
                      </m:sub>
                      <m:sup>
                        <m:r>
                          <a:rPr lang="en-GB" b="0" i="1" smtClean="0">
                            <a:latin typeface="Cambria Math" panose="02040503050406030204" pitchFamily="18" charset="0"/>
                          </a:rPr>
                          <m:t>𝑇</m:t>
                        </m:r>
                      </m:sup>
                    </m:sSubSup>
                    <m:r>
                      <a:rPr lang="en-GB" b="0" i="1" smtClean="0">
                        <a:latin typeface="Cambria Math" panose="02040503050406030204" pitchFamily="18" charset="0"/>
                      </a:rPr>
                      <m:t>𝐴</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m:t>
                        </m:r>
                      </m:sup>
                    </m:sSup>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𝑠</m:t>
                        </m:r>
                      </m:e>
                      <m:sub>
                        <m:r>
                          <a:rPr lang="en-GB" b="0" i="1" smtClean="0">
                            <a:latin typeface="Cambria Math" panose="02040503050406030204" pitchFamily="18" charset="0"/>
                          </a:rPr>
                          <m:t>𝑗</m:t>
                        </m:r>
                      </m:sub>
                      <m:sup>
                        <m:r>
                          <a:rPr lang="en-GB" b="0" i="1" smtClean="0">
                            <a:latin typeface="Cambria Math" panose="02040503050406030204" pitchFamily="18" charset="0"/>
                          </a:rPr>
                          <m:t>𝑇</m:t>
                        </m:r>
                      </m:sup>
                    </m:sSubSup>
                    <m:r>
                      <a:rPr lang="en-GB" b="0" i="1" smtClean="0">
                        <a:latin typeface="Cambria Math" panose="02040503050406030204" pitchFamily="18" charset="0"/>
                      </a:rPr>
                      <m:t>𝑏</m:t>
                    </m:r>
                  </m:oMath>
                </a14:m>
                <a:r>
                  <a:rPr lang="en-US" dirty="0"/>
                  <a:t> for </a:t>
                </a:r>
                <a14:m>
                  <m:oMath xmlns:m="http://schemas.openxmlformats.org/officeDocument/2006/math">
                    <m:r>
                      <a:rPr lang="en-GB" b="0" i="1" smtClean="0">
                        <a:latin typeface="Cambria Math" panose="02040503050406030204" pitchFamily="18" charset="0"/>
                      </a:rPr>
                      <m:t>𝑗</m:t>
                    </m:r>
                    <m:r>
                      <a:rPr lang="en-GB" b="0" i="1" smtClean="0">
                        <a:latin typeface="Cambria Math" panose="02040503050406030204" pitchFamily="18" charset="0"/>
                      </a:rPr>
                      <m:t>=1,…</m:t>
                    </m:r>
                    <m:r>
                      <a:rPr lang="en-GB" b="0" i="1" smtClean="0">
                        <a:latin typeface="Cambria Math" panose="02040503050406030204" pitchFamily="18" charset="0"/>
                      </a:rPr>
                      <m:t>𝑚</m:t>
                    </m:r>
                  </m:oMath>
                </a14:m>
                <a:r>
                  <a:rPr lang="en-US" dirty="0"/>
                  <a:t>.</a:t>
                </a:r>
              </a:p>
              <a:p>
                <a:r>
                  <a:rPr lang="en-US" dirty="0"/>
                  <a:t>This is a Dirac likelihood, </a:t>
                </a: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𝑗</m:t>
                            </m:r>
                          </m:sub>
                        </m:sSub>
                      </m:e>
                      <m:e>
                        <m:r>
                          <a:rPr lang="en-GB" b="0" i="1" smtClean="0">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rPr>
                      <m:t>𝛿</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𝑗</m:t>
                            </m:r>
                          </m:sub>
                        </m:sSub>
                        <m:r>
                          <a:rPr lang="en-GB" b="0"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𝑠</m:t>
                            </m:r>
                          </m:e>
                          <m:sub>
                            <m:r>
                              <a:rPr lang="en-GB" b="0" i="1" smtClean="0">
                                <a:latin typeface="Cambria Math" panose="02040503050406030204" pitchFamily="18" charset="0"/>
                              </a:rPr>
                              <m:t>𝑗</m:t>
                            </m:r>
                          </m:sub>
                          <m:sup>
                            <m:r>
                              <a:rPr lang="en-GB" b="0" i="1" smtClean="0">
                                <a:latin typeface="Cambria Math" panose="02040503050406030204" pitchFamily="18" charset="0"/>
                              </a:rPr>
                              <m:t>𝑇</m:t>
                            </m:r>
                          </m:sup>
                        </m:sSubSup>
                        <m:r>
                          <a:rPr lang="en-GB" b="0" i="1" smtClean="0">
                            <a:latin typeface="Cambria Math" panose="02040503050406030204" pitchFamily="18" charset="0"/>
                          </a:rPr>
                          <m:t>𝐴𝑥</m:t>
                        </m:r>
                      </m:e>
                    </m:d>
                    <m:r>
                      <a:rPr lang="en-GB" b="0" i="1" smtClean="0">
                        <a:latin typeface="Cambria Math" panose="02040503050406030204" pitchFamily="18" charset="0"/>
                      </a:rPr>
                      <m:t>.</m:t>
                    </m:r>
                  </m:oMath>
                </a14:m>
                <a:endParaRPr lang="en-GB" b="0" dirty="0"/>
              </a:p>
              <a:p>
                <a:r>
                  <a:rPr lang="en-US" dirty="0"/>
                  <a:t>The posterior is then </a:t>
                </a:r>
              </a:p>
              <a:p>
                <a14:m>
                  <m:oMathPara xmlns:m="http://schemas.openxmlformats.org/officeDocument/2006/math">
                    <m:o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e>
                          <m:r>
                            <a:rPr lang="en-GB" b="0" i="1" smtClean="0">
                              <a:latin typeface="Cambria Math" panose="02040503050406030204" pitchFamily="18" charset="0"/>
                            </a:rPr>
                            <m:t>𝑧</m:t>
                          </m:r>
                        </m:e>
                      </m:d>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𝒩</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𝑥</m:t>
                          </m:r>
                        </m:e>
                        <m:e>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𝑥</m:t>
                              </m:r>
                            </m:e>
                            <m:sup>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𝑚</m:t>
                                  </m:r>
                                </m:e>
                              </m:d>
                            </m:sup>
                          </m:sSup>
                          <m:r>
                            <a:rPr lang="en-GB" b="0" i="1" smtClean="0">
                              <a:latin typeface="Cambria Math" panose="02040503050406030204" pitchFamily="18" charset="0"/>
                              <a:ea typeface="Cambria Math" panose="02040503050406030204" pitchFamily="18" charset="0"/>
                            </a:rPr>
                            <m:t>,</m:t>
                          </m:r>
                          <m:sSup>
                            <m:sSupPr>
                              <m:ctrlPr>
                                <a:rPr lang="en-GB" b="0" i="0" smtClean="0">
                                  <a:latin typeface="Cambria Math" panose="02040503050406030204" pitchFamily="18" charset="0"/>
                                  <a:ea typeface="Cambria Math" panose="02040503050406030204" pitchFamily="18" charset="0"/>
                                </a:rPr>
                              </m:ctrlPr>
                            </m:sSupPr>
                            <m:e>
                              <m:r>
                                <m:rPr>
                                  <m:sty m:val="p"/>
                                </m:rPr>
                                <a:rPr lang="en-GB" b="0" i="0" smtClean="0">
                                  <a:latin typeface="Cambria Math" panose="02040503050406030204" pitchFamily="18" charset="0"/>
                                  <a:ea typeface="Cambria Math" panose="02040503050406030204" pitchFamily="18" charset="0"/>
                                </a:rPr>
                                <m:t>Σ</m:t>
                              </m:r>
                            </m:e>
                            <m:sup>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𝑚</m:t>
                                  </m:r>
                                </m:e>
                              </m:d>
                            </m:sup>
                          </m:sSup>
                        </m:e>
                      </m:d>
                    </m:oMath>
                  </m:oMathPara>
                </a14:m>
                <a:endParaRPr lang="en-GB" b="0" dirty="0">
                  <a:ea typeface="Cambria Math" panose="02040503050406030204" pitchFamily="18" charset="0"/>
                </a:endParaRPr>
              </a:p>
              <a:p>
                <a:r>
                  <a:rPr lang="en-GB" b="0" dirty="0">
                    <a:ea typeface="Cambria Math" panose="02040503050406030204" pitchFamily="18" charset="0"/>
                  </a:rPr>
                  <a:t>whose parameters are an update to the prior’s</a:t>
                </a:r>
              </a:p>
              <a:p>
                <a14:m>
                  <m:oMathPara xmlns:m="http://schemas.openxmlformats.org/officeDocument/2006/math">
                    <m:oMath>
                      <m:sSup>
                        <m:sSupPr>
                          <m:ctrlPr>
                            <a:rPr lang="en-US" i="1"/>
                          </m:ctrlPr>
                        </m:sSupPr>
                        <m:e>
                          <m:r>
                            <a:rPr lang="en-US" i="1"/>
                            <m:t>𝑥</m:t>
                          </m:r>
                        </m:e>
                        <m:sup>
                          <m:r>
                            <a:rPr lang="en-US" i="1"/>
                            <m:t>(</m:t>
                          </m:r>
                          <m:r>
                            <a:rPr lang="en-US" i="1"/>
                            <m:t>𝑚</m:t>
                          </m:r>
                          <m:r>
                            <a:rPr lang="en-US" i="1"/>
                            <m:t>)</m:t>
                          </m:r>
                        </m:sup>
                      </m:sSup>
                      <m:r>
                        <m:rPr>
                          <m:aln/>
                        </m:rPr>
                        <a:rPr lang="en-US" i="1"/>
                        <m:t>=</m:t>
                      </m:r>
                      <m:sSup>
                        <m:sSupPr>
                          <m:ctrlPr>
                            <a:rPr lang="en-US" i="1"/>
                          </m:ctrlPr>
                        </m:sSupPr>
                        <m:e>
                          <m:r>
                            <a:rPr lang="en-US" i="1"/>
                            <m:t>𝑥</m:t>
                          </m:r>
                        </m:e>
                        <m:sup>
                          <m:d>
                            <m:dPr>
                              <m:ctrlPr>
                                <a:rPr lang="en-US" i="1"/>
                              </m:ctrlPr>
                            </m:dPr>
                            <m:e>
                              <m:r>
                                <a:rPr lang="en-US" i="1"/>
                                <m:t>0</m:t>
                              </m:r>
                            </m:e>
                          </m:d>
                        </m:sup>
                      </m:sSup>
                      <m:r>
                        <a:rPr lang="en-US" i="1"/>
                        <m:t>+</m:t>
                      </m:r>
                      <m:sSup>
                        <m:sSupPr>
                          <m:ctrlPr>
                            <a:rPr lang="en-US"/>
                          </m:ctrlPr>
                        </m:sSupPr>
                        <m:e>
                          <m:r>
                            <m:rPr>
                              <m:sty m:val="p"/>
                            </m:rPr>
                            <a:rPr lang="en-US"/>
                            <m:t>Σ</m:t>
                          </m:r>
                        </m:e>
                        <m:sup>
                          <m:d>
                            <m:dPr>
                              <m:ctrlPr>
                                <a:rPr lang="en-US" i="1"/>
                              </m:ctrlPr>
                            </m:dPr>
                            <m:e>
                              <m:r>
                                <a:rPr lang="en-US" i="1"/>
                                <m:t>0</m:t>
                              </m:r>
                            </m:e>
                          </m:d>
                        </m:sup>
                      </m:sSup>
                      <m:sSup>
                        <m:sSupPr>
                          <m:ctrlPr>
                            <a:rPr lang="en-US" i="1"/>
                          </m:ctrlPr>
                        </m:sSupPr>
                        <m:e>
                          <m:r>
                            <a:rPr lang="en-US" i="1"/>
                            <m:t>𝐴</m:t>
                          </m:r>
                        </m:e>
                        <m:sup>
                          <m:r>
                            <a:rPr lang="en-US" i="1"/>
                            <m:t>𝑇</m:t>
                          </m:r>
                        </m:sup>
                      </m:sSup>
                      <m:r>
                        <a:rPr lang="en-US" i="1"/>
                        <m:t>𝑆</m:t>
                      </m:r>
                      <m:r>
                        <a:rPr lang="en-US" i="1"/>
                        <m:t> </m:t>
                      </m:r>
                      <m:sSup>
                        <m:sSupPr>
                          <m:ctrlPr>
                            <a:rPr lang="en-US" i="1"/>
                          </m:ctrlPr>
                        </m:sSupPr>
                        <m:e>
                          <m:d>
                            <m:dPr>
                              <m:ctrlPr>
                                <a:rPr lang="en-US" i="1"/>
                              </m:ctrlPr>
                            </m:dPr>
                            <m:e>
                              <m:sSup>
                                <m:sSupPr>
                                  <m:ctrlPr>
                                    <a:rPr lang="en-US" i="1"/>
                                  </m:ctrlPr>
                                </m:sSupPr>
                                <m:e>
                                  <m:r>
                                    <a:rPr lang="en-US" i="1"/>
                                    <m:t>𝑆</m:t>
                                  </m:r>
                                </m:e>
                                <m:sup>
                                  <m:r>
                                    <a:rPr lang="en-US" i="1"/>
                                    <m:t>𝑇</m:t>
                                  </m:r>
                                </m:sup>
                              </m:sSup>
                              <m:r>
                                <a:rPr lang="en-US" i="1"/>
                                <m:t>𝐴</m:t>
                              </m:r>
                              <m:sSup>
                                <m:sSupPr>
                                  <m:ctrlPr>
                                    <a:rPr lang="en-US"/>
                                  </m:ctrlPr>
                                </m:sSupPr>
                                <m:e>
                                  <m:r>
                                    <m:rPr>
                                      <m:sty m:val="p"/>
                                    </m:rPr>
                                    <a:rPr lang="en-US"/>
                                    <m:t>Σ</m:t>
                                  </m:r>
                                </m:e>
                                <m:sup>
                                  <m:r>
                                    <a:rPr lang="en-US" i="1"/>
                                    <m:t>0</m:t>
                                  </m:r>
                                </m:sup>
                              </m:sSup>
                              <m:sSup>
                                <m:sSupPr>
                                  <m:ctrlPr>
                                    <a:rPr lang="en-US" i="1"/>
                                  </m:ctrlPr>
                                </m:sSupPr>
                                <m:e>
                                  <m:r>
                                    <a:rPr lang="en-US" i="1"/>
                                    <m:t>𝐴</m:t>
                                  </m:r>
                                </m:e>
                                <m:sup>
                                  <m:r>
                                    <a:rPr lang="en-US" i="1"/>
                                    <m:t>𝑇</m:t>
                                  </m:r>
                                </m:sup>
                              </m:sSup>
                              <m:r>
                                <a:rPr lang="en-US" i="1"/>
                                <m:t>𝑆</m:t>
                              </m:r>
                            </m:e>
                          </m:d>
                        </m:e>
                        <m:sup>
                          <m:r>
                            <a:rPr lang="en-US" i="1"/>
                            <m:t>−1</m:t>
                          </m:r>
                        </m:sup>
                      </m:sSup>
                      <m:sSup>
                        <m:sSupPr>
                          <m:ctrlPr>
                            <a:rPr lang="en-US" i="1"/>
                          </m:ctrlPr>
                        </m:sSupPr>
                        <m:e>
                          <m:r>
                            <a:rPr lang="en-US" i="1"/>
                            <m:t>𝑆</m:t>
                          </m:r>
                        </m:e>
                        <m:sup>
                          <m:r>
                            <a:rPr lang="en-US" i="1"/>
                            <m:t>𝑇</m:t>
                          </m:r>
                        </m:sup>
                      </m:sSup>
                      <m:d>
                        <m:dPr>
                          <m:ctrlPr>
                            <a:rPr lang="en-US" i="1"/>
                          </m:ctrlPr>
                        </m:dPr>
                        <m:e>
                          <m:r>
                            <a:rPr lang="en-US" i="1"/>
                            <m:t>𝑏</m:t>
                          </m:r>
                          <m:r>
                            <a:rPr lang="en-US" i="1"/>
                            <m:t>−</m:t>
                          </m:r>
                          <m:r>
                            <a:rPr lang="en-US" i="1"/>
                            <m:t>𝐴</m:t>
                          </m:r>
                          <m:sSup>
                            <m:sSupPr>
                              <m:ctrlPr>
                                <a:rPr lang="en-US" i="1"/>
                              </m:ctrlPr>
                            </m:sSupPr>
                            <m:e>
                              <m:r>
                                <a:rPr lang="en-US" i="1"/>
                                <m:t>𝑥</m:t>
                              </m:r>
                            </m:e>
                            <m:sup>
                              <m:d>
                                <m:dPr>
                                  <m:ctrlPr>
                                    <a:rPr lang="en-US" i="1"/>
                                  </m:ctrlPr>
                                </m:dPr>
                                <m:e>
                                  <m:r>
                                    <a:rPr lang="en-US" i="1"/>
                                    <m:t>0</m:t>
                                  </m:r>
                                </m:e>
                              </m:d>
                            </m:sup>
                          </m:sSup>
                        </m:e>
                      </m:d>
                    </m:oMath>
                    <m:oMath>
                      <m:sSup>
                        <m:sSupPr>
                          <m:ctrlPr>
                            <a:rPr lang="en-US"/>
                          </m:ctrlPr>
                        </m:sSupPr>
                        <m:e>
                          <m:r>
                            <m:rPr>
                              <m:sty m:val="p"/>
                            </m:rPr>
                            <a:rPr lang="en-US"/>
                            <m:t>Σ</m:t>
                          </m:r>
                        </m:e>
                        <m:sup>
                          <m:r>
                            <a:rPr lang="en-US" i="1"/>
                            <m:t>(</m:t>
                          </m:r>
                          <m:r>
                            <a:rPr lang="en-US" i="1"/>
                            <m:t>𝑚</m:t>
                          </m:r>
                          <m:r>
                            <a:rPr lang="en-US" i="1"/>
                            <m:t>)</m:t>
                          </m:r>
                        </m:sup>
                      </m:sSup>
                      <m:r>
                        <m:rPr>
                          <m:aln/>
                        </m:rPr>
                        <a:rPr lang="en-US" i="1"/>
                        <m:t>=</m:t>
                      </m:r>
                      <m:sSup>
                        <m:sSupPr>
                          <m:ctrlPr>
                            <a:rPr lang="en-US"/>
                          </m:ctrlPr>
                        </m:sSupPr>
                        <m:e>
                          <m:r>
                            <m:rPr>
                              <m:sty m:val="p"/>
                            </m:rPr>
                            <a:rPr lang="en-US"/>
                            <m:t>Σ</m:t>
                          </m:r>
                        </m:e>
                        <m:sup>
                          <m:d>
                            <m:dPr>
                              <m:ctrlPr>
                                <a:rPr lang="en-US" i="1"/>
                              </m:ctrlPr>
                            </m:dPr>
                            <m:e>
                              <m:r>
                                <a:rPr lang="en-US" i="1"/>
                                <m:t>0</m:t>
                              </m:r>
                            </m:e>
                          </m:d>
                        </m:sup>
                      </m:sSup>
                      <m:r>
                        <a:rPr lang="en-US" i="1"/>
                        <m:t>+</m:t>
                      </m:r>
                      <m:sSup>
                        <m:sSupPr>
                          <m:ctrlPr>
                            <a:rPr lang="en-US"/>
                          </m:ctrlPr>
                        </m:sSupPr>
                        <m:e>
                          <m:r>
                            <m:rPr>
                              <m:sty m:val="p"/>
                            </m:rPr>
                            <a:rPr lang="en-US"/>
                            <m:t>Σ</m:t>
                          </m:r>
                        </m:e>
                        <m:sup>
                          <m:d>
                            <m:dPr>
                              <m:ctrlPr>
                                <a:rPr lang="en-US" i="1"/>
                              </m:ctrlPr>
                            </m:dPr>
                            <m:e>
                              <m:r>
                                <a:rPr lang="en-US" i="1"/>
                                <m:t>0</m:t>
                              </m:r>
                            </m:e>
                          </m:d>
                        </m:sup>
                      </m:sSup>
                      <m:sSup>
                        <m:sSupPr>
                          <m:ctrlPr>
                            <a:rPr lang="en-US" i="1"/>
                          </m:ctrlPr>
                        </m:sSupPr>
                        <m:e>
                          <m:r>
                            <a:rPr lang="en-US" i="1"/>
                            <m:t>𝐴</m:t>
                          </m:r>
                        </m:e>
                        <m:sup>
                          <m:r>
                            <a:rPr lang="en-US" i="1"/>
                            <m:t>𝑇</m:t>
                          </m:r>
                        </m:sup>
                      </m:sSup>
                      <m:r>
                        <a:rPr lang="en-US" i="1"/>
                        <m:t>𝑆</m:t>
                      </m:r>
                      <m:r>
                        <a:rPr lang="en-US" i="1"/>
                        <m:t> </m:t>
                      </m:r>
                      <m:sSup>
                        <m:sSupPr>
                          <m:ctrlPr>
                            <a:rPr lang="en-US" i="1"/>
                          </m:ctrlPr>
                        </m:sSupPr>
                        <m:e>
                          <m:d>
                            <m:dPr>
                              <m:ctrlPr>
                                <a:rPr lang="en-US" i="1"/>
                              </m:ctrlPr>
                            </m:dPr>
                            <m:e>
                              <m:sSup>
                                <m:sSupPr>
                                  <m:ctrlPr>
                                    <a:rPr lang="en-US" i="1"/>
                                  </m:ctrlPr>
                                </m:sSupPr>
                                <m:e>
                                  <m:r>
                                    <a:rPr lang="en-US" i="1"/>
                                    <m:t>𝑆</m:t>
                                  </m:r>
                                </m:e>
                                <m:sup>
                                  <m:r>
                                    <a:rPr lang="en-US" i="1"/>
                                    <m:t>𝑇</m:t>
                                  </m:r>
                                </m:sup>
                              </m:sSup>
                              <m:r>
                                <a:rPr lang="en-US" i="1"/>
                                <m:t>𝐴</m:t>
                              </m:r>
                              <m:sSup>
                                <m:sSupPr>
                                  <m:ctrlPr>
                                    <a:rPr lang="en-US"/>
                                  </m:ctrlPr>
                                </m:sSupPr>
                                <m:e>
                                  <m:r>
                                    <m:rPr>
                                      <m:sty m:val="p"/>
                                    </m:rPr>
                                    <a:rPr lang="en-US"/>
                                    <m:t>Σ</m:t>
                                  </m:r>
                                </m:e>
                                <m:sup>
                                  <m:r>
                                    <a:rPr lang="en-US" i="1"/>
                                    <m:t>0</m:t>
                                  </m:r>
                                </m:sup>
                              </m:sSup>
                              <m:sSup>
                                <m:sSupPr>
                                  <m:ctrlPr>
                                    <a:rPr lang="en-US" i="1"/>
                                  </m:ctrlPr>
                                </m:sSupPr>
                                <m:e>
                                  <m:r>
                                    <a:rPr lang="en-US" i="1"/>
                                    <m:t>𝐴</m:t>
                                  </m:r>
                                </m:e>
                                <m:sup>
                                  <m:r>
                                    <a:rPr lang="en-US" i="1"/>
                                    <m:t>𝑇</m:t>
                                  </m:r>
                                </m:sup>
                              </m:sSup>
                              <m:r>
                                <a:rPr lang="en-US" i="1"/>
                                <m:t>𝑆</m:t>
                              </m:r>
                            </m:e>
                          </m:d>
                        </m:e>
                        <m:sup>
                          <m:r>
                            <a:rPr lang="en-US" i="1"/>
                            <m:t>−1</m:t>
                          </m:r>
                        </m:sup>
                      </m:sSup>
                      <m:sSup>
                        <m:sSupPr>
                          <m:ctrlPr>
                            <a:rPr lang="en-US" i="1"/>
                          </m:ctrlPr>
                        </m:sSupPr>
                        <m:e>
                          <m:r>
                            <a:rPr lang="en-US" i="1"/>
                            <m:t>𝑆</m:t>
                          </m:r>
                        </m:e>
                        <m:sup>
                          <m:r>
                            <a:rPr lang="en-US" i="1"/>
                            <m:t>𝑇</m:t>
                          </m:r>
                        </m:sup>
                      </m:sSup>
                      <m:r>
                        <a:rPr lang="en-US" i="1"/>
                        <m:t>𝐴</m:t>
                      </m:r>
                      <m:sSup>
                        <m:sSupPr>
                          <m:ctrlPr>
                            <a:rPr lang="en-US"/>
                          </m:ctrlPr>
                        </m:sSupPr>
                        <m:e>
                          <m:r>
                            <m:rPr>
                              <m:sty m:val="p"/>
                            </m:rPr>
                            <a:rPr lang="en-US"/>
                            <m:t>Σ</m:t>
                          </m:r>
                        </m:e>
                        <m:sup>
                          <m:r>
                            <a:rPr lang="en-US"/>
                            <m:t>(0)</m:t>
                          </m:r>
                        </m:sup>
                      </m:sSup>
                    </m:oMath>
                  </m:oMathPara>
                </a14:m>
                <a:endParaRPr lang="en-US" dirty="0"/>
              </a:p>
              <a:p>
                <a:endParaRPr lang="en-GB" b="0" dirty="0">
                  <a:ea typeface="Cambria Math" panose="02040503050406030204" pitchFamily="18" charset="0"/>
                </a:endParaRPr>
              </a:p>
            </p:txBody>
          </p:sp>
        </mc:Choice>
        <mc:Fallback>
          <p:sp>
            <p:nvSpPr>
              <p:cNvPr id="4" name="Tijdelijke aanduiding voor inhoud 3">
                <a:extLst>
                  <a:ext uri="{FF2B5EF4-FFF2-40B4-BE49-F238E27FC236}">
                    <a16:creationId xmlns:a16="http://schemas.microsoft.com/office/drawing/2014/main" id="{6ECA2006-38E2-1759-671E-B0AA9EDE19E6}"/>
                  </a:ext>
                </a:extLst>
              </p:cNvPr>
              <p:cNvSpPr>
                <a:spLocks noGrp="1" noRot="1" noChangeAspect="1" noMove="1" noResize="1" noEditPoints="1" noAdjustHandles="1" noChangeArrowheads="1" noChangeShapeType="1" noTextEdit="1"/>
              </p:cNvSpPr>
              <p:nvPr>
                <p:ph idx="1"/>
              </p:nvPr>
            </p:nvSpPr>
            <p:spPr>
              <a:blipFill>
                <a:blip r:embed="rId4"/>
                <a:stretch>
                  <a:fillRect l="-1538" t="-1289"/>
                </a:stretch>
              </a:blipFill>
            </p:spPr>
            <p:txBody>
              <a:bodyPr/>
              <a:lstStyle/>
              <a:p>
                <a:r>
                  <a:rPr lang="en-US">
                    <a:noFill/>
                  </a:rPr>
                  <a:t> </a:t>
                </a:r>
              </a:p>
            </p:txBody>
          </p:sp>
        </mc:Fallback>
      </mc:AlternateContent>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16</a:t>
            </a:fld>
            <a:endParaRPr lang="en-US"/>
          </a:p>
        </p:txBody>
      </p:sp>
      <p:pic>
        <p:nvPicPr>
          <p:cNvPr id="12" name="Picture 11" descr="bayescg_condition.png"/>
          <p:cNvPicPr>
            <a:picLocks noChangeAspect="1"/>
          </p:cNvPicPr>
          <p:nvPr/>
        </p:nvPicPr>
        <p:blipFill>
          <a:blip r:embed="rId5"/>
          <a:stretch>
            <a:fillRect/>
          </a:stretch>
        </p:blipFill>
        <p:spPr>
          <a:xfrm>
            <a:off x="6505548" y="831995"/>
            <a:ext cx="2285531" cy="22855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12B91-64D9-8363-F299-76FD67D70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4E6D3-2393-ED6B-7E02-C3F632BBF4A6}"/>
              </a:ext>
            </a:extLst>
          </p:cNvPr>
          <p:cNvSpPr>
            <a:spLocks noGrp="1"/>
          </p:cNvSpPr>
          <p:nvPr>
            <p:ph type="title"/>
          </p:nvPr>
        </p:nvSpPr>
        <p:spPr/>
        <p:txBody>
          <a:bodyPr/>
          <a:lstStyle/>
          <a:p>
            <a:r>
              <a:rPr sz="2600" b="1" dirty="0" err="1">
                <a:latin typeface="Calibri"/>
              </a:rPr>
              <a:t>BayesCG</a:t>
            </a:r>
            <a:endParaRPr sz="2600" b="1" dirty="0">
              <a:latin typeface="Calibri"/>
            </a:endParaRPr>
          </a:p>
        </p:txBody>
      </p:sp>
      <p:pic>
        <p:nvPicPr>
          <p:cNvPr id="3" name="bayescg">
            <a:hlinkClick r:id="" action="ppaction://media"/>
            <a:extLst>
              <a:ext uri="{FF2B5EF4-FFF2-40B4-BE49-F238E27FC236}">
                <a16:creationId xmlns:a16="http://schemas.microsoft.com/office/drawing/2014/main" id="{D018DC47-A225-60F5-52DF-463C16BCB8A3}"/>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612000" y="1201168"/>
            <a:ext cx="7449393" cy="3645151"/>
          </a:xfrm>
        </p:spPr>
      </p:pic>
      <p:sp>
        <p:nvSpPr>
          <p:cNvPr id="6" name="Tijdelijke aanduiding voor dianummer 5">
            <a:extLst>
              <a:ext uri="{FF2B5EF4-FFF2-40B4-BE49-F238E27FC236}">
                <a16:creationId xmlns:a16="http://schemas.microsoft.com/office/drawing/2014/main" id="{13C425EF-3A6E-146E-09CD-BD5402B3CE49}"/>
              </a:ext>
            </a:extLst>
          </p:cNvPr>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17</a:t>
            </a:fld>
            <a:endParaRPr lang="en-US"/>
          </a:p>
        </p:txBody>
      </p:sp>
    </p:spTree>
    <p:extLst>
      <p:ext uri="{BB962C8B-B14F-4D97-AF65-F5344CB8AC3E}">
        <p14:creationId xmlns:p14="http://schemas.microsoft.com/office/powerpoint/2010/main" val="178107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b="1" dirty="0">
                <a:latin typeface="Calibri"/>
              </a:rPr>
              <a:t>Uncertainty</a:t>
            </a:r>
            <a:endParaRPr sz="2600" b="1" dirty="0">
              <a:latin typeface="Calibri"/>
            </a:endParaRPr>
          </a:p>
        </p:txBody>
      </p:sp>
      <mc:AlternateContent xmlns:mc="http://schemas.openxmlformats.org/markup-compatibility/2006">
        <mc:Choice xmlns:a14="http://schemas.microsoft.com/office/drawing/2010/main" Requires="a14">
          <p:sp>
            <p:nvSpPr>
              <p:cNvPr id="4" name="Tijdelijke aanduiding voor inhoud 3">
                <a:extLst>
                  <a:ext uri="{FF2B5EF4-FFF2-40B4-BE49-F238E27FC236}">
                    <a16:creationId xmlns:a16="http://schemas.microsoft.com/office/drawing/2014/main" id="{83C62EDA-7C5D-28F6-3F3F-DF45D99DD0AF}"/>
                  </a:ext>
                </a:extLst>
              </p:cNvPr>
              <p:cNvSpPr>
                <a:spLocks noGrp="1"/>
              </p:cNvSpPr>
              <p:nvPr>
                <p:ph idx="1"/>
              </p:nvPr>
            </p:nvSpPr>
            <p:spPr/>
            <p:txBody>
              <a:bodyPr/>
              <a:lstStyle/>
              <a:p>
                <a:r>
                  <a:rPr lang="en-GB" dirty="0"/>
                  <a:t>If you choose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(0)</m:t>
                        </m:r>
                      </m:sup>
                    </m:sSup>
                    <m:r>
                      <a:rPr lang="en-GB" b="0" i="1" smtClean="0">
                        <a:latin typeface="Cambria Math" panose="02040503050406030204" pitchFamily="18" charset="0"/>
                      </a:rPr>
                      <m:t>=0</m:t>
                    </m:r>
                  </m:oMath>
                </a14:m>
                <a:r>
                  <a:rPr lang="en-US" dirty="0"/>
                  <a:t> and </a:t>
                </a:r>
                <a14:m>
                  <m:oMath xmlns:m="http://schemas.openxmlformats.org/officeDocument/2006/math">
                    <m:sSup>
                      <m:sSupPr>
                        <m:ctrlPr>
                          <a:rPr lang="en-GB" b="0" i="0" smtClean="0">
                            <a:latin typeface="Cambria Math" panose="02040503050406030204" pitchFamily="18" charset="0"/>
                          </a:rPr>
                        </m:ctrlPr>
                      </m:sSupPr>
                      <m:e>
                        <m:r>
                          <m:rPr>
                            <m:sty m:val="p"/>
                          </m:rPr>
                          <a:rPr lang="en-GB" b="0" i="0" smtClean="0">
                            <a:latin typeface="Cambria Math" panose="02040503050406030204" pitchFamily="18" charset="0"/>
                          </a:rPr>
                          <m:t>Σ</m:t>
                        </m:r>
                      </m:e>
                      <m:sup>
                        <m:r>
                          <a:rPr lang="en-GB" b="0" i="1" smtClean="0">
                            <a:latin typeface="Cambria Math" panose="02040503050406030204" pitchFamily="18" charset="0"/>
                          </a:rPr>
                          <m:t>(0)</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𝐴</m:t>
                        </m:r>
                      </m:e>
                      <m:sup>
                        <m:r>
                          <a:rPr lang="en-GB" b="0" i="1" smtClean="0">
                            <a:latin typeface="Cambria Math" panose="02040503050406030204" pitchFamily="18" charset="0"/>
                          </a:rPr>
                          <m:t>−1</m:t>
                        </m:r>
                      </m:sup>
                    </m:sSup>
                  </m:oMath>
                </a14:m>
                <a:r>
                  <a:rPr lang="en-US" dirty="0"/>
                  <a:t>, then the posterior mean is exactly the result of CG.</a:t>
                </a:r>
              </a:p>
              <a:p>
                <a:r>
                  <a:rPr lang="en-US" dirty="0"/>
                  <a:t>The posterior variance </a:t>
                </a:r>
                <a14:m>
                  <m:oMath xmlns:m="http://schemas.openxmlformats.org/officeDocument/2006/math">
                    <m:sSup>
                      <m:sSupPr>
                        <m:ctrlPr>
                          <a:rPr lang="en-GB" b="0" i="0" smtClean="0">
                            <a:latin typeface="Cambria Math" panose="02040503050406030204" pitchFamily="18" charset="0"/>
                          </a:rPr>
                        </m:ctrlPr>
                      </m:sSupPr>
                      <m:e>
                        <m:r>
                          <m:rPr>
                            <m:sty m:val="p"/>
                          </m:rPr>
                          <a:rPr lang="en-GB" b="0" i="0" smtClean="0">
                            <a:latin typeface="Cambria Math" panose="02040503050406030204" pitchFamily="18" charset="0"/>
                          </a:rPr>
                          <m:t>Σ</m:t>
                        </m:r>
                      </m:e>
                      <m:sup>
                        <m:r>
                          <a:rPr lang="en-GB" b="0" i="1" smtClean="0">
                            <a:latin typeface="Cambria Math" panose="02040503050406030204" pitchFamily="18" charset="0"/>
                          </a:rPr>
                          <m:t>(0)</m:t>
                        </m:r>
                      </m:sup>
                    </m:sSup>
                  </m:oMath>
                </a14:m>
                <a:r>
                  <a:rPr lang="en-US" dirty="0"/>
                  <a:t> bounds the error so far.</a:t>
                </a:r>
              </a:p>
              <a:p>
                <a:pPr marL="285750" indent="-285750">
                  <a:buFont typeface="Arial" panose="020B0604020202020204" pitchFamily="34" charset="0"/>
                  <a:buChar char="•"/>
                </a:pPr>
                <a:r>
                  <a:rPr lang="en-US" dirty="0"/>
                  <a:t>Every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𝑠</m:t>
                        </m:r>
                      </m:e>
                      <m:sub>
                        <m:r>
                          <a:rPr lang="en-GB" i="1">
                            <a:latin typeface="Cambria Math" panose="02040503050406030204" pitchFamily="18" charset="0"/>
                          </a:rPr>
                          <m:t>𝑗</m:t>
                        </m:r>
                      </m:sub>
                    </m:sSub>
                  </m:oMath>
                </a14:m>
                <a:r>
                  <a:rPr lang="en-US" dirty="0"/>
                  <a:t> removes a direction of uncertainty. </a:t>
                </a:r>
              </a:p>
              <a:p>
                <a:pPr marL="285750" indent="-285750">
                  <a:buFont typeface="Arial" panose="020B0604020202020204" pitchFamily="34" charset="0"/>
                  <a:buChar char="•"/>
                </a:pPr>
                <a:r>
                  <a:rPr lang="en-US" dirty="0"/>
                  <a:t>For </a:t>
                </a:r>
                <a14:m>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oMath>
                </a14:m>
                <a:r>
                  <a:rPr lang="en-US" dirty="0"/>
                  <a:t>, the posterior mean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𝐴</m:t>
                        </m:r>
                      </m:e>
                      <m:sup>
                        <m:r>
                          <a:rPr lang="en-GB" b="0" i="1" smtClean="0">
                            <a:latin typeface="Cambria Math" panose="02040503050406030204" pitchFamily="18" charset="0"/>
                          </a:rPr>
                          <m:t>−1</m:t>
                        </m:r>
                      </m:sup>
                    </m:sSup>
                    <m:r>
                      <a:rPr lang="en-GB" b="0" i="1" smtClean="0">
                        <a:latin typeface="Cambria Math" panose="02040503050406030204" pitchFamily="18" charset="0"/>
                      </a:rPr>
                      <m:t>𝑏</m:t>
                    </m:r>
                  </m:oMath>
                </a14:m>
                <a:r>
                  <a:rPr lang="en-US" dirty="0"/>
                  <a:t>.</a:t>
                </a:r>
              </a:p>
              <a:p>
                <a:endParaRPr lang="en-US" dirty="0"/>
              </a:p>
              <a:p>
                <a:endParaRPr lang="en-US" dirty="0"/>
              </a:p>
            </p:txBody>
          </p:sp>
        </mc:Choice>
        <mc:Fallback>
          <p:sp>
            <p:nvSpPr>
              <p:cNvPr id="4" name="Tijdelijke aanduiding voor inhoud 3">
                <a:extLst>
                  <a:ext uri="{FF2B5EF4-FFF2-40B4-BE49-F238E27FC236}">
                    <a16:creationId xmlns:a16="http://schemas.microsoft.com/office/drawing/2014/main" id="{83C62EDA-7C5D-28F6-3F3F-DF45D99DD0AF}"/>
                  </a:ext>
                </a:extLst>
              </p:cNvPr>
              <p:cNvSpPr>
                <a:spLocks noGrp="1" noRot="1" noChangeAspect="1" noMove="1" noResize="1" noEditPoints="1" noAdjustHandles="1" noChangeArrowheads="1" noChangeShapeType="1" noTextEdit="1"/>
              </p:cNvSpPr>
              <p:nvPr>
                <p:ph idx="1"/>
              </p:nvPr>
            </p:nvSpPr>
            <p:spPr>
              <a:blipFill>
                <a:blip r:embed="rId3"/>
                <a:stretch>
                  <a:fillRect l="-1538" t="-1657"/>
                </a:stretch>
              </a:blipFill>
            </p:spPr>
            <p:txBody>
              <a:bodyPr/>
              <a:lstStyle/>
              <a:p>
                <a:r>
                  <a:rPr lang="en-US">
                    <a:noFill/>
                  </a:rPr>
                  <a:t> </a:t>
                </a:r>
              </a:p>
            </p:txBody>
          </p:sp>
        </mc:Fallback>
      </mc:AlternateContent>
      <p:sp>
        <p:nvSpPr>
          <p:cNvPr id="6" name="Tijdelijke aanduiding voor dianummer 5"/>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18</a:t>
            </a:fld>
            <a:endParaRPr lang="en-US"/>
          </a:p>
        </p:txBody>
      </p:sp>
      <p:pic>
        <p:nvPicPr>
          <p:cNvPr id="12" name="Picture 11" descr="bayescg_contraction.png"/>
          <p:cNvPicPr>
            <a:picLocks noChangeAspect="1"/>
          </p:cNvPicPr>
          <p:nvPr/>
        </p:nvPicPr>
        <p:blipFill>
          <a:blip r:embed="rId4"/>
          <a:stretch>
            <a:fillRect/>
          </a:stretch>
        </p:blipFill>
        <p:spPr>
          <a:xfrm>
            <a:off x="4939212" y="2044219"/>
            <a:ext cx="3593600" cy="25261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3BCC5-5E0E-E0C0-22E3-30FF41A31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0810C-347B-18FB-67F3-40F0A27AEBF4}"/>
              </a:ext>
            </a:extLst>
          </p:cNvPr>
          <p:cNvSpPr>
            <a:spLocks noGrp="1"/>
          </p:cNvSpPr>
          <p:nvPr>
            <p:ph type="title"/>
          </p:nvPr>
        </p:nvSpPr>
        <p:spPr>
          <a:xfrm>
            <a:off x="612648" y="475488"/>
            <a:ext cx="7918704" cy="548640"/>
          </a:xfrm>
        </p:spPr>
        <p:txBody>
          <a:bodyPr/>
          <a:lstStyle/>
          <a:p>
            <a:r>
              <a:rPr lang="en-GB" sz="2600" b="1" dirty="0">
                <a:solidFill>
                  <a:srgbClr val="FFFFFF"/>
                </a:solidFill>
                <a:latin typeface="Calibri"/>
              </a:rPr>
              <a:t>4. Message passing</a:t>
            </a:r>
            <a:r>
              <a:rPr lang="en-GB" sz="2600" b="1">
                <a:solidFill>
                  <a:srgbClr val="FFFFFF"/>
                </a:solidFill>
                <a:latin typeface="Calibri"/>
              </a:rPr>
              <a:t> approach</a:t>
            </a:r>
            <a:endParaRPr sz="2600" b="1" dirty="0">
              <a:solidFill>
                <a:srgbClr val="FFFFFF"/>
              </a:solidFill>
              <a:latin typeface="Calibri"/>
            </a:endParaRPr>
          </a:p>
        </p:txBody>
      </p:sp>
      <p:sp>
        <p:nvSpPr>
          <p:cNvPr id="4" name="Tijdelijke aanduiding voor dianummer 3">
            <a:extLst>
              <a:ext uri="{FF2B5EF4-FFF2-40B4-BE49-F238E27FC236}">
                <a16:creationId xmlns:a16="http://schemas.microsoft.com/office/drawing/2014/main" id="{3010F51B-558E-7F7E-5F87-85F1C2624AE1}"/>
              </a:ext>
            </a:extLst>
          </p:cNvPr>
          <p:cNvSpPr>
            <a:spLocks noGrp="1"/>
          </p:cNvSpPr>
          <p:nvPr>
            <p:ph type="sldNum" sz="quarter" idx="11"/>
          </p:nvPr>
        </p:nvSpPr>
        <p:spPr/>
        <p:txBody>
          <a:bodyPr/>
          <a:lstStyle/>
          <a:p>
            <a:fld id="{B7CEC10D-CD46-426F-915E-6C78530279CB}" type="slidenum">
              <a:rPr lang="en-US" smtClean="0"/>
              <a:pPr/>
              <a:t>19</a:t>
            </a:fld>
            <a:endParaRPr lang="en-US"/>
          </a:p>
        </p:txBody>
      </p:sp>
      <p:sp>
        <p:nvSpPr>
          <p:cNvPr id="6" name="Oval 5">
            <a:extLst>
              <a:ext uri="{FF2B5EF4-FFF2-40B4-BE49-F238E27FC236}">
                <a16:creationId xmlns:a16="http://schemas.microsoft.com/office/drawing/2014/main" id="{AA39226F-3B33-C6E2-CA71-CB6BC00B6E43}"/>
              </a:ext>
            </a:extLst>
          </p:cNvPr>
          <p:cNvSpPr/>
          <p:nvPr/>
        </p:nvSpPr>
        <p:spPr>
          <a:xfrm>
            <a:off x="612000" y="1639411"/>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A</a:t>
            </a:r>
            <a:endParaRPr sz="1400" b="1" dirty="0">
              <a:solidFill>
                <a:srgbClr val="101073"/>
              </a:solidFill>
              <a:latin typeface="Calibri"/>
            </a:endParaRPr>
          </a:p>
        </p:txBody>
      </p:sp>
      <p:sp>
        <p:nvSpPr>
          <p:cNvPr id="7" name="TextBox 6">
            <a:extLst>
              <a:ext uri="{FF2B5EF4-FFF2-40B4-BE49-F238E27FC236}">
                <a16:creationId xmlns:a16="http://schemas.microsoft.com/office/drawing/2014/main" id="{F330C549-E42B-6959-FC5A-C506273D4B2F}"/>
              </a:ext>
            </a:extLst>
          </p:cNvPr>
          <p:cNvSpPr txBox="1"/>
          <p:nvPr/>
        </p:nvSpPr>
        <p:spPr>
          <a:xfrm>
            <a:off x="1252080" y="1708324"/>
            <a:ext cx="6949440" cy="246221"/>
          </a:xfrm>
          <a:prstGeom prst="rect">
            <a:avLst/>
          </a:prstGeom>
          <a:noFill/>
        </p:spPr>
        <p:txBody>
          <a:bodyPr wrap="square" lIns="0" tIns="0" rIns="0" bIns="0" anchor="ctr">
            <a:spAutoFit/>
          </a:bodyPr>
          <a:lstStyle/>
          <a:p>
            <a:pPr algn="l">
              <a:spcBef>
                <a:spcPts val="0"/>
              </a:spcBef>
              <a:spcAft>
                <a:spcPts val="600"/>
              </a:spcAft>
            </a:pPr>
            <a:r>
              <a:rPr lang="en-GB" sz="1600" b="1" i="0">
                <a:solidFill>
                  <a:srgbClr val="FFFFFF"/>
                </a:solidFill>
                <a:latin typeface="Calibri"/>
              </a:rPr>
              <a:t>Setup</a:t>
            </a:r>
            <a:endParaRPr sz="1400" b="0" i="0" dirty="0">
              <a:solidFill>
                <a:srgbClr val="C9CDE8"/>
              </a:solidFill>
              <a:latin typeface="Calibri"/>
            </a:endParaRPr>
          </a:p>
        </p:txBody>
      </p:sp>
      <p:sp>
        <p:nvSpPr>
          <p:cNvPr id="8" name="Oval 7">
            <a:extLst>
              <a:ext uri="{FF2B5EF4-FFF2-40B4-BE49-F238E27FC236}">
                <a16:creationId xmlns:a16="http://schemas.microsoft.com/office/drawing/2014/main" id="{C1F97D8D-385C-B7AD-85FE-4A00C9CE9756}"/>
              </a:ext>
            </a:extLst>
          </p:cNvPr>
          <p:cNvSpPr/>
          <p:nvPr/>
        </p:nvSpPr>
        <p:spPr>
          <a:xfrm>
            <a:off x="612000" y="2352643"/>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B</a:t>
            </a:r>
            <a:endParaRPr sz="1400" b="1" dirty="0">
              <a:solidFill>
                <a:srgbClr val="101073"/>
              </a:solidFill>
              <a:latin typeface="Calibri"/>
            </a:endParaRPr>
          </a:p>
        </p:txBody>
      </p:sp>
      <p:sp>
        <p:nvSpPr>
          <p:cNvPr id="9" name="TextBox 8">
            <a:extLst>
              <a:ext uri="{FF2B5EF4-FFF2-40B4-BE49-F238E27FC236}">
                <a16:creationId xmlns:a16="http://schemas.microsoft.com/office/drawing/2014/main" id="{FE3E6C40-28A7-8E37-8C4A-C4DCFC82E921}"/>
              </a:ext>
            </a:extLst>
          </p:cNvPr>
          <p:cNvSpPr txBox="1"/>
          <p:nvPr/>
        </p:nvSpPr>
        <p:spPr>
          <a:xfrm>
            <a:off x="1252080" y="2448639"/>
            <a:ext cx="6949440" cy="246221"/>
          </a:xfrm>
          <a:prstGeom prst="rect">
            <a:avLst/>
          </a:prstGeom>
          <a:noFill/>
        </p:spPr>
        <p:txBody>
          <a:bodyPr wrap="square" lIns="0" tIns="0" rIns="0" bIns="0" anchor="ctr">
            <a:spAutoFit/>
          </a:bodyPr>
          <a:lstStyle/>
          <a:p>
            <a:pPr algn="l">
              <a:spcBef>
                <a:spcPts val="0"/>
              </a:spcBef>
              <a:spcAft>
                <a:spcPts val="600"/>
              </a:spcAft>
            </a:pPr>
            <a:r>
              <a:rPr lang="en-GB" sz="1600" b="1">
                <a:solidFill>
                  <a:srgbClr val="FFFFFF"/>
                </a:solidFill>
                <a:latin typeface="Calibri"/>
              </a:rPr>
              <a:t>Factor Graphs</a:t>
            </a:r>
            <a:endParaRPr sz="1400" b="0" i="0" dirty="0">
              <a:solidFill>
                <a:srgbClr val="C9CDE8"/>
              </a:solidFill>
              <a:latin typeface="Calibri"/>
            </a:endParaRPr>
          </a:p>
        </p:txBody>
      </p:sp>
      <p:sp>
        <p:nvSpPr>
          <p:cNvPr id="3" name="Oval 2">
            <a:extLst>
              <a:ext uri="{FF2B5EF4-FFF2-40B4-BE49-F238E27FC236}">
                <a16:creationId xmlns:a16="http://schemas.microsoft.com/office/drawing/2014/main" id="{8FC5B2EB-16F0-14AC-A763-91B8EBBF8231}"/>
              </a:ext>
            </a:extLst>
          </p:cNvPr>
          <p:cNvSpPr/>
          <p:nvPr/>
        </p:nvSpPr>
        <p:spPr>
          <a:xfrm>
            <a:off x="612000" y="3061037"/>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a:solidFill>
                  <a:srgbClr val="101073"/>
                </a:solidFill>
                <a:latin typeface="Calibri"/>
              </a:rPr>
              <a:t>C</a:t>
            </a:r>
            <a:endParaRPr sz="1400" b="1">
              <a:solidFill>
                <a:srgbClr val="101073"/>
              </a:solidFill>
              <a:latin typeface="Calibri"/>
            </a:endParaRPr>
          </a:p>
        </p:txBody>
      </p:sp>
      <p:sp>
        <p:nvSpPr>
          <p:cNvPr id="5" name="TextBox 4">
            <a:extLst>
              <a:ext uri="{FF2B5EF4-FFF2-40B4-BE49-F238E27FC236}">
                <a16:creationId xmlns:a16="http://schemas.microsoft.com/office/drawing/2014/main" id="{3F03B7BB-8C5F-4A07-9613-3A4A200A6933}"/>
              </a:ext>
            </a:extLst>
          </p:cNvPr>
          <p:cNvSpPr txBox="1"/>
          <p:nvPr/>
        </p:nvSpPr>
        <p:spPr>
          <a:xfrm>
            <a:off x="1252080" y="3157033"/>
            <a:ext cx="6949440" cy="246221"/>
          </a:xfrm>
          <a:prstGeom prst="rect">
            <a:avLst/>
          </a:prstGeom>
          <a:noFill/>
        </p:spPr>
        <p:txBody>
          <a:bodyPr wrap="square" lIns="0" tIns="0" rIns="0" bIns="0" anchor="ctr">
            <a:spAutoFit/>
          </a:bodyPr>
          <a:lstStyle/>
          <a:p>
            <a:pPr algn="l">
              <a:spcBef>
                <a:spcPts val="0"/>
              </a:spcBef>
              <a:spcAft>
                <a:spcPts val="600"/>
              </a:spcAft>
            </a:pPr>
            <a:r>
              <a:rPr lang="en-GB" sz="1600" b="1" dirty="0">
                <a:solidFill>
                  <a:srgbClr val="FFFFFF"/>
                </a:solidFill>
                <a:latin typeface="Calibri"/>
              </a:rPr>
              <a:t>Belief propagation / Sum-product Message Passing</a:t>
            </a:r>
            <a:endParaRPr sz="1400" b="0" i="0" dirty="0">
              <a:solidFill>
                <a:srgbClr val="C9CDE8"/>
              </a:solidFill>
              <a:latin typeface="Calibri"/>
            </a:endParaRPr>
          </a:p>
        </p:txBody>
      </p:sp>
    </p:spTree>
    <p:extLst>
      <p:ext uri="{BB962C8B-B14F-4D97-AF65-F5344CB8AC3E}">
        <p14:creationId xmlns:p14="http://schemas.microsoft.com/office/powerpoint/2010/main" val="1209517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08759-DEE7-4D5F-8E1F-3BFC32F388E6}"/>
              </a:ext>
            </a:extLst>
          </p:cNvPr>
          <p:cNvSpPr>
            <a:spLocks noGrp="1"/>
          </p:cNvSpPr>
          <p:nvPr>
            <p:ph type="title"/>
          </p:nvPr>
        </p:nvSpPr>
        <p:spPr/>
        <p:txBody>
          <a:bodyPr/>
          <a:lstStyle/>
          <a:p>
            <a:r>
              <a:rPr lang="en-US"/>
              <a:t>Message-passing approach: Setup </a:t>
            </a:r>
            <a:endParaRPr lang="LID4096"/>
          </a:p>
        </p:txBody>
      </p:sp>
      <p:sp>
        <p:nvSpPr>
          <p:cNvPr id="3" name="Content Placeholder 2">
            <a:extLst>
              <a:ext uri="{FF2B5EF4-FFF2-40B4-BE49-F238E27FC236}">
                <a16:creationId xmlns:a16="http://schemas.microsoft.com/office/drawing/2014/main" id="{C7B77149-E927-1345-179D-7A1B4E319EB9}"/>
              </a:ext>
            </a:extLst>
          </p:cNvPr>
          <p:cNvSpPr>
            <a:spLocks noGrp="1"/>
          </p:cNvSpPr>
          <p:nvPr>
            <p:ph idx="1"/>
          </p:nvPr>
        </p:nvSpPr>
        <p:spPr/>
        <p:txBody>
          <a:bodyPr/>
          <a:lstStyle/>
          <a:p>
            <a:endParaRPr lang="LID4096"/>
          </a:p>
        </p:txBody>
      </p:sp>
    </p:spTree>
    <p:extLst>
      <p:ext uri="{BB962C8B-B14F-4D97-AF65-F5344CB8AC3E}">
        <p14:creationId xmlns:p14="http://schemas.microsoft.com/office/powerpoint/2010/main" val="2860035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559CC-411F-0ABC-F14A-AFCB67401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9EA8D-837B-F0E8-5BA7-8D7F4D5F9A43}"/>
              </a:ext>
            </a:extLst>
          </p:cNvPr>
          <p:cNvSpPr>
            <a:spLocks noGrp="1"/>
          </p:cNvSpPr>
          <p:nvPr>
            <p:ph type="title"/>
          </p:nvPr>
        </p:nvSpPr>
        <p:spPr/>
        <p:txBody>
          <a:bodyPr/>
          <a:lstStyle/>
          <a:p>
            <a:r>
              <a:rPr lang="en-US"/>
              <a:t>Message-passing approach: Factor-graphs</a:t>
            </a:r>
            <a:endParaRPr lang="LID4096"/>
          </a:p>
        </p:txBody>
      </p:sp>
      <p:sp>
        <p:nvSpPr>
          <p:cNvPr id="3" name="Content Placeholder 2">
            <a:extLst>
              <a:ext uri="{FF2B5EF4-FFF2-40B4-BE49-F238E27FC236}">
                <a16:creationId xmlns:a16="http://schemas.microsoft.com/office/drawing/2014/main" id="{2FBB5039-131F-8497-1AEB-C63B0972DE5A}"/>
              </a:ext>
            </a:extLst>
          </p:cNvPr>
          <p:cNvSpPr>
            <a:spLocks noGrp="1"/>
          </p:cNvSpPr>
          <p:nvPr>
            <p:ph idx="1"/>
          </p:nvPr>
        </p:nvSpPr>
        <p:spPr/>
        <p:txBody>
          <a:bodyPr/>
          <a:lstStyle/>
          <a:p>
            <a:endParaRPr lang="LID4096"/>
          </a:p>
        </p:txBody>
      </p:sp>
    </p:spTree>
    <p:extLst>
      <p:ext uri="{BB962C8B-B14F-4D97-AF65-F5344CB8AC3E}">
        <p14:creationId xmlns:p14="http://schemas.microsoft.com/office/powerpoint/2010/main" val="2746832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D18C4-0767-C7DF-C308-F0A43AB69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AC505-45BC-4ED2-17B5-4BA38762279B}"/>
              </a:ext>
            </a:extLst>
          </p:cNvPr>
          <p:cNvSpPr>
            <a:spLocks noGrp="1"/>
          </p:cNvSpPr>
          <p:nvPr>
            <p:ph type="title"/>
          </p:nvPr>
        </p:nvSpPr>
        <p:spPr/>
        <p:txBody>
          <a:bodyPr/>
          <a:lstStyle/>
          <a:p>
            <a:r>
              <a:rPr lang="en-US"/>
              <a:t>Message-passing approach: Belief-propagation </a:t>
            </a:r>
            <a:endParaRPr lang="LID4096"/>
          </a:p>
        </p:txBody>
      </p:sp>
      <p:sp>
        <p:nvSpPr>
          <p:cNvPr id="3" name="Content Placeholder 2">
            <a:extLst>
              <a:ext uri="{FF2B5EF4-FFF2-40B4-BE49-F238E27FC236}">
                <a16:creationId xmlns:a16="http://schemas.microsoft.com/office/drawing/2014/main" id="{9FCE4648-FAC1-AA70-AAC6-4121C30D21E3}"/>
              </a:ext>
            </a:extLst>
          </p:cNvPr>
          <p:cNvSpPr>
            <a:spLocks noGrp="1"/>
          </p:cNvSpPr>
          <p:nvPr>
            <p:ph idx="1"/>
          </p:nvPr>
        </p:nvSpPr>
        <p:spPr/>
        <p:txBody>
          <a:bodyPr/>
          <a:lstStyle/>
          <a:p>
            <a:endParaRPr lang="LID4096"/>
          </a:p>
        </p:txBody>
      </p:sp>
    </p:spTree>
    <p:extLst>
      <p:ext uri="{BB962C8B-B14F-4D97-AF65-F5344CB8AC3E}">
        <p14:creationId xmlns:p14="http://schemas.microsoft.com/office/powerpoint/2010/main" val="373569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184DD-623F-634C-B71D-165C2E36F414}"/>
              </a:ext>
            </a:extLst>
          </p:cNvPr>
          <p:cNvSpPr>
            <a:spLocks noGrp="1"/>
          </p:cNvSpPr>
          <p:nvPr>
            <p:ph type="title"/>
          </p:nvPr>
        </p:nvSpPr>
        <p:spPr/>
        <p:txBody>
          <a:bodyPr>
            <a:normAutofit/>
          </a:bodyPr>
          <a:lstStyle/>
          <a:p>
            <a:r>
              <a:rPr lang="en-US" sz="2600" dirty="0">
                <a:latin typeface="Calibri" panose="020F0502020204030204" pitchFamily="34" charset="0"/>
                <a:ea typeface="Calibri" panose="020F0502020204030204" pitchFamily="34" charset="0"/>
                <a:cs typeface="Calibri" panose="020F0502020204030204" pitchFamily="34" charset="0"/>
              </a:rPr>
              <a:t>What is a GMRF (Gaussian Markov Random Field)</a:t>
            </a:r>
            <a:endParaRPr lang="LID4096" sz="26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C5E6A0-AEC3-4D43-6E6A-DF67D75A9A72}"/>
                  </a:ext>
                </a:extLst>
              </p:cNvPr>
              <p:cNvSpPr>
                <a:spLocks noGrp="1"/>
              </p:cNvSpPr>
              <p:nvPr>
                <p:ph idx="1"/>
              </p:nvPr>
            </p:nvSpPr>
            <p:spPr>
              <a:xfrm>
                <a:off x="497832" y="1128115"/>
                <a:ext cx="8037381" cy="3471157"/>
              </a:xfrm>
            </p:spPr>
            <p:txBody>
              <a:bodyPr>
                <a:normAutofit fontScale="92500" lnSpcReduction="20000"/>
              </a:bodyPr>
              <a:lstStyle/>
              <a:p>
                <a:r>
                  <a:rPr lang="en-US" dirty="0"/>
                  <a:t>GMRF = a </a:t>
                </a:r>
                <a:r>
                  <a:rPr lang="en-US" b="1" dirty="0"/>
                  <a:t>graph</a:t>
                </a:r>
                <a:r>
                  <a:rPr lang="en-US" dirty="0"/>
                  <a:t> representing a single, multivariate Gaussian</a:t>
                </a:r>
              </a:p>
              <a:p>
                <a:endParaRPr lang="en-US" dirty="0"/>
              </a:p>
              <a:p>
                <a:endParaRPr lang="en-US" dirty="0"/>
              </a:p>
              <a:p>
                <a:pPr marL="285750" lvl="1" indent="-285750">
                  <a:buFont typeface="Arial" panose="020B0604020202020204" pitchFamily="34" charset="0"/>
                  <a:buChar char="•"/>
                </a:pPr>
                <a:endParaRPr lang="en-US" u="sng"/>
              </a:p>
              <a:p>
                <a:pPr marL="285750" lvl="1" indent="-285750">
                  <a:buFont typeface="Arial" panose="020B0604020202020204" pitchFamily="34" charset="0"/>
                  <a:buChar char="•"/>
                </a:pPr>
                <a:r>
                  <a:rPr lang="en-US" u="sng" dirty="0"/>
                  <a:t>Vertices</a:t>
                </a:r>
                <a:r>
                  <a:rPr lang="en-US" dirty="0"/>
                  <a:t> encode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i</m:t>
                        </m:r>
                      </m:sub>
                    </m:sSub>
                  </m:oMath>
                </a14:m>
                <a:r>
                  <a:rPr lang="en-US" dirty="0"/>
                  <a:t> from state-vector </a:t>
                </a:r>
                <a14:m>
                  <m:oMath xmlns:m="http://schemas.openxmlformats.org/officeDocument/2006/math">
                    <m:r>
                      <a:rPr lang="en-US" b="1" i="1" dirty="0" smtClean="0">
                        <a:latin typeface="Cambria Math" panose="02040503050406030204" pitchFamily="18" charset="0"/>
                      </a:rPr>
                      <m:t>𝒙</m:t>
                    </m:r>
                  </m:oMath>
                </a14:m>
                <a:endParaRPr lang="en-US" b="1"/>
              </a:p>
              <a:p>
                <a:pPr marL="285750" lvl="1" indent="-285750">
                  <a:buFont typeface="Arial" panose="020B0604020202020204" pitchFamily="34" charset="0"/>
                  <a:buChar char="•"/>
                </a:pPr>
                <a:r>
                  <a:rPr lang="en-US" u="sng" dirty="0"/>
                  <a:t>Edges</a:t>
                </a:r>
                <a:r>
                  <a:rPr lang="en-US" dirty="0"/>
                  <a:t> encode the conditional-independencies in precision matrix, A</a:t>
                </a:r>
              </a:p>
              <a:p>
                <a:pPr marL="285750" lvl="1" indent="-285750">
                  <a:buFont typeface="Arial" panose="020B0604020202020204" pitchFamily="34" charset="0"/>
                  <a:buChar char="•"/>
                </a:pPr>
                <a:r>
                  <a:rPr lang="en-US" dirty="0"/>
                  <a:t>Each also embed local probability factors constraining the variables</a:t>
                </a:r>
              </a:p>
              <a:p>
                <a:r>
                  <a:rPr lang="en-US" dirty="0"/>
                  <a:t>We note: </a:t>
                </a:r>
              </a:p>
              <a:p>
                <a:pPr marL="285750" lvl="1" indent="-285750">
                  <a:buFont typeface="Arial" panose="020B0604020202020204" pitchFamily="34" charset="0"/>
                  <a:buChar char="•"/>
                </a:pPr>
                <a:r>
                  <a:rPr lang="en-US" dirty="0"/>
                  <a:t>mode of p(x) is located where</a:t>
                </a:r>
              </a:p>
              <a:p>
                <a:pPr marL="285750" lvl="1" indent="-285750">
                  <a:buFont typeface="Arial" panose="020B0604020202020204" pitchFamily="34" charset="0"/>
                  <a:buChar char="•"/>
                </a:pPr>
                <a:r>
                  <a:rPr lang="en-US" dirty="0"/>
                  <a:t>and because  </a:t>
                </a:r>
              </a:p>
              <a:p>
                <a:pPr marL="285750" lvl="1" indent="-285750">
                  <a:buFont typeface="Arial" panose="020B0604020202020204" pitchFamily="34" charset="0"/>
                  <a:buChar char="•"/>
                </a:pPr>
                <a14:m>
                  <m:oMath xmlns:m="http://schemas.openxmlformats.org/officeDocument/2006/math">
                    <m:r>
                      <a:rPr lang="en-US" b="1" i="1" dirty="0" smtClean="0">
                        <a:latin typeface="Cambria Math" panose="02040503050406030204" pitchFamily="18" charset="0"/>
                      </a:rPr>
                      <m:t>𝒙</m:t>
                    </m:r>
                  </m:oMath>
                </a14:m>
                <a:r>
                  <a:rPr lang="en-US" dirty="0"/>
                  <a:t>-configuration at mode of </a:t>
                </a:r>
                <a14:m>
                  <m:oMath xmlns:m="http://schemas.openxmlformats.org/officeDocument/2006/math">
                    <m:r>
                      <a:rPr lang="en-US" i="1" dirty="0" smtClean="0">
                        <a:latin typeface="Cambria Math" panose="02040503050406030204" pitchFamily="18" charset="0"/>
                      </a:rPr>
                      <m:t>𝑝</m:t>
                    </m:r>
                    <m:d>
                      <m:dPr>
                        <m:ctrlPr>
                          <a:rPr lang="en-US" b="1" i="1" dirty="0">
                            <a:latin typeface="Cambria Math" panose="02040503050406030204" pitchFamily="18" charset="0"/>
                          </a:rPr>
                        </m:ctrlPr>
                      </m:dPr>
                      <m:e>
                        <m:r>
                          <a:rPr lang="en-US" b="1" i="1" dirty="0">
                            <a:latin typeface="Cambria Math" panose="02040503050406030204" pitchFamily="18" charset="0"/>
                          </a:rPr>
                          <m:t>𝒙</m:t>
                        </m:r>
                      </m:e>
                    </m:d>
                  </m:oMath>
                </a14:m>
                <a:r>
                  <a:rPr lang="en-US" dirty="0"/>
                  <a:t> corresponds to the solution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1" smtClean="0">
                            <a:latin typeface="Cambria Math" panose="02040503050406030204" pitchFamily="18" charset="0"/>
                          </a:rPr>
                          <m:t>A</m:t>
                        </m:r>
                      </m:e>
                      <m:sup>
                        <m:r>
                          <a:rPr lang="en-US" b="0" i="1" smtClean="0">
                            <a:latin typeface="Cambria Math" panose="02040503050406030204" pitchFamily="18" charset="0"/>
                          </a:rPr>
                          <m:t>−1</m:t>
                        </m:r>
                      </m:sup>
                    </m:sSup>
                    <m:r>
                      <m:rPr>
                        <m:sty m:val="p"/>
                      </m:rPr>
                      <a:rPr lang="en-US" b="0" i="1" smtClean="0">
                        <a:latin typeface="Cambria Math" panose="02040503050406030204" pitchFamily="18" charset="0"/>
                      </a:rPr>
                      <m:t>b</m:t>
                    </m:r>
                    <m:r>
                      <a:rPr lang="en-US" b="0" i="1" smtClean="0">
                        <a:latin typeface="Cambria Math" panose="02040503050406030204" pitchFamily="18" charset="0"/>
                      </a:rPr>
                      <m:t> </m:t>
                    </m:r>
                  </m:oMath>
                </a14:m>
                <a:endParaRPr lang="en-US" b="1" dirty="0"/>
              </a:p>
              <a:p>
                <a:pPr marL="285750" lvl="1" indent="-285750">
                  <a:buFont typeface="Arial" panose="020B0604020202020204" pitchFamily="34" charset="0"/>
                  <a:buChar char="•"/>
                </a:pPr>
                <a:r>
                  <a:rPr lang="en-US" dirty="0"/>
                  <a:t>and the individual marginals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q</m:t>
                        </m:r>
                        <m:r>
                          <a:rPr lang="en-US" b="0" i="1" smtClean="0">
                            <a:latin typeface="Cambria Math" panose="02040503050406030204" pitchFamily="18" charset="0"/>
                          </a:rPr>
                          <m:t>(</m:t>
                        </m:r>
                        <m:r>
                          <a:rPr lang="en-US" b="0" i="1" smtClean="0">
                            <a:latin typeface="Cambria Math" panose="02040503050406030204" pitchFamily="18" charset="0"/>
                          </a:rPr>
                          <m:t>𝑥</m:t>
                        </m:r>
                      </m:e>
                      <m:sub>
                        <m:r>
                          <m:rPr>
                            <m:sty m:val="p"/>
                          </m:rPr>
                          <a:rPr lang="en-US" b="0" i="1" smtClean="0">
                            <a:latin typeface="Cambria Math" panose="02040503050406030204" pitchFamily="18" charset="0"/>
                          </a:rPr>
                          <m:t>i</m:t>
                        </m:r>
                      </m:sub>
                    </m:sSub>
                    <m:r>
                      <a:rPr lang="en-US" b="0" i="1" smtClean="0">
                        <a:latin typeface="Cambria Math" panose="02040503050406030204" pitchFamily="18" charset="0"/>
                      </a:rPr>
                      <m:t>)</m:t>
                    </m:r>
                  </m:oMath>
                </a14:m>
                <a:r>
                  <a:rPr lang="en-US" dirty="0"/>
                  <a:t> specify that mode</a:t>
                </a:r>
              </a:p>
              <a:p>
                <a:endParaRPr lang="LID4096" dirty="0"/>
              </a:p>
            </p:txBody>
          </p:sp>
        </mc:Choice>
        <mc:Fallback xmlns="">
          <p:sp>
            <p:nvSpPr>
              <p:cNvPr id="3" name="Content Placeholder 2">
                <a:extLst>
                  <a:ext uri="{FF2B5EF4-FFF2-40B4-BE49-F238E27FC236}">
                    <a16:creationId xmlns:a16="http://schemas.microsoft.com/office/drawing/2014/main" id="{A1C5E6A0-AEC3-4D43-6E6A-DF67D75A9A72}"/>
                  </a:ext>
                </a:extLst>
              </p:cNvPr>
              <p:cNvSpPr>
                <a:spLocks noGrp="1" noRot="1" noChangeAspect="1" noMove="1" noResize="1" noEditPoints="1" noAdjustHandles="1" noChangeArrowheads="1" noChangeShapeType="1" noTextEdit="1"/>
              </p:cNvSpPr>
              <p:nvPr>
                <p:ph idx="1"/>
              </p:nvPr>
            </p:nvSpPr>
            <p:spPr>
              <a:xfrm>
                <a:off x="497832" y="1128115"/>
                <a:ext cx="8037381" cy="3471157"/>
              </a:xfrm>
              <a:blipFill>
                <a:blip r:embed="rId2"/>
                <a:stretch>
                  <a:fillRect l="-1442" t="-281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86F4DC8-167A-99A6-7076-77E8530E7281}"/>
              </a:ext>
            </a:extLst>
          </p:cNvPr>
          <p:cNvPicPr>
            <a:picLocks noChangeAspect="1"/>
          </p:cNvPicPr>
          <p:nvPr/>
        </p:nvPicPr>
        <p:blipFill>
          <a:blip r:embed="rId3"/>
          <a:stretch>
            <a:fillRect/>
          </a:stretch>
        </p:blipFill>
        <p:spPr>
          <a:xfrm>
            <a:off x="3769077" y="1428317"/>
            <a:ext cx="2857899" cy="650172"/>
          </a:xfrm>
          <a:prstGeom prst="rect">
            <a:avLst/>
          </a:prstGeom>
        </p:spPr>
      </p:pic>
      <p:pic>
        <p:nvPicPr>
          <p:cNvPr id="7" name="Picture 6">
            <a:extLst>
              <a:ext uri="{FF2B5EF4-FFF2-40B4-BE49-F238E27FC236}">
                <a16:creationId xmlns:a16="http://schemas.microsoft.com/office/drawing/2014/main" id="{90167E43-7823-7442-80D7-2EC29321D5C0}"/>
              </a:ext>
            </a:extLst>
          </p:cNvPr>
          <p:cNvPicPr>
            <a:picLocks noChangeAspect="1"/>
          </p:cNvPicPr>
          <p:nvPr/>
        </p:nvPicPr>
        <p:blipFill>
          <a:blip r:embed="rId4"/>
          <a:srcRect l="87374"/>
          <a:stretch>
            <a:fillRect/>
          </a:stretch>
        </p:blipFill>
        <p:spPr>
          <a:xfrm>
            <a:off x="4167954" y="3362065"/>
            <a:ext cx="252596" cy="285790"/>
          </a:xfrm>
          <a:prstGeom prst="rect">
            <a:avLst/>
          </a:prstGeom>
        </p:spPr>
      </p:pic>
      <p:pic>
        <p:nvPicPr>
          <p:cNvPr id="9" name="Picture 8">
            <a:extLst>
              <a:ext uri="{FF2B5EF4-FFF2-40B4-BE49-F238E27FC236}">
                <a16:creationId xmlns:a16="http://schemas.microsoft.com/office/drawing/2014/main" id="{190BA956-E4CF-892E-0B52-3256800B654A}"/>
              </a:ext>
            </a:extLst>
          </p:cNvPr>
          <p:cNvPicPr>
            <a:picLocks noChangeAspect="1"/>
          </p:cNvPicPr>
          <p:nvPr/>
        </p:nvPicPr>
        <p:blipFill>
          <a:blip r:embed="rId4"/>
          <a:srcRect r="49581"/>
          <a:stretch>
            <a:fillRect/>
          </a:stretch>
        </p:blipFill>
        <p:spPr>
          <a:xfrm>
            <a:off x="3159300" y="3362065"/>
            <a:ext cx="1008654" cy="285790"/>
          </a:xfrm>
          <a:prstGeom prst="rect">
            <a:avLst/>
          </a:prstGeom>
        </p:spPr>
      </p:pic>
      <p:pic>
        <p:nvPicPr>
          <p:cNvPr id="11" name="Picture 10">
            <a:extLst>
              <a:ext uri="{FF2B5EF4-FFF2-40B4-BE49-F238E27FC236}">
                <a16:creationId xmlns:a16="http://schemas.microsoft.com/office/drawing/2014/main" id="{4590C33E-8CFC-A82E-E116-83FEC0542155}"/>
              </a:ext>
            </a:extLst>
          </p:cNvPr>
          <p:cNvPicPr>
            <a:picLocks noChangeAspect="1"/>
          </p:cNvPicPr>
          <p:nvPr/>
        </p:nvPicPr>
        <p:blipFill>
          <a:blip r:embed="rId5"/>
          <a:stretch>
            <a:fillRect/>
          </a:stretch>
        </p:blipFill>
        <p:spPr>
          <a:xfrm>
            <a:off x="1844417" y="3647855"/>
            <a:ext cx="1550410" cy="242921"/>
          </a:xfrm>
          <a:prstGeom prst="rect">
            <a:avLst/>
          </a:prstGeom>
        </p:spPr>
      </p:pic>
      <p:pic>
        <p:nvPicPr>
          <p:cNvPr id="6" name="Picture 5">
            <a:extLst>
              <a:ext uri="{FF2B5EF4-FFF2-40B4-BE49-F238E27FC236}">
                <a16:creationId xmlns:a16="http://schemas.microsoft.com/office/drawing/2014/main" id="{8900BF24-C268-99A1-CB3C-F6A71D4C7268}"/>
              </a:ext>
            </a:extLst>
          </p:cNvPr>
          <p:cNvPicPr>
            <a:picLocks noChangeAspect="1"/>
          </p:cNvPicPr>
          <p:nvPr/>
        </p:nvPicPr>
        <p:blipFill>
          <a:blip r:embed="rId6"/>
          <a:stretch>
            <a:fillRect/>
          </a:stretch>
        </p:blipFill>
        <p:spPr>
          <a:xfrm>
            <a:off x="2441420" y="1428317"/>
            <a:ext cx="613830" cy="593958"/>
          </a:xfrm>
          <a:prstGeom prst="rect">
            <a:avLst/>
          </a:prstGeom>
        </p:spPr>
      </p:pic>
      <p:sp>
        <p:nvSpPr>
          <p:cNvPr id="8" name="Arrow: Left-Right 7">
            <a:extLst>
              <a:ext uri="{FF2B5EF4-FFF2-40B4-BE49-F238E27FC236}">
                <a16:creationId xmlns:a16="http://schemas.microsoft.com/office/drawing/2014/main" id="{E4F41FC7-3336-D001-9410-BF9B9A1F751C}"/>
              </a:ext>
            </a:extLst>
          </p:cNvPr>
          <p:cNvSpPr/>
          <p:nvPr/>
        </p:nvSpPr>
        <p:spPr>
          <a:xfrm>
            <a:off x="3277789" y="1695116"/>
            <a:ext cx="289420" cy="10695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1350"/>
          </a:p>
        </p:txBody>
      </p:sp>
    </p:spTree>
    <p:extLst>
      <p:ext uri="{BB962C8B-B14F-4D97-AF65-F5344CB8AC3E}">
        <p14:creationId xmlns:p14="http://schemas.microsoft.com/office/powerpoint/2010/main" val="276918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33A06-3589-C9E7-EE85-F1F4118EBA0D}"/>
              </a:ext>
            </a:extLst>
          </p:cNvPr>
          <p:cNvSpPr>
            <a:spLocks noGrp="1"/>
          </p:cNvSpPr>
          <p:nvPr>
            <p:ph type="title"/>
          </p:nvPr>
        </p:nvSpPr>
        <p:spPr/>
        <p:txBody>
          <a:bodyPr>
            <a:noAutofit/>
          </a:bodyPr>
          <a:lstStyle/>
          <a:p>
            <a:r>
              <a:rPr lang="en-US" sz="2600" dirty="0"/>
              <a:t>Factorizing the GMRF to construct the graph</a:t>
            </a:r>
            <a:endParaRPr lang="LID4096" sz="2600" dirty="0"/>
          </a:p>
        </p:txBody>
      </p:sp>
      <p:sp>
        <p:nvSpPr>
          <p:cNvPr id="3" name="Content Placeholder 2">
            <a:extLst>
              <a:ext uri="{FF2B5EF4-FFF2-40B4-BE49-F238E27FC236}">
                <a16:creationId xmlns:a16="http://schemas.microsoft.com/office/drawing/2014/main" id="{7D1FCDAA-B0BD-0BA8-7ED8-B37D73F18566}"/>
              </a:ext>
            </a:extLst>
          </p:cNvPr>
          <p:cNvSpPr>
            <a:spLocks noGrp="1"/>
          </p:cNvSpPr>
          <p:nvPr>
            <p:ph idx="1"/>
          </p:nvPr>
        </p:nvSpPr>
        <p:spPr/>
        <p:txBody>
          <a:bodyPr/>
          <a:lstStyle/>
          <a:p>
            <a:r>
              <a:rPr lang="en-US" dirty="0"/>
              <a:t>A GMRF is quadratic and factorizes into unary and binary factors</a:t>
            </a:r>
          </a:p>
          <a:p>
            <a:endParaRPr lang="en-US" dirty="0"/>
          </a:p>
          <a:p>
            <a:endParaRPr lang="en-US" dirty="0"/>
          </a:p>
          <a:p>
            <a:r>
              <a:rPr lang="en-US" dirty="0"/>
              <a:t>Collecting and naming terms, we get</a:t>
            </a:r>
          </a:p>
          <a:p>
            <a:endParaRPr lang="en-US" dirty="0"/>
          </a:p>
          <a:p>
            <a:endParaRPr lang="en-US" dirty="0"/>
          </a:p>
          <a:p>
            <a:r>
              <a:rPr lang="en-US" dirty="0"/>
              <a:t>where </a:t>
            </a:r>
            <a:endParaRPr lang="LID4096" dirty="0"/>
          </a:p>
        </p:txBody>
      </p:sp>
      <p:pic>
        <p:nvPicPr>
          <p:cNvPr id="5" name="Picture 4">
            <a:extLst>
              <a:ext uri="{FF2B5EF4-FFF2-40B4-BE49-F238E27FC236}">
                <a16:creationId xmlns:a16="http://schemas.microsoft.com/office/drawing/2014/main" id="{F3529599-610F-5873-B5CC-2043D67D8019}"/>
              </a:ext>
            </a:extLst>
          </p:cNvPr>
          <p:cNvPicPr>
            <a:picLocks noChangeAspect="1"/>
          </p:cNvPicPr>
          <p:nvPr/>
        </p:nvPicPr>
        <p:blipFill>
          <a:blip r:embed="rId2"/>
          <a:stretch>
            <a:fillRect/>
          </a:stretch>
        </p:blipFill>
        <p:spPr>
          <a:xfrm>
            <a:off x="2176742" y="1529960"/>
            <a:ext cx="4808904" cy="758327"/>
          </a:xfrm>
          <a:prstGeom prst="rect">
            <a:avLst/>
          </a:prstGeom>
        </p:spPr>
      </p:pic>
      <p:pic>
        <p:nvPicPr>
          <p:cNvPr id="7" name="Picture 6">
            <a:extLst>
              <a:ext uri="{FF2B5EF4-FFF2-40B4-BE49-F238E27FC236}">
                <a16:creationId xmlns:a16="http://schemas.microsoft.com/office/drawing/2014/main" id="{04D20DBA-DB3F-FF90-A048-39784D625829}"/>
              </a:ext>
            </a:extLst>
          </p:cNvPr>
          <p:cNvPicPr>
            <a:picLocks noChangeAspect="1"/>
          </p:cNvPicPr>
          <p:nvPr/>
        </p:nvPicPr>
        <p:blipFill>
          <a:blip r:embed="rId3"/>
          <a:stretch>
            <a:fillRect/>
          </a:stretch>
        </p:blipFill>
        <p:spPr>
          <a:xfrm>
            <a:off x="2603775" y="2839392"/>
            <a:ext cx="3177194" cy="743382"/>
          </a:xfrm>
          <a:prstGeom prst="rect">
            <a:avLst/>
          </a:prstGeom>
        </p:spPr>
      </p:pic>
      <p:pic>
        <p:nvPicPr>
          <p:cNvPr id="9" name="Picture 8">
            <a:extLst>
              <a:ext uri="{FF2B5EF4-FFF2-40B4-BE49-F238E27FC236}">
                <a16:creationId xmlns:a16="http://schemas.microsoft.com/office/drawing/2014/main" id="{CAB1BC73-2560-6C9D-9EC1-0E53D5DAA02C}"/>
              </a:ext>
            </a:extLst>
          </p:cNvPr>
          <p:cNvPicPr>
            <a:picLocks noChangeAspect="1"/>
          </p:cNvPicPr>
          <p:nvPr/>
        </p:nvPicPr>
        <p:blipFill>
          <a:blip r:embed="rId4"/>
          <a:stretch>
            <a:fillRect/>
          </a:stretch>
        </p:blipFill>
        <p:spPr>
          <a:xfrm>
            <a:off x="2409675" y="3693131"/>
            <a:ext cx="3638703" cy="1295514"/>
          </a:xfrm>
          <a:prstGeom prst="rect">
            <a:avLst/>
          </a:prstGeom>
        </p:spPr>
      </p:pic>
      <p:pic>
        <p:nvPicPr>
          <p:cNvPr id="11" name="Picture 10">
            <a:extLst>
              <a:ext uri="{FF2B5EF4-FFF2-40B4-BE49-F238E27FC236}">
                <a16:creationId xmlns:a16="http://schemas.microsoft.com/office/drawing/2014/main" id="{1D356A21-B995-E82C-D94E-EC3C087F6094}"/>
              </a:ext>
            </a:extLst>
          </p:cNvPr>
          <p:cNvPicPr>
            <a:picLocks noChangeAspect="1"/>
          </p:cNvPicPr>
          <p:nvPr/>
        </p:nvPicPr>
        <p:blipFill>
          <a:blip r:embed="rId5"/>
          <a:stretch>
            <a:fillRect/>
          </a:stretch>
        </p:blipFill>
        <p:spPr>
          <a:xfrm>
            <a:off x="6315788" y="2811988"/>
            <a:ext cx="1986240" cy="1921937"/>
          </a:xfrm>
          <a:prstGeom prst="rect">
            <a:avLst/>
          </a:prstGeom>
        </p:spPr>
      </p:pic>
      <p:pic>
        <p:nvPicPr>
          <p:cNvPr id="13" name="Picture 12">
            <a:extLst>
              <a:ext uri="{FF2B5EF4-FFF2-40B4-BE49-F238E27FC236}">
                <a16:creationId xmlns:a16="http://schemas.microsoft.com/office/drawing/2014/main" id="{E16D16DD-663A-DB8F-9817-9E017773B64C}"/>
              </a:ext>
            </a:extLst>
          </p:cNvPr>
          <p:cNvPicPr>
            <a:picLocks noChangeAspect="1"/>
          </p:cNvPicPr>
          <p:nvPr/>
        </p:nvPicPr>
        <p:blipFill>
          <a:blip r:embed="rId6"/>
          <a:stretch>
            <a:fillRect/>
          </a:stretch>
        </p:blipFill>
        <p:spPr>
          <a:xfrm>
            <a:off x="6764159" y="2372873"/>
            <a:ext cx="442974" cy="307224"/>
          </a:xfrm>
          <a:prstGeom prst="rect">
            <a:avLst/>
          </a:prstGeom>
        </p:spPr>
      </p:pic>
      <p:pic>
        <p:nvPicPr>
          <p:cNvPr id="15" name="Picture 14">
            <a:extLst>
              <a:ext uri="{FF2B5EF4-FFF2-40B4-BE49-F238E27FC236}">
                <a16:creationId xmlns:a16="http://schemas.microsoft.com/office/drawing/2014/main" id="{9B72BB03-6040-911F-A6BB-D826299A7F14}"/>
              </a:ext>
            </a:extLst>
          </p:cNvPr>
          <p:cNvPicPr>
            <a:picLocks noChangeAspect="1"/>
          </p:cNvPicPr>
          <p:nvPr/>
        </p:nvPicPr>
        <p:blipFill>
          <a:blip r:embed="rId7"/>
          <a:stretch>
            <a:fillRect/>
          </a:stretch>
        </p:blipFill>
        <p:spPr>
          <a:xfrm>
            <a:off x="7840029" y="2372873"/>
            <a:ext cx="757343" cy="300080"/>
          </a:xfrm>
          <a:prstGeom prst="rect">
            <a:avLst/>
          </a:prstGeom>
        </p:spPr>
      </p:pic>
      <p:cxnSp>
        <p:nvCxnSpPr>
          <p:cNvPr id="17" name="Connector: Elbow 16">
            <a:extLst>
              <a:ext uri="{FF2B5EF4-FFF2-40B4-BE49-F238E27FC236}">
                <a16:creationId xmlns:a16="http://schemas.microsoft.com/office/drawing/2014/main" id="{F25055E7-76F4-ABC1-FCE1-63FED33295B6}"/>
              </a:ext>
            </a:extLst>
          </p:cNvPr>
          <p:cNvCxnSpPr>
            <a:stCxn id="13" idx="1"/>
          </p:cNvCxnSpPr>
          <p:nvPr/>
        </p:nvCxnSpPr>
        <p:spPr>
          <a:xfrm rot="10800000" flipV="1">
            <a:off x="6448783" y="2526485"/>
            <a:ext cx="315377" cy="34265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B0DB3C73-2F04-B2BA-8FD5-BB4515F88DFB}"/>
              </a:ext>
            </a:extLst>
          </p:cNvPr>
          <p:cNvCxnSpPr>
            <a:stCxn id="15" idx="1"/>
          </p:cNvCxnSpPr>
          <p:nvPr/>
        </p:nvCxnSpPr>
        <p:spPr>
          <a:xfrm rot="10800000" flipV="1">
            <a:off x="7631886" y="2522913"/>
            <a:ext cx="208144" cy="39446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AB5F48BD-84BA-1FDE-C3AF-756B5D98D2FF}"/>
              </a:ext>
            </a:extLst>
          </p:cNvPr>
          <p:cNvSpPr txBox="1"/>
          <p:nvPr/>
        </p:nvSpPr>
        <p:spPr>
          <a:xfrm>
            <a:off x="6606471" y="4782760"/>
            <a:ext cx="1682512" cy="300082"/>
          </a:xfrm>
          <a:prstGeom prst="rect">
            <a:avLst/>
          </a:prstGeom>
          <a:noFill/>
        </p:spPr>
        <p:txBody>
          <a:bodyPr wrap="none" rtlCol="0">
            <a:spAutoFit/>
          </a:bodyPr>
          <a:lstStyle/>
          <a:p>
            <a:r>
              <a:rPr lang="en-US" sz="1350" dirty="0"/>
              <a:t>* one example GMRF</a:t>
            </a:r>
            <a:endParaRPr lang="LID4096" sz="1350" dirty="0"/>
          </a:p>
        </p:txBody>
      </p:sp>
    </p:spTree>
    <p:extLst>
      <p:ext uri="{BB962C8B-B14F-4D97-AF65-F5344CB8AC3E}">
        <p14:creationId xmlns:p14="http://schemas.microsoft.com/office/powerpoint/2010/main" val="2221638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DB75F-AC88-D4EB-012F-BEDA5C7DEB30}"/>
              </a:ext>
            </a:extLst>
          </p:cNvPr>
          <p:cNvSpPr>
            <a:spLocks noGrp="1"/>
          </p:cNvSpPr>
          <p:nvPr>
            <p:ph type="title"/>
          </p:nvPr>
        </p:nvSpPr>
        <p:spPr/>
        <p:txBody>
          <a:bodyPr>
            <a:noAutofit/>
          </a:bodyPr>
          <a:lstStyle/>
          <a:p>
            <a:r>
              <a:rPr lang="en-US" sz="2600" dirty="0"/>
              <a:t>Mean / Marginal inference by message-passing</a:t>
            </a:r>
            <a:endParaRPr lang="LID4096" sz="2600" dirty="0"/>
          </a:p>
        </p:txBody>
      </p:sp>
      <p:sp>
        <p:nvSpPr>
          <p:cNvPr id="3" name="Content Placeholder 2">
            <a:extLst>
              <a:ext uri="{FF2B5EF4-FFF2-40B4-BE49-F238E27FC236}">
                <a16:creationId xmlns:a16="http://schemas.microsoft.com/office/drawing/2014/main" id="{62407176-70D7-489F-8560-8CBE687C6D7C}"/>
              </a:ext>
            </a:extLst>
          </p:cNvPr>
          <p:cNvSpPr>
            <a:spLocks noGrp="1"/>
          </p:cNvSpPr>
          <p:nvPr>
            <p:ph idx="1"/>
          </p:nvPr>
        </p:nvSpPr>
        <p:spPr/>
        <p:txBody>
          <a:bodyPr/>
          <a:lstStyle/>
          <a:p>
            <a:r>
              <a:rPr lang="en-US" dirty="0"/>
              <a:t>Message-passing = distributed, approximate marginal inference</a:t>
            </a:r>
          </a:p>
          <a:p>
            <a:pPr lvl="1"/>
            <a:r>
              <a:rPr lang="en-US" dirty="0"/>
              <a:t>In this case, we use </a:t>
            </a:r>
            <a:r>
              <a:rPr lang="en-US" b="1" dirty="0"/>
              <a:t>sum-product message-passing</a:t>
            </a:r>
            <a:r>
              <a:rPr lang="en-US" dirty="0"/>
              <a:t> </a:t>
            </a:r>
          </a:p>
          <a:p>
            <a:r>
              <a:rPr lang="en-US" dirty="0"/>
              <a:t>Two iterative steps until convergence: </a:t>
            </a:r>
          </a:p>
          <a:p>
            <a:pPr lvl="1"/>
            <a:r>
              <a:rPr lang="en-US" dirty="0"/>
              <a:t>send messages between adjacent nodes</a:t>
            </a:r>
          </a:p>
          <a:p>
            <a:pPr lvl="1"/>
            <a:r>
              <a:rPr lang="en-US" dirty="0"/>
              <a:t>compute marginals at each node</a:t>
            </a:r>
          </a:p>
          <a:p>
            <a:r>
              <a:rPr lang="en-US" dirty="0"/>
              <a:t>Messages are computed per</a:t>
            </a:r>
          </a:p>
          <a:p>
            <a:endParaRPr lang="en-US" dirty="0"/>
          </a:p>
          <a:p>
            <a:r>
              <a:rPr lang="en-US" dirty="0"/>
              <a:t>Marginals computed per </a:t>
            </a:r>
          </a:p>
          <a:p>
            <a:r>
              <a:rPr lang="en-US" dirty="0"/>
              <a:t> Analytic update </a:t>
            </a:r>
            <a:r>
              <a:rPr lang="en-US" dirty="0" err="1"/>
              <a:t>eqs</a:t>
            </a:r>
            <a:r>
              <a:rPr lang="en-US" dirty="0"/>
              <a:t>. next slide</a:t>
            </a:r>
          </a:p>
        </p:txBody>
      </p:sp>
      <p:pic>
        <p:nvPicPr>
          <p:cNvPr id="5" name="Picture 4">
            <a:extLst>
              <a:ext uri="{FF2B5EF4-FFF2-40B4-BE49-F238E27FC236}">
                <a16:creationId xmlns:a16="http://schemas.microsoft.com/office/drawing/2014/main" id="{89541989-C27B-87F1-AC7A-8D14DC2BE641}"/>
              </a:ext>
            </a:extLst>
          </p:cNvPr>
          <p:cNvPicPr>
            <a:picLocks noChangeAspect="1"/>
          </p:cNvPicPr>
          <p:nvPr/>
        </p:nvPicPr>
        <p:blipFill>
          <a:blip r:embed="rId2"/>
          <a:stretch>
            <a:fillRect/>
          </a:stretch>
        </p:blipFill>
        <p:spPr>
          <a:xfrm>
            <a:off x="4163687" y="2999857"/>
            <a:ext cx="3579518" cy="571580"/>
          </a:xfrm>
          <a:prstGeom prst="rect">
            <a:avLst/>
          </a:prstGeom>
        </p:spPr>
      </p:pic>
      <p:cxnSp>
        <p:nvCxnSpPr>
          <p:cNvPr id="28" name="Straight Connector 27">
            <a:extLst>
              <a:ext uri="{FF2B5EF4-FFF2-40B4-BE49-F238E27FC236}">
                <a16:creationId xmlns:a16="http://schemas.microsoft.com/office/drawing/2014/main" id="{B6F9DE23-0211-C01E-0E7E-A6FAFA8659F7}"/>
              </a:ext>
            </a:extLst>
          </p:cNvPr>
          <p:cNvCxnSpPr/>
          <p:nvPr/>
        </p:nvCxnSpPr>
        <p:spPr>
          <a:xfrm>
            <a:off x="4316931" y="3392678"/>
            <a:ext cx="519764"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35" name="Straight Connector 34">
            <a:extLst>
              <a:ext uri="{FF2B5EF4-FFF2-40B4-BE49-F238E27FC236}">
                <a16:creationId xmlns:a16="http://schemas.microsoft.com/office/drawing/2014/main" id="{3E1469C9-CEB5-2AF5-E0D8-CA22560F0397}"/>
              </a:ext>
            </a:extLst>
          </p:cNvPr>
          <p:cNvCxnSpPr/>
          <p:nvPr/>
        </p:nvCxnSpPr>
        <p:spPr>
          <a:xfrm>
            <a:off x="6836921" y="3415143"/>
            <a:ext cx="519764" cy="0"/>
          </a:xfrm>
          <a:prstGeom prst="line">
            <a:avLst/>
          </a:prstGeom>
        </p:spPr>
        <p:style>
          <a:lnRef idx="2">
            <a:schemeClr val="accent5"/>
          </a:lnRef>
          <a:fillRef idx="0">
            <a:schemeClr val="accent5"/>
          </a:fillRef>
          <a:effectRef idx="1">
            <a:schemeClr val="accent5"/>
          </a:effectRef>
          <a:fontRef idx="minor">
            <a:schemeClr val="tx1"/>
          </a:fontRef>
        </p:style>
      </p:cxnSp>
      <p:pic>
        <p:nvPicPr>
          <p:cNvPr id="40" name="Picture 39">
            <a:extLst>
              <a:ext uri="{FF2B5EF4-FFF2-40B4-BE49-F238E27FC236}">
                <a16:creationId xmlns:a16="http://schemas.microsoft.com/office/drawing/2014/main" id="{5B3FECE5-FD75-0FCB-9166-2B8CFD851961}"/>
              </a:ext>
            </a:extLst>
          </p:cNvPr>
          <p:cNvPicPr>
            <a:picLocks noChangeAspect="1"/>
          </p:cNvPicPr>
          <p:nvPr/>
        </p:nvPicPr>
        <p:blipFill>
          <a:blip r:embed="rId3"/>
          <a:stretch>
            <a:fillRect/>
          </a:stretch>
        </p:blipFill>
        <p:spPr>
          <a:xfrm>
            <a:off x="7198032" y="1747945"/>
            <a:ext cx="1724588" cy="1230256"/>
          </a:xfrm>
          <a:prstGeom prst="rect">
            <a:avLst/>
          </a:prstGeom>
        </p:spPr>
      </p:pic>
      <p:pic>
        <p:nvPicPr>
          <p:cNvPr id="42" name="Picture 41">
            <a:extLst>
              <a:ext uri="{FF2B5EF4-FFF2-40B4-BE49-F238E27FC236}">
                <a16:creationId xmlns:a16="http://schemas.microsoft.com/office/drawing/2014/main" id="{F13FD394-7A75-A47F-2C99-F3FB84397DB3}"/>
              </a:ext>
            </a:extLst>
          </p:cNvPr>
          <p:cNvPicPr>
            <a:picLocks noChangeAspect="1"/>
          </p:cNvPicPr>
          <p:nvPr/>
        </p:nvPicPr>
        <p:blipFill>
          <a:blip r:embed="rId4"/>
          <a:stretch>
            <a:fillRect/>
          </a:stretch>
        </p:blipFill>
        <p:spPr>
          <a:xfrm>
            <a:off x="3828552" y="3746342"/>
            <a:ext cx="1979095" cy="435830"/>
          </a:xfrm>
          <a:prstGeom prst="rect">
            <a:avLst/>
          </a:prstGeom>
        </p:spPr>
      </p:pic>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72F6749-DC10-FFFC-D773-DC5D5AA470FC}"/>
                  </a:ext>
                </a:extLst>
              </p:cNvPr>
              <p:cNvSpPr txBox="1"/>
              <p:nvPr/>
            </p:nvSpPr>
            <p:spPr>
              <a:xfrm>
                <a:off x="7648791" y="3130970"/>
                <a:ext cx="352982" cy="300082"/>
              </a:xfrm>
              <a:prstGeom prst="rect">
                <a:avLst/>
              </a:prstGeom>
              <a:noFill/>
            </p:spPr>
            <p:txBody>
              <a:bodyPr wrap="none" rtlCol="0">
                <a:spAutoFit/>
              </a:bodyPr>
              <a:lstStyle/>
              <a:p>
                <a:pPr/>
                <a14:m>
                  <m:oMathPara xmlns:m="http://schemas.openxmlformats.org/officeDocument/2006/math">
                    <m:oMath>
                      <m:r>
                        <a:rPr lang="en-US" sz="1350" i="1">
                          <a:latin typeface="Cambria Math" panose="02040503050406030204" pitchFamily="18" charset="0"/>
                        </a:rPr>
                        <m:t>=</m:t>
                      </m:r>
                    </m:oMath>
                  </m:oMathPara>
                </a14:m>
                <a:endParaRPr lang="LID4096" sz="1350" dirty="0"/>
              </a:p>
            </p:txBody>
          </p:sp>
        </mc:Choice>
        <mc:Fallback xmlns="">
          <p:sp>
            <p:nvSpPr>
              <p:cNvPr id="48" name="TextBox 47">
                <a:extLst>
                  <a:ext uri="{FF2B5EF4-FFF2-40B4-BE49-F238E27FC236}">
                    <a16:creationId xmlns:a16="http://schemas.microsoft.com/office/drawing/2014/main" id="{B72F6749-DC10-FFFC-D773-DC5D5AA470FC}"/>
                  </a:ext>
                </a:extLst>
              </p:cNvPr>
              <p:cNvSpPr txBox="1">
                <a:spLocks noRot="1" noChangeAspect="1" noMove="1" noResize="1" noEditPoints="1" noAdjustHandles="1" noChangeArrowheads="1" noChangeShapeType="1" noTextEdit="1"/>
              </p:cNvSpPr>
              <p:nvPr/>
            </p:nvSpPr>
            <p:spPr>
              <a:xfrm>
                <a:off x="7648791" y="3130970"/>
                <a:ext cx="352982" cy="300082"/>
              </a:xfrm>
              <a:prstGeom prst="rect">
                <a:avLst/>
              </a:prstGeom>
              <a:blipFill>
                <a:blip r:embed="rId5"/>
                <a:stretch>
                  <a:fillRect/>
                </a:stretch>
              </a:blipFill>
            </p:spPr>
            <p:txBody>
              <a:bodyPr/>
              <a:lstStyle/>
              <a:p>
                <a:r>
                  <a:rPr lang="en-US">
                    <a:noFill/>
                  </a:rPr>
                  <a:t> </a:t>
                </a:r>
              </a:p>
            </p:txBody>
          </p:sp>
        </mc:Fallback>
      </mc:AlternateContent>
      <p:pic>
        <p:nvPicPr>
          <p:cNvPr id="50" name="Picture 49">
            <a:extLst>
              <a:ext uri="{FF2B5EF4-FFF2-40B4-BE49-F238E27FC236}">
                <a16:creationId xmlns:a16="http://schemas.microsoft.com/office/drawing/2014/main" id="{301ACFB0-574C-0C5F-7E27-43F0AC1A3D8A}"/>
              </a:ext>
            </a:extLst>
          </p:cNvPr>
          <p:cNvPicPr>
            <a:picLocks noChangeAspect="1"/>
          </p:cNvPicPr>
          <p:nvPr/>
        </p:nvPicPr>
        <p:blipFill>
          <a:blip r:embed="rId6"/>
          <a:srcRect t="33622" b="32905"/>
          <a:stretch>
            <a:fillRect/>
          </a:stretch>
        </p:blipFill>
        <p:spPr>
          <a:xfrm>
            <a:off x="7873579" y="3130970"/>
            <a:ext cx="1210487" cy="327159"/>
          </a:xfrm>
          <a:prstGeom prst="rect">
            <a:avLst/>
          </a:prstGeom>
        </p:spPr>
      </p:pic>
      <p:pic>
        <p:nvPicPr>
          <p:cNvPr id="52" name="Picture 51">
            <a:extLst>
              <a:ext uri="{FF2B5EF4-FFF2-40B4-BE49-F238E27FC236}">
                <a16:creationId xmlns:a16="http://schemas.microsoft.com/office/drawing/2014/main" id="{D204614B-62D4-701C-7F8F-C819AE5619EC}"/>
              </a:ext>
            </a:extLst>
          </p:cNvPr>
          <p:cNvPicPr>
            <a:picLocks noChangeAspect="1"/>
          </p:cNvPicPr>
          <p:nvPr/>
        </p:nvPicPr>
        <p:blipFill>
          <a:blip r:embed="rId6"/>
          <a:srcRect l="2202" t="64822" r="-2202" b="1705"/>
          <a:stretch>
            <a:fillRect/>
          </a:stretch>
        </p:blipFill>
        <p:spPr>
          <a:xfrm>
            <a:off x="5987545" y="3746342"/>
            <a:ext cx="1210487" cy="327159"/>
          </a:xfrm>
          <a:prstGeom prst="rect">
            <a:avLst/>
          </a:prstGeom>
        </p:spPr>
      </p:pic>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262B101-66AF-3A61-CF75-8A3CAEBE8460}"/>
                  </a:ext>
                </a:extLst>
              </p:cNvPr>
              <p:cNvSpPr txBox="1"/>
              <p:nvPr/>
            </p:nvSpPr>
            <p:spPr>
              <a:xfrm>
                <a:off x="5788797" y="3771422"/>
                <a:ext cx="352982" cy="300082"/>
              </a:xfrm>
              <a:prstGeom prst="rect">
                <a:avLst/>
              </a:prstGeom>
              <a:noFill/>
            </p:spPr>
            <p:txBody>
              <a:bodyPr wrap="none" rtlCol="0">
                <a:spAutoFit/>
              </a:bodyPr>
              <a:lstStyle/>
              <a:p>
                <a:pPr/>
                <a14:m>
                  <m:oMathPara xmlns:m="http://schemas.openxmlformats.org/officeDocument/2006/math">
                    <m:oMath>
                      <m:r>
                        <a:rPr lang="en-US" sz="1350" i="1">
                          <a:latin typeface="Cambria Math" panose="02040503050406030204" pitchFamily="18" charset="0"/>
                        </a:rPr>
                        <m:t>=</m:t>
                      </m:r>
                    </m:oMath>
                  </m:oMathPara>
                </a14:m>
                <a:endParaRPr lang="LID4096" sz="1350" dirty="0"/>
              </a:p>
            </p:txBody>
          </p:sp>
        </mc:Choice>
        <mc:Fallback xmlns="">
          <p:sp>
            <p:nvSpPr>
              <p:cNvPr id="53" name="TextBox 52">
                <a:extLst>
                  <a:ext uri="{FF2B5EF4-FFF2-40B4-BE49-F238E27FC236}">
                    <a16:creationId xmlns:a16="http://schemas.microsoft.com/office/drawing/2014/main" id="{D262B101-66AF-3A61-CF75-8A3CAEBE8460}"/>
                  </a:ext>
                </a:extLst>
              </p:cNvPr>
              <p:cNvSpPr txBox="1">
                <a:spLocks noRot="1" noChangeAspect="1" noMove="1" noResize="1" noEditPoints="1" noAdjustHandles="1" noChangeArrowheads="1" noChangeShapeType="1" noTextEdit="1"/>
              </p:cNvSpPr>
              <p:nvPr/>
            </p:nvSpPr>
            <p:spPr>
              <a:xfrm>
                <a:off x="5788797" y="3771422"/>
                <a:ext cx="352982" cy="30008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6390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18B90-8C08-139F-FBA3-DF6643973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048EB-9C90-FFE9-E7F2-F47C4A1A3A0B}"/>
              </a:ext>
            </a:extLst>
          </p:cNvPr>
          <p:cNvSpPr>
            <a:spLocks noGrp="1"/>
          </p:cNvSpPr>
          <p:nvPr>
            <p:ph type="title"/>
          </p:nvPr>
        </p:nvSpPr>
        <p:spPr/>
        <p:txBody>
          <a:bodyPr>
            <a:noAutofit/>
          </a:bodyPr>
          <a:lstStyle/>
          <a:p>
            <a:r>
              <a:rPr lang="en-US" sz="2600" dirty="0"/>
              <a:t>Mean / Marginal inference by message-passing</a:t>
            </a:r>
            <a:endParaRPr lang="LID4096" sz="2600" dirty="0"/>
          </a:p>
        </p:txBody>
      </p:sp>
      <p:sp>
        <p:nvSpPr>
          <p:cNvPr id="3" name="Content Placeholder 2">
            <a:extLst>
              <a:ext uri="{FF2B5EF4-FFF2-40B4-BE49-F238E27FC236}">
                <a16:creationId xmlns:a16="http://schemas.microsoft.com/office/drawing/2014/main" id="{2FA58DF9-5A3C-CF02-2A59-F6886259732D}"/>
              </a:ext>
            </a:extLst>
          </p:cNvPr>
          <p:cNvSpPr>
            <a:spLocks noGrp="1"/>
          </p:cNvSpPr>
          <p:nvPr>
            <p:ph idx="1"/>
          </p:nvPr>
        </p:nvSpPr>
        <p:spPr/>
        <p:txBody>
          <a:bodyPr/>
          <a:lstStyle/>
          <a:p>
            <a:r>
              <a:rPr lang="en-US" dirty="0"/>
              <a:t>Define cavity belief at node </a:t>
            </a:r>
            <a:r>
              <a:rPr lang="en-US" dirty="0" err="1"/>
              <a:t>i</a:t>
            </a:r>
            <a:r>
              <a:rPr lang="en-US" dirty="0"/>
              <a:t> (belief at </a:t>
            </a:r>
            <a:r>
              <a:rPr lang="en-US" dirty="0" err="1"/>
              <a:t>i</a:t>
            </a:r>
            <a:r>
              <a:rPr lang="en-US" dirty="0"/>
              <a:t> ignoring j)</a:t>
            </a:r>
          </a:p>
          <a:p>
            <a:endParaRPr lang="en-US" dirty="0"/>
          </a:p>
          <a:p>
            <a:endParaRPr lang="en-US" dirty="0"/>
          </a:p>
          <a:p>
            <a:r>
              <a:rPr lang="en-US" dirty="0"/>
              <a:t>Form message from </a:t>
            </a:r>
            <a:r>
              <a:rPr lang="en-US" dirty="0" err="1"/>
              <a:t>i</a:t>
            </a:r>
            <a:r>
              <a:rPr lang="en-US" dirty="0"/>
              <a:t> to j</a:t>
            </a:r>
          </a:p>
          <a:p>
            <a:endParaRPr lang="en-US" dirty="0"/>
          </a:p>
          <a:p>
            <a:endParaRPr lang="en-US" dirty="0"/>
          </a:p>
          <a:p>
            <a:r>
              <a:rPr lang="en-US" dirty="0"/>
              <a:t>Obtain current belief for node </a:t>
            </a:r>
            <a:r>
              <a:rPr lang="en-US" dirty="0" err="1"/>
              <a:t>i</a:t>
            </a:r>
            <a:endParaRPr lang="en-US" dirty="0"/>
          </a:p>
        </p:txBody>
      </p:sp>
      <p:cxnSp>
        <p:nvCxnSpPr>
          <p:cNvPr id="28" name="Straight Connector 27">
            <a:extLst>
              <a:ext uri="{FF2B5EF4-FFF2-40B4-BE49-F238E27FC236}">
                <a16:creationId xmlns:a16="http://schemas.microsoft.com/office/drawing/2014/main" id="{B08BE115-5408-22EE-D796-77D76331CB14}"/>
              </a:ext>
            </a:extLst>
          </p:cNvPr>
          <p:cNvCxnSpPr/>
          <p:nvPr/>
        </p:nvCxnSpPr>
        <p:spPr>
          <a:xfrm>
            <a:off x="4316931" y="3392678"/>
            <a:ext cx="519764" cy="0"/>
          </a:xfrm>
          <a:prstGeom prst="line">
            <a:avLst/>
          </a:prstGeom>
        </p:spPr>
        <p:style>
          <a:lnRef idx="2">
            <a:schemeClr val="accent6"/>
          </a:lnRef>
          <a:fillRef idx="0">
            <a:schemeClr val="accent6"/>
          </a:fillRef>
          <a:effectRef idx="1">
            <a:schemeClr val="accent6"/>
          </a:effectRef>
          <a:fontRef idx="minor">
            <a:schemeClr val="tx1"/>
          </a:fontRef>
        </p:style>
      </p:cxnSp>
      <p:pic>
        <p:nvPicPr>
          <p:cNvPr id="10" name="Picture 9">
            <a:extLst>
              <a:ext uri="{FF2B5EF4-FFF2-40B4-BE49-F238E27FC236}">
                <a16:creationId xmlns:a16="http://schemas.microsoft.com/office/drawing/2014/main" id="{7A5F38B1-1E5D-A437-1E88-9956A441B8A1}"/>
              </a:ext>
            </a:extLst>
          </p:cNvPr>
          <p:cNvPicPr>
            <a:picLocks noChangeAspect="1"/>
          </p:cNvPicPr>
          <p:nvPr/>
        </p:nvPicPr>
        <p:blipFill>
          <a:blip r:embed="rId3"/>
          <a:srcRect b="51840"/>
          <a:stretch>
            <a:fillRect/>
          </a:stretch>
        </p:blipFill>
        <p:spPr>
          <a:xfrm>
            <a:off x="2858377" y="1843371"/>
            <a:ext cx="2021963" cy="519577"/>
          </a:xfrm>
          <a:prstGeom prst="rect">
            <a:avLst/>
          </a:prstGeom>
        </p:spPr>
      </p:pic>
      <p:pic>
        <p:nvPicPr>
          <p:cNvPr id="11" name="Picture 10">
            <a:extLst>
              <a:ext uri="{FF2B5EF4-FFF2-40B4-BE49-F238E27FC236}">
                <a16:creationId xmlns:a16="http://schemas.microsoft.com/office/drawing/2014/main" id="{25007C3A-2EF1-2132-D3A6-7E65C6BDA556}"/>
              </a:ext>
            </a:extLst>
          </p:cNvPr>
          <p:cNvPicPr>
            <a:picLocks noChangeAspect="1"/>
          </p:cNvPicPr>
          <p:nvPr/>
        </p:nvPicPr>
        <p:blipFill>
          <a:blip r:embed="rId3"/>
          <a:srcRect t="48428" b="3412"/>
          <a:stretch>
            <a:fillRect/>
          </a:stretch>
        </p:blipFill>
        <p:spPr>
          <a:xfrm>
            <a:off x="4880341" y="1843372"/>
            <a:ext cx="2021963" cy="519577"/>
          </a:xfrm>
          <a:prstGeom prst="rect">
            <a:avLst/>
          </a:prstGeom>
        </p:spPr>
      </p:pic>
      <p:pic>
        <p:nvPicPr>
          <p:cNvPr id="13" name="Picture 12">
            <a:extLst>
              <a:ext uri="{FF2B5EF4-FFF2-40B4-BE49-F238E27FC236}">
                <a16:creationId xmlns:a16="http://schemas.microsoft.com/office/drawing/2014/main" id="{19CA2C8D-F909-BBA5-5078-448B3E405FB9}"/>
              </a:ext>
            </a:extLst>
          </p:cNvPr>
          <p:cNvPicPr>
            <a:picLocks noChangeAspect="1"/>
          </p:cNvPicPr>
          <p:nvPr/>
        </p:nvPicPr>
        <p:blipFill>
          <a:blip r:embed="rId4"/>
          <a:stretch>
            <a:fillRect/>
          </a:stretch>
        </p:blipFill>
        <p:spPr>
          <a:xfrm>
            <a:off x="2858377" y="2837100"/>
            <a:ext cx="2379201" cy="578725"/>
          </a:xfrm>
          <a:prstGeom prst="rect">
            <a:avLst/>
          </a:prstGeom>
        </p:spPr>
      </p:pic>
      <p:pic>
        <p:nvPicPr>
          <p:cNvPr id="15" name="Picture 14">
            <a:extLst>
              <a:ext uri="{FF2B5EF4-FFF2-40B4-BE49-F238E27FC236}">
                <a16:creationId xmlns:a16="http://schemas.microsoft.com/office/drawing/2014/main" id="{3E004DFD-829D-3B46-B50A-984ADECD0549}"/>
              </a:ext>
            </a:extLst>
          </p:cNvPr>
          <p:cNvPicPr>
            <a:picLocks noChangeAspect="1"/>
          </p:cNvPicPr>
          <p:nvPr/>
        </p:nvPicPr>
        <p:blipFill>
          <a:blip r:embed="rId5"/>
          <a:srcRect b="55816"/>
          <a:stretch>
            <a:fillRect/>
          </a:stretch>
        </p:blipFill>
        <p:spPr>
          <a:xfrm>
            <a:off x="2858377" y="4159296"/>
            <a:ext cx="1957661" cy="470367"/>
          </a:xfrm>
          <a:prstGeom prst="rect">
            <a:avLst/>
          </a:prstGeom>
        </p:spPr>
      </p:pic>
      <p:pic>
        <p:nvPicPr>
          <p:cNvPr id="16" name="Picture 15">
            <a:extLst>
              <a:ext uri="{FF2B5EF4-FFF2-40B4-BE49-F238E27FC236}">
                <a16:creationId xmlns:a16="http://schemas.microsoft.com/office/drawing/2014/main" id="{7AA95173-82F0-BD2B-B066-964726B8E17B}"/>
              </a:ext>
            </a:extLst>
          </p:cNvPr>
          <p:cNvPicPr>
            <a:picLocks noChangeAspect="1"/>
          </p:cNvPicPr>
          <p:nvPr/>
        </p:nvPicPr>
        <p:blipFill>
          <a:blip r:embed="rId5"/>
          <a:srcRect l="-2149" t="47738" r="2149" b="8078"/>
          <a:stretch>
            <a:fillRect/>
          </a:stretch>
        </p:blipFill>
        <p:spPr>
          <a:xfrm>
            <a:off x="4708033" y="4159296"/>
            <a:ext cx="1957661" cy="470367"/>
          </a:xfrm>
          <a:prstGeom prst="rect">
            <a:avLst/>
          </a:prstGeom>
        </p:spPr>
      </p:pic>
      <p:pic>
        <p:nvPicPr>
          <p:cNvPr id="34" name="Picture 33">
            <a:extLst>
              <a:ext uri="{FF2B5EF4-FFF2-40B4-BE49-F238E27FC236}">
                <a16:creationId xmlns:a16="http://schemas.microsoft.com/office/drawing/2014/main" id="{502311D5-92CA-717B-F664-43092D07FAF4}"/>
              </a:ext>
            </a:extLst>
          </p:cNvPr>
          <p:cNvPicPr>
            <a:picLocks noChangeAspect="1"/>
          </p:cNvPicPr>
          <p:nvPr/>
        </p:nvPicPr>
        <p:blipFill>
          <a:blip r:embed="rId6"/>
          <a:srcRect t="3448" b="63079"/>
          <a:stretch>
            <a:fillRect/>
          </a:stretch>
        </p:blipFill>
        <p:spPr>
          <a:xfrm>
            <a:off x="982728" y="1931561"/>
            <a:ext cx="1210487" cy="327159"/>
          </a:xfrm>
          <a:prstGeom prst="rect">
            <a:avLst/>
          </a:prstGeom>
        </p:spPr>
      </p:pic>
      <p:pic>
        <p:nvPicPr>
          <p:cNvPr id="37" name="Picture 36">
            <a:extLst>
              <a:ext uri="{FF2B5EF4-FFF2-40B4-BE49-F238E27FC236}">
                <a16:creationId xmlns:a16="http://schemas.microsoft.com/office/drawing/2014/main" id="{9E2B6BFA-1909-E6AE-9FD0-0937975B00B8}"/>
              </a:ext>
            </a:extLst>
          </p:cNvPr>
          <p:cNvPicPr>
            <a:picLocks noChangeAspect="1"/>
          </p:cNvPicPr>
          <p:nvPr/>
        </p:nvPicPr>
        <p:blipFill>
          <a:blip r:embed="rId6"/>
          <a:srcRect t="33622" b="32905"/>
          <a:stretch>
            <a:fillRect/>
          </a:stretch>
        </p:blipFill>
        <p:spPr>
          <a:xfrm>
            <a:off x="982728" y="3000971"/>
            <a:ext cx="1210487" cy="327159"/>
          </a:xfrm>
          <a:prstGeom prst="rect">
            <a:avLst/>
          </a:prstGeom>
        </p:spPr>
      </p:pic>
      <p:pic>
        <p:nvPicPr>
          <p:cNvPr id="39" name="Picture 38">
            <a:extLst>
              <a:ext uri="{FF2B5EF4-FFF2-40B4-BE49-F238E27FC236}">
                <a16:creationId xmlns:a16="http://schemas.microsoft.com/office/drawing/2014/main" id="{67F5560D-040E-E06B-7C47-DAF008F58F80}"/>
              </a:ext>
            </a:extLst>
          </p:cNvPr>
          <p:cNvPicPr>
            <a:picLocks noChangeAspect="1"/>
          </p:cNvPicPr>
          <p:nvPr/>
        </p:nvPicPr>
        <p:blipFill>
          <a:blip r:embed="rId6"/>
          <a:srcRect t="66737" b="-210"/>
          <a:stretch>
            <a:fillRect/>
          </a:stretch>
        </p:blipFill>
        <p:spPr>
          <a:xfrm>
            <a:off x="982728" y="4233960"/>
            <a:ext cx="1210487" cy="327159"/>
          </a:xfrm>
          <a:prstGeom prst="rect">
            <a:avLst/>
          </a:prstGeom>
        </p:spPr>
      </p:pic>
    </p:spTree>
    <p:extLst>
      <p:ext uri="{BB962C8B-B14F-4D97-AF65-F5344CB8AC3E}">
        <p14:creationId xmlns:p14="http://schemas.microsoft.com/office/powerpoint/2010/main" val="73318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2F317-7CF1-2150-C606-D5943C691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49B6C-22A1-22DB-BF52-5A9C85DE291C}"/>
              </a:ext>
            </a:extLst>
          </p:cNvPr>
          <p:cNvSpPr>
            <a:spLocks noGrp="1"/>
          </p:cNvSpPr>
          <p:nvPr>
            <p:ph type="title"/>
          </p:nvPr>
        </p:nvSpPr>
        <p:spPr>
          <a:xfrm>
            <a:off x="612648" y="475488"/>
            <a:ext cx="7918704" cy="548640"/>
          </a:xfrm>
        </p:spPr>
        <p:txBody>
          <a:bodyPr/>
          <a:lstStyle/>
          <a:p>
            <a:r>
              <a:rPr lang="en-GB" sz="2600" dirty="0">
                <a:solidFill>
                  <a:srgbClr val="FFFFFF"/>
                </a:solidFill>
                <a:latin typeface="Calibri"/>
              </a:rPr>
              <a:t>5</a:t>
            </a:r>
            <a:r>
              <a:rPr lang="en-GB" sz="2600" b="1" dirty="0">
                <a:solidFill>
                  <a:srgbClr val="FFFFFF"/>
                </a:solidFill>
                <a:latin typeface="Calibri"/>
              </a:rPr>
              <a:t>. Stacking modular components</a:t>
            </a:r>
            <a:endParaRPr sz="2600" b="1" dirty="0">
              <a:solidFill>
                <a:srgbClr val="FFFFFF"/>
              </a:solidFill>
              <a:latin typeface="Calibri"/>
            </a:endParaRPr>
          </a:p>
        </p:txBody>
      </p:sp>
      <p:sp>
        <p:nvSpPr>
          <p:cNvPr id="4" name="Tijdelijke aanduiding voor dianummer 3">
            <a:extLst>
              <a:ext uri="{FF2B5EF4-FFF2-40B4-BE49-F238E27FC236}">
                <a16:creationId xmlns:a16="http://schemas.microsoft.com/office/drawing/2014/main" id="{E225AFEE-021A-CA54-98BA-D8DD560C352D}"/>
              </a:ext>
            </a:extLst>
          </p:cNvPr>
          <p:cNvSpPr>
            <a:spLocks noGrp="1"/>
          </p:cNvSpPr>
          <p:nvPr>
            <p:ph type="sldNum" sz="quarter" idx="11"/>
          </p:nvPr>
        </p:nvSpPr>
        <p:spPr/>
        <p:txBody>
          <a:bodyPr/>
          <a:lstStyle/>
          <a:p>
            <a:fld id="{B7CEC10D-CD46-426F-915E-6C78530279CB}" type="slidenum">
              <a:rPr lang="en-US" smtClean="0"/>
              <a:pPr/>
              <a:t>27</a:t>
            </a:fld>
            <a:endParaRPr lang="en-US"/>
          </a:p>
        </p:txBody>
      </p:sp>
      <p:sp>
        <p:nvSpPr>
          <p:cNvPr id="6" name="Oval 5">
            <a:extLst>
              <a:ext uri="{FF2B5EF4-FFF2-40B4-BE49-F238E27FC236}">
                <a16:creationId xmlns:a16="http://schemas.microsoft.com/office/drawing/2014/main" id="{75B91B3F-D77B-D89A-A7A2-1DB8D49DE6C1}"/>
              </a:ext>
            </a:extLst>
          </p:cNvPr>
          <p:cNvSpPr/>
          <p:nvPr/>
        </p:nvSpPr>
        <p:spPr>
          <a:xfrm>
            <a:off x="612000" y="1639411"/>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A</a:t>
            </a:r>
            <a:endParaRPr sz="1400" b="1" dirty="0">
              <a:solidFill>
                <a:srgbClr val="101073"/>
              </a:solidFill>
              <a:latin typeface="Calibri"/>
            </a:endParaRPr>
          </a:p>
        </p:txBody>
      </p:sp>
      <p:sp>
        <p:nvSpPr>
          <p:cNvPr id="8" name="Oval 7">
            <a:extLst>
              <a:ext uri="{FF2B5EF4-FFF2-40B4-BE49-F238E27FC236}">
                <a16:creationId xmlns:a16="http://schemas.microsoft.com/office/drawing/2014/main" id="{3EFFD7BC-8DAA-5459-FD65-472A8E481CFB}"/>
              </a:ext>
            </a:extLst>
          </p:cNvPr>
          <p:cNvSpPr/>
          <p:nvPr/>
        </p:nvSpPr>
        <p:spPr>
          <a:xfrm>
            <a:off x="612000" y="2352643"/>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dirty="0">
                <a:solidFill>
                  <a:srgbClr val="101073"/>
                </a:solidFill>
                <a:latin typeface="Calibri"/>
              </a:rPr>
              <a:t>B</a:t>
            </a:r>
            <a:endParaRPr sz="1400" b="1" dirty="0">
              <a:solidFill>
                <a:srgbClr val="101073"/>
              </a:solidFill>
              <a:latin typeface="Calibri"/>
            </a:endParaRPr>
          </a:p>
        </p:txBody>
      </p:sp>
      <p:sp>
        <p:nvSpPr>
          <p:cNvPr id="9" name="TextBox 8">
            <a:extLst>
              <a:ext uri="{FF2B5EF4-FFF2-40B4-BE49-F238E27FC236}">
                <a16:creationId xmlns:a16="http://schemas.microsoft.com/office/drawing/2014/main" id="{EF1109E7-3506-DB87-CDA5-556748BFB1D9}"/>
              </a:ext>
            </a:extLst>
          </p:cNvPr>
          <p:cNvSpPr txBox="1"/>
          <p:nvPr/>
        </p:nvSpPr>
        <p:spPr>
          <a:xfrm>
            <a:off x="1252080" y="2448639"/>
            <a:ext cx="6949440" cy="246221"/>
          </a:xfrm>
          <a:prstGeom prst="rect">
            <a:avLst/>
          </a:prstGeom>
          <a:noFill/>
        </p:spPr>
        <p:txBody>
          <a:bodyPr wrap="square" lIns="0" tIns="0" rIns="0" bIns="0" anchor="ctr">
            <a:spAutoFit/>
          </a:bodyPr>
          <a:lstStyle/>
          <a:p>
            <a:pPr algn="l">
              <a:spcBef>
                <a:spcPts val="0"/>
              </a:spcBef>
              <a:spcAft>
                <a:spcPts val="600"/>
              </a:spcAft>
            </a:pPr>
            <a:r>
              <a:rPr lang="en-GB" sz="1600" b="1" dirty="0">
                <a:solidFill>
                  <a:srgbClr val="FFFFFF"/>
                </a:solidFill>
                <a:latin typeface="Calibri"/>
              </a:rPr>
              <a:t>Building</a:t>
            </a:r>
            <a:endParaRPr sz="1400" b="0" i="0" dirty="0">
              <a:solidFill>
                <a:srgbClr val="C9CDE8"/>
              </a:solidFill>
              <a:latin typeface="Calibri"/>
            </a:endParaRPr>
          </a:p>
        </p:txBody>
      </p:sp>
      <p:sp>
        <p:nvSpPr>
          <p:cNvPr id="5" name="TextBox 4">
            <a:extLst>
              <a:ext uri="{FF2B5EF4-FFF2-40B4-BE49-F238E27FC236}">
                <a16:creationId xmlns:a16="http://schemas.microsoft.com/office/drawing/2014/main" id="{C7D95119-3DE5-80A1-D259-0C068141CB9C}"/>
              </a:ext>
            </a:extLst>
          </p:cNvPr>
          <p:cNvSpPr txBox="1"/>
          <p:nvPr/>
        </p:nvSpPr>
        <p:spPr>
          <a:xfrm>
            <a:off x="1252080" y="1708324"/>
            <a:ext cx="6949440" cy="246221"/>
          </a:xfrm>
          <a:prstGeom prst="rect">
            <a:avLst/>
          </a:prstGeom>
          <a:noFill/>
        </p:spPr>
        <p:txBody>
          <a:bodyPr wrap="square" lIns="0" tIns="0" rIns="0" bIns="0" anchor="ctr">
            <a:spAutoFit/>
          </a:bodyPr>
          <a:lstStyle/>
          <a:p>
            <a:pPr>
              <a:spcAft>
                <a:spcPts val="600"/>
              </a:spcAft>
            </a:pPr>
            <a:r>
              <a:rPr lang="en-GB" sz="1600" b="1" err="1">
                <a:solidFill>
                  <a:srgbClr val="FFFFFF"/>
                </a:solidFill>
                <a:latin typeface="Calibri"/>
              </a:rPr>
              <a:t>Anylyzing</a:t>
            </a:r>
            <a:r>
              <a:rPr lang="en-GB" sz="1600" b="1">
                <a:solidFill>
                  <a:srgbClr val="FFFFFF"/>
                </a:solidFill>
                <a:latin typeface="Calibri"/>
              </a:rPr>
              <a:t> </a:t>
            </a:r>
            <a:r>
              <a:rPr lang="en-GB" sz="1600" b="1" err="1">
                <a:solidFill>
                  <a:srgbClr val="FFFFFF"/>
                </a:solidFill>
                <a:latin typeface="Calibri"/>
              </a:rPr>
              <a:t>GaBP</a:t>
            </a:r>
            <a:r>
              <a:rPr lang="en-GB" sz="1600" b="1">
                <a:solidFill>
                  <a:srgbClr val="FFFFFF"/>
                </a:solidFill>
                <a:latin typeface="Calibri"/>
              </a:rPr>
              <a:t> (Bayesian Jacobi solver)</a:t>
            </a:r>
            <a:endParaRPr lang="en-US" sz="1400" b="0" i="0">
              <a:solidFill>
                <a:srgbClr val="C9CDE8"/>
              </a:solidFill>
              <a:latin typeface="Calibri"/>
              <a:ea typeface="Calibri"/>
              <a:cs typeface="Calibri"/>
            </a:endParaRPr>
          </a:p>
        </p:txBody>
      </p:sp>
    </p:spTree>
    <p:extLst>
      <p:ext uri="{BB962C8B-B14F-4D97-AF65-F5344CB8AC3E}">
        <p14:creationId xmlns:p14="http://schemas.microsoft.com/office/powerpoint/2010/main" val="223733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7D94B-8332-512C-BF6E-57319AB54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85897-59A8-1EAD-A6AF-CAB6D321766C}"/>
              </a:ext>
            </a:extLst>
          </p:cNvPr>
          <p:cNvSpPr>
            <a:spLocks noGrp="1"/>
          </p:cNvSpPr>
          <p:nvPr>
            <p:ph type="title"/>
          </p:nvPr>
        </p:nvSpPr>
        <p:spPr>
          <a:xfrm>
            <a:off x="612648" y="475488"/>
            <a:ext cx="7918704" cy="548640"/>
          </a:xfrm>
        </p:spPr>
        <p:txBody>
          <a:bodyPr/>
          <a:lstStyle/>
          <a:p>
            <a:r>
              <a:rPr lang="en-GB" sz="2600">
                <a:solidFill>
                  <a:srgbClr val="FFFFFF"/>
                </a:solidFill>
                <a:latin typeface="Calibri"/>
              </a:rPr>
              <a:t>5</a:t>
            </a:r>
            <a:r>
              <a:rPr lang="en-GB" sz="2600" b="1">
                <a:solidFill>
                  <a:srgbClr val="FFFFFF"/>
                </a:solidFill>
                <a:latin typeface="Calibri"/>
              </a:rPr>
              <a:t>. Stacking modular components</a:t>
            </a:r>
            <a:endParaRPr sz="2600" b="1">
              <a:solidFill>
                <a:srgbClr val="FFFFFF"/>
              </a:solidFill>
              <a:latin typeface="Calibri"/>
            </a:endParaRPr>
          </a:p>
        </p:txBody>
      </p:sp>
      <p:sp>
        <p:nvSpPr>
          <p:cNvPr id="4" name="Tijdelijke aanduiding voor dianummer 3">
            <a:extLst>
              <a:ext uri="{FF2B5EF4-FFF2-40B4-BE49-F238E27FC236}">
                <a16:creationId xmlns:a16="http://schemas.microsoft.com/office/drawing/2014/main" id="{313E8235-DCAB-6E8D-ADE6-0B67CEC03730}"/>
              </a:ext>
            </a:extLst>
          </p:cNvPr>
          <p:cNvSpPr>
            <a:spLocks noGrp="1"/>
          </p:cNvSpPr>
          <p:nvPr>
            <p:ph type="sldNum" sz="quarter" idx="11"/>
          </p:nvPr>
        </p:nvSpPr>
        <p:spPr/>
        <p:txBody>
          <a:bodyPr/>
          <a:lstStyle/>
          <a:p>
            <a:fld id="{B7CEC10D-CD46-426F-915E-6C78530279CB}" type="slidenum">
              <a:rPr lang="en-US" smtClean="0"/>
              <a:pPr/>
              <a:t>28</a:t>
            </a:fld>
            <a:endParaRPr lang="en-US"/>
          </a:p>
        </p:txBody>
      </p:sp>
      <p:sp>
        <p:nvSpPr>
          <p:cNvPr id="6" name="Oval 5">
            <a:extLst>
              <a:ext uri="{FF2B5EF4-FFF2-40B4-BE49-F238E27FC236}">
                <a16:creationId xmlns:a16="http://schemas.microsoft.com/office/drawing/2014/main" id="{9D93B0E7-F594-57E0-A565-EFE45373F585}"/>
              </a:ext>
            </a:extLst>
          </p:cNvPr>
          <p:cNvSpPr/>
          <p:nvPr/>
        </p:nvSpPr>
        <p:spPr>
          <a:xfrm>
            <a:off x="612000" y="1639411"/>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a:solidFill>
                  <a:srgbClr val="101073"/>
                </a:solidFill>
                <a:latin typeface="Calibri"/>
              </a:rPr>
              <a:t>A</a:t>
            </a:r>
            <a:endParaRPr sz="1400" b="1">
              <a:solidFill>
                <a:srgbClr val="101073"/>
              </a:solidFill>
              <a:latin typeface="Calibri"/>
            </a:endParaRPr>
          </a:p>
        </p:txBody>
      </p:sp>
      <p:sp>
        <p:nvSpPr>
          <p:cNvPr id="7" name="TextBox 6">
            <a:extLst>
              <a:ext uri="{FF2B5EF4-FFF2-40B4-BE49-F238E27FC236}">
                <a16:creationId xmlns:a16="http://schemas.microsoft.com/office/drawing/2014/main" id="{91E20942-91B8-41D5-4720-CB25884939F6}"/>
              </a:ext>
            </a:extLst>
          </p:cNvPr>
          <p:cNvSpPr txBox="1"/>
          <p:nvPr/>
        </p:nvSpPr>
        <p:spPr>
          <a:xfrm>
            <a:off x="1252080" y="1708324"/>
            <a:ext cx="6949440" cy="246221"/>
          </a:xfrm>
          <a:prstGeom prst="rect">
            <a:avLst/>
          </a:prstGeom>
          <a:noFill/>
        </p:spPr>
        <p:txBody>
          <a:bodyPr wrap="square" lIns="0" tIns="0" rIns="0" bIns="0" anchor="ctr">
            <a:spAutoFit/>
          </a:bodyPr>
          <a:lstStyle/>
          <a:p>
            <a:pPr>
              <a:spcAft>
                <a:spcPts val="600"/>
              </a:spcAft>
            </a:pPr>
            <a:r>
              <a:rPr lang="en-GB" sz="1600" b="1" err="1">
                <a:solidFill>
                  <a:srgbClr val="FFFFFF"/>
                </a:solidFill>
                <a:latin typeface="Calibri"/>
              </a:rPr>
              <a:t>Anylyzing</a:t>
            </a:r>
            <a:r>
              <a:rPr lang="en-GB" sz="1600" b="1">
                <a:solidFill>
                  <a:srgbClr val="FFFFFF"/>
                </a:solidFill>
                <a:latin typeface="Calibri"/>
              </a:rPr>
              <a:t> </a:t>
            </a:r>
            <a:r>
              <a:rPr lang="en-GB" sz="1600" b="1" err="1">
                <a:solidFill>
                  <a:srgbClr val="FFFFFF"/>
                </a:solidFill>
                <a:latin typeface="Calibri"/>
              </a:rPr>
              <a:t>GaBP</a:t>
            </a:r>
            <a:r>
              <a:rPr lang="en-GB" sz="1600" b="1">
                <a:solidFill>
                  <a:srgbClr val="FFFFFF"/>
                </a:solidFill>
                <a:latin typeface="Calibri"/>
              </a:rPr>
              <a:t> (Bayesian Jacobi solver)</a:t>
            </a:r>
            <a:endParaRPr lang="en-US" sz="1400" b="0" i="0">
              <a:solidFill>
                <a:srgbClr val="C9CDE8"/>
              </a:solidFill>
              <a:latin typeface="Calibri"/>
              <a:ea typeface="Calibri"/>
              <a:cs typeface="Calibri"/>
            </a:endParaRPr>
          </a:p>
        </p:txBody>
      </p:sp>
      <p:sp>
        <p:nvSpPr>
          <p:cNvPr id="8" name="Oval 7">
            <a:extLst>
              <a:ext uri="{FF2B5EF4-FFF2-40B4-BE49-F238E27FC236}">
                <a16:creationId xmlns:a16="http://schemas.microsoft.com/office/drawing/2014/main" id="{E679B185-012D-FC44-AB0C-CED40168D8A7}"/>
              </a:ext>
            </a:extLst>
          </p:cNvPr>
          <p:cNvSpPr/>
          <p:nvPr/>
        </p:nvSpPr>
        <p:spPr>
          <a:xfrm>
            <a:off x="612000" y="2352643"/>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a:solidFill>
                  <a:srgbClr val="101073"/>
                </a:solidFill>
                <a:latin typeface="Calibri"/>
              </a:rPr>
              <a:t>B</a:t>
            </a:r>
            <a:endParaRPr sz="1400" b="1">
              <a:solidFill>
                <a:srgbClr val="101073"/>
              </a:solidFill>
              <a:latin typeface="Calibri"/>
            </a:endParaRPr>
          </a:p>
        </p:txBody>
      </p:sp>
      <p:sp>
        <p:nvSpPr>
          <p:cNvPr id="9" name="TextBox 8">
            <a:extLst>
              <a:ext uri="{FF2B5EF4-FFF2-40B4-BE49-F238E27FC236}">
                <a16:creationId xmlns:a16="http://schemas.microsoft.com/office/drawing/2014/main" id="{535823D3-2123-233B-43D5-4BF2F7E8DA1D}"/>
              </a:ext>
            </a:extLst>
          </p:cNvPr>
          <p:cNvSpPr txBox="1"/>
          <p:nvPr/>
        </p:nvSpPr>
        <p:spPr>
          <a:xfrm>
            <a:off x="1252080" y="2448639"/>
            <a:ext cx="6949440" cy="246221"/>
          </a:xfrm>
          <a:prstGeom prst="rect">
            <a:avLst/>
          </a:prstGeom>
          <a:noFill/>
        </p:spPr>
        <p:txBody>
          <a:bodyPr wrap="square" lIns="0" tIns="0" rIns="0" bIns="0" anchor="ctr">
            <a:spAutoFit/>
          </a:bodyPr>
          <a:lstStyle/>
          <a:p>
            <a:pPr algn="l">
              <a:spcBef>
                <a:spcPts val="0"/>
              </a:spcBef>
              <a:spcAft>
                <a:spcPts val="600"/>
              </a:spcAft>
            </a:pPr>
            <a:r>
              <a:rPr lang="en-GB" sz="1600" b="1">
                <a:solidFill>
                  <a:srgbClr val="FFFFFF"/>
                </a:solidFill>
                <a:latin typeface="Calibri"/>
              </a:rPr>
              <a:t>Building</a:t>
            </a:r>
            <a:endParaRPr sz="1400" b="0" i="0">
              <a:solidFill>
                <a:srgbClr val="C9CDE8"/>
              </a:solidFill>
              <a:latin typeface="Calibri"/>
            </a:endParaRPr>
          </a:p>
        </p:txBody>
      </p:sp>
    </p:spTree>
    <p:extLst>
      <p:ext uri="{BB962C8B-B14F-4D97-AF65-F5344CB8AC3E}">
        <p14:creationId xmlns:p14="http://schemas.microsoft.com/office/powerpoint/2010/main" val="1867932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F3FA552-F7FD-D627-8607-3E881DD5F56B}"/>
              </a:ext>
            </a:extLst>
          </p:cNvPr>
          <p:cNvSpPr>
            <a:spLocks noGrp="1"/>
          </p:cNvSpPr>
          <p:nvPr>
            <p:ph type="title"/>
          </p:nvPr>
        </p:nvSpPr>
        <p:spPr/>
        <p:txBody>
          <a:bodyPr/>
          <a:lstStyle/>
          <a:p>
            <a:r>
              <a:rPr lang="en-US">
                <a:ea typeface="Calibri"/>
                <a:cs typeface="Calibri"/>
              </a:rPr>
              <a:t>Is our generalization useful?</a:t>
            </a:r>
            <a:endParaRPr lang="en-US"/>
          </a:p>
        </p:txBody>
      </p:sp>
      <p:pic>
        <p:nvPicPr>
          <p:cNvPr id="2" name="Content Placeholder 1">
            <a:extLst>
              <a:ext uri="{FF2B5EF4-FFF2-40B4-BE49-F238E27FC236}">
                <a16:creationId xmlns:a16="http://schemas.microsoft.com/office/drawing/2014/main" id="{A41DB302-4B1E-745C-D9E8-92262570161A}"/>
              </a:ext>
            </a:extLst>
          </p:cNvPr>
          <p:cNvPicPr>
            <a:picLocks noGrp="1" noChangeAspect="1"/>
          </p:cNvPicPr>
          <p:nvPr>
            <p:ph idx="1"/>
          </p:nvPr>
        </p:nvPicPr>
        <p:blipFill>
          <a:blip r:embed="rId3"/>
          <a:stretch>
            <a:fillRect/>
          </a:stretch>
        </p:blipFill>
        <p:spPr>
          <a:xfrm>
            <a:off x="1256068" y="1123241"/>
            <a:ext cx="5908378" cy="3207945"/>
          </a:xfrm>
          <a:prstGeom prst="rect">
            <a:avLst/>
          </a:prstGeom>
        </p:spPr>
      </p:pic>
      <p:sp>
        <p:nvSpPr>
          <p:cNvPr id="3" name="Tijdelijke aanduiding voor dianummer 2">
            <a:extLst>
              <a:ext uri="{FF2B5EF4-FFF2-40B4-BE49-F238E27FC236}">
                <a16:creationId xmlns:a16="http://schemas.microsoft.com/office/drawing/2014/main" id="{0C4EF258-21C6-19FA-5400-7A91DEA0E21E}"/>
              </a:ext>
            </a:extLst>
          </p:cNvPr>
          <p:cNvSpPr>
            <a:spLocks noGrp="1"/>
          </p:cNvSpPr>
          <p:nvPr>
            <p:ph type="sldNum" sz="quarter" idx="12"/>
          </p:nvPr>
        </p:nvSpPr>
        <p:spPr/>
        <p:txBody>
          <a:bodyPr/>
          <a:lstStyle/>
          <a:p>
            <a:fld id="{B7CEC10D-CD46-426F-915E-6C78530279CB}" type="slidenum">
              <a:rPr lang="en-US" smtClean="0"/>
              <a:pPr/>
              <a:t>29</a:t>
            </a:fld>
            <a:endParaRPr lang="en-US"/>
          </a:p>
        </p:txBody>
      </p:sp>
    </p:spTree>
    <p:extLst>
      <p:ext uri="{BB962C8B-B14F-4D97-AF65-F5344CB8AC3E}">
        <p14:creationId xmlns:p14="http://schemas.microsoft.com/office/powerpoint/2010/main" val="884098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E139-B79B-B914-D644-FEB7879C3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485A8-0C1C-C9D7-C977-825B039CEF74}"/>
              </a:ext>
            </a:extLst>
          </p:cNvPr>
          <p:cNvSpPr>
            <a:spLocks noGrp="1"/>
          </p:cNvSpPr>
          <p:nvPr>
            <p:ph type="title"/>
          </p:nvPr>
        </p:nvSpPr>
        <p:spPr/>
        <p:txBody>
          <a:bodyPr/>
          <a:lstStyle/>
          <a:p>
            <a:r>
              <a:rPr lang="en-GB" sz="2600" err="1">
                <a:solidFill>
                  <a:srgbClr val="101073"/>
                </a:solidFill>
                <a:latin typeface="Calibri"/>
              </a:rPr>
              <a:t>GaBP</a:t>
            </a:r>
            <a:r>
              <a:rPr lang="en-GB" sz="2600">
                <a:solidFill>
                  <a:srgbClr val="101073"/>
                </a:solidFill>
                <a:latin typeface="Calibri"/>
              </a:rPr>
              <a:t> is distributed algorithm</a:t>
            </a:r>
            <a:endParaRPr lang="en-US"/>
          </a:p>
        </p:txBody>
      </p:sp>
      <p:sp>
        <p:nvSpPr>
          <p:cNvPr id="6" name="Tijdelijke aanduiding voor dianummer 5">
            <a:extLst>
              <a:ext uri="{FF2B5EF4-FFF2-40B4-BE49-F238E27FC236}">
                <a16:creationId xmlns:a16="http://schemas.microsoft.com/office/drawing/2014/main" id="{80D14A05-8EFC-7914-4521-801DA013C807}"/>
              </a:ext>
            </a:extLst>
          </p:cNvPr>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30</a:t>
            </a:fld>
            <a:endParaRPr lang="en-US"/>
          </a:p>
        </p:txBody>
      </p:sp>
      <p:pic>
        <p:nvPicPr>
          <p:cNvPr id="4" name="Picture 3">
            <a:extLst>
              <a:ext uri="{FF2B5EF4-FFF2-40B4-BE49-F238E27FC236}">
                <a16:creationId xmlns:a16="http://schemas.microsoft.com/office/drawing/2014/main" id="{B1A9EE8E-EF76-5444-138E-EFE7DCD124FA}"/>
              </a:ext>
            </a:extLst>
          </p:cNvPr>
          <p:cNvPicPr>
            <a:picLocks noChangeAspect="1"/>
          </p:cNvPicPr>
          <p:nvPr/>
        </p:nvPicPr>
        <p:blipFill>
          <a:blip r:embed="rId3"/>
          <a:stretch>
            <a:fillRect/>
          </a:stretch>
        </p:blipFill>
        <p:spPr>
          <a:xfrm>
            <a:off x="913085" y="1284052"/>
            <a:ext cx="6582105" cy="2726481"/>
          </a:xfrm>
          <a:prstGeom prst="rect">
            <a:avLst/>
          </a:prstGeom>
        </p:spPr>
      </p:pic>
    </p:spTree>
    <p:extLst>
      <p:ext uri="{BB962C8B-B14F-4D97-AF65-F5344CB8AC3E}">
        <p14:creationId xmlns:p14="http://schemas.microsoft.com/office/powerpoint/2010/main" val="3726467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7974B-B781-F08C-4691-570975DB2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98039-96FB-8DC6-4415-27C5CB94011A}"/>
              </a:ext>
            </a:extLst>
          </p:cNvPr>
          <p:cNvSpPr>
            <a:spLocks noGrp="1"/>
          </p:cNvSpPr>
          <p:nvPr>
            <p:ph type="title"/>
          </p:nvPr>
        </p:nvSpPr>
        <p:spPr/>
        <p:txBody>
          <a:bodyPr/>
          <a:lstStyle/>
          <a:p>
            <a:r>
              <a:rPr lang="en-GB" sz="2600">
                <a:solidFill>
                  <a:srgbClr val="101073"/>
                </a:solidFill>
                <a:ea typeface="Calibri"/>
                <a:cs typeface="Calibri"/>
              </a:rPr>
              <a:t>CG needs global synchronization steps</a:t>
            </a:r>
          </a:p>
        </p:txBody>
      </p:sp>
      <p:sp>
        <p:nvSpPr>
          <p:cNvPr id="6" name="Tijdelijke aanduiding voor dianummer 5">
            <a:extLst>
              <a:ext uri="{FF2B5EF4-FFF2-40B4-BE49-F238E27FC236}">
                <a16:creationId xmlns:a16="http://schemas.microsoft.com/office/drawing/2014/main" id="{632E43BB-0E5F-3BE6-A2B2-006C8FD98745}"/>
              </a:ext>
            </a:extLst>
          </p:cNvPr>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31</a:t>
            </a:fld>
            <a:endParaRPr lang="en-US"/>
          </a:p>
        </p:txBody>
      </p:sp>
      <p:pic>
        <p:nvPicPr>
          <p:cNvPr id="3" name="Picture 2">
            <a:extLst>
              <a:ext uri="{FF2B5EF4-FFF2-40B4-BE49-F238E27FC236}">
                <a16:creationId xmlns:a16="http://schemas.microsoft.com/office/drawing/2014/main" id="{5FB6A9D9-2266-3502-1475-F15BF35E8495}"/>
              </a:ext>
            </a:extLst>
          </p:cNvPr>
          <p:cNvPicPr>
            <a:picLocks noChangeAspect="1"/>
          </p:cNvPicPr>
          <p:nvPr/>
        </p:nvPicPr>
        <p:blipFill>
          <a:blip r:embed="rId3"/>
          <a:stretch>
            <a:fillRect/>
          </a:stretch>
        </p:blipFill>
        <p:spPr>
          <a:xfrm>
            <a:off x="358140" y="1188687"/>
            <a:ext cx="8229600" cy="2941387"/>
          </a:xfrm>
          <a:prstGeom prst="rect">
            <a:avLst/>
          </a:prstGeom>
        </p:spPr>
      </p:pic>
    </p:spTree>
    <p:extLst>
      <p:ext uri="{BB962C8B-B14F-4D97-AF65-F5344CB8AC3E}">
        <p14:creationId xmlns:p14="http://schemas.microsoft.com/office/powerpoint/2010/main" val="1712625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2D0E-3336-F659-57FE-4456EBD72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578A1-C1EA-EDE0-1FE2-4BF160F90162}"/>
              </a:ext>
            </a:extLst>
          </p:cNvPr>
          <p:cNvSpPr>
            <a:spLocks noGrp="1"/>
          </p:cNvSpPr>
          <p:nvPr>
            <p:ph type="title"/>
          </p:nvPr>
        </p:nvSpPr>
        <p:spPr>
          <a:xfrm>
            <a:off x="612000" y="544228"/>
            <a:ext cx="7923213" cy="394448"/>
          </a:xfrm>
        </p:spPr>
        <p:txBody>
          <a:bodyPr>
            <a:normAutofit/>
          </a:bodyPr>
          <a:lstStyle/>
          <a:p>
            <a:r>
              <a:rPr lang="en-GB"/>
              <a:t>What algorithm wins and for what topology</a:t>
            </a:r>
          </a:p>
        </p:txBody>
      </p:sp>
      <p:pic>
        <p:nvPicPr>
          <p:cNvPr id="5" name="Picture 4">
            <a:extLst>
              <a:ext uri="{FF2B5EF4-FFF2-40B4-BE49-F238E27FC236}">
                <a16:creationId xmlns:a16="http://schemas.microsoft.com/office/drawing/2014/main" id="{AB3F646A-6DA5-C1EA-69D1-5AA1F6A0B0BB}"/>
              </a:ext>
            </a:extLst>
          </p:cNvPr>
          <p:cNvPicPr>
            <a:picLocks noChangeAspect="1"/>
          </p:cNvPicPr>
          <p:nvPr/>
        </p:nvPicPr>
        <p:blipFill>
          <a:blip r:embed="rId3"/>
          <a:stretch>
            <a:fillRect/>
          </a:stretch>
        </p:blipFill>
        <p:spPr>
          <a:xfrm>
            <a:off x="863236" y="1206085"/>
            <a:ext cx="7157648" cy="3310413"/>
          </a:xfrm>
          <a:prstGeom prst="rect">
            <a:avLst/>
          </a:prstGeom>
          <a:noFill/>
        </p:spPr>
      </p:pic>
      <p:sp>
        <p:nvSpPr>
          <p:cNvPr id="6" name="Tijdelijke aanduiding voor dianummer 5" hidden="1">
            <a:extLst>
              <a:ext uri="{FF2B5EF4-FFF2-40B4-BE49-F238E27FC236}">
                <a16:creationId xmlns:a16="http://schemas.microsoft.com/office/drawing/2014/main" id="{CC61E41A-890A-8067-C2F2-AFCE03EA8D3A}"/>
              </a:ext>
            </a:extLst>
          </p:cNvPr>
          <p:cNvSpPr>
            <a:spLocks noGrp="1"/>
          </p:cNvSpPr>
          <p:nvPr>
            <p:ph type="sldNum" sz="quarter" idx="12"/>
          </p:nvPr>
        </p:nvSpPr>
        <p:spPr/>
        <p:txBody>
          <a:bodyPr/>
          <a:lstStyle>
            <a:lvl1pPr>
              <a:defRPr>
                <a:solidFill>
                  <a:schemeClr val="tx1"/>
                </a:solidFill>
              </a:defRPr>
            </a:lvl1pPr>
          </a:lstStyle>
          <a:p>
            <a:pPr>
              <a:spcAft>
                <a:spcPts val="600"/>
              </a:spcAft>
            </a:pPr>
            <a:fld id="{B7CEC10D-CD46-426F-915E-6C78530279CB}" type="slidenum">
              <a:rPr lang="en-US" smtClean="0"/>
              <a:pPr>
                <a:spcAft>
                  <a:spcPts val="600"/>
                </a:spcAft>
              </a:pPr>
              <a:t>32</a:t>
            </a:fld>
            <a:endParaRPr lang="en-US"/>
          </a:p>
        </p:txBody>
      </p:sp>
    </p:spTree>
    <p:extLst>
      <p:ext uri="{BB962C8B-B14F-4D97-AF65-F5344CB8AC3E}">
        <p14:creationId xmlns:p14="http://schemas.microsoft.com/office/powerpoint/2010/main" val="2406566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585FC-2489-1C9B-5D85-4D932F231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5F77F-22E7-4DD2-4CC7-C7BB6D4D298D}"/>
              </a:ext>
            </a:extLst>
          </p:cNvPr>
          <p:cNvSpPr>
            <a:spLocks noGrp="1"/>
          </p:cNvSpPr>
          <p:nvPr>
            <p:ph type="title"/>
          </p:nvPr>
        </p:nvSpPr>
        <p:spPr>
          <a:xfrm>
            <a:off x="612648" y="475488"/>
            <a:ext cx="7918704" cy="548640"/>
          </a:xfrm>
        </p:spPr>
        <p:txBody>
          <a:bodyPr/>
          <a:lstStyle/>
          <a:p>
            <a:r>
              <a:rPr lang="en-GB" sz="2600">
                <a:solidFill>
                  <a:srgbClr val="FFFFFF"/>
                </a:solidFill>
                <a:latin typeface="Calibri"/>
              </a:rPr>
              <a:t>5</a:t>
            </a:r>
            <a:r>
              <a:rPr lang="en-GB" sz="2600" b="1">
                <a:solidFill>
                  <a:srgbClr val="FFFFFF"/>
                </a:solidFill>
                <a:latin typeface="Calibri"/>
              </a:rPr>
              <a:t>. Stacking modular components</a:t>
            </a:r>
            <a:endParaRPr sz="2600" b="1">
              <a:solidFill>
                <a:srgbClr val="FFFFFF"/>
              </a:solidFill>
              <a:latin typeface="Calibri"/>
            </a:endParaRPr>
          </a:p>
        </p:txBody>
      </p:sp>
      <p:sp>
        <p:nvSpPr>
          <p:cNvPr id="4" name="Tijdelijke aanduiding voor dianummer 3">
            <a:extLst>
              <a:ext uri="{FF2B5EF4-FFF2-40B4-BE49-F238E27FC236}">
                <a16:creationId xmlns:a16="http://schemas.microsoft.com/office/drawing/2014/main" id="{331E07A0-AA00-DFC6-0F3E-5A0601177094}"/>
              </a:ext>
            </a:extLst>
          </p:cNvPr>
          <p:cNvSpPr>
            <a:spLocks noGrp="1"/>
          </p:cNvSpPr>
          <p:nvPr>
            <p:ph type="sldNum" sz="quarter" idx="11"/>
          </p:nvPr>
        </p:nvSpPr>
        <p:spPr/>
        <p:txBody>
          <a:bodyPr/>
          <a:lstStyle/>
          <a:p>
            <a:fld id="{B7CEC10D-CD46-426F-915E-6C78530279CB}" type="slidenum">
              <a:rPr lang="en-US" smtClean="0"/>
              <a:pPr/>
              <a:t>33</a:t>
            </a:fld>
            <a:endParaRPr lang="en-US"/>
          </a:p>
        </p:txBody>
      </p:sp>
      <p:sp>
        <p:nvSpPr>
          <p:cNvPr id="6" name="Oval 5">
            <a:extLst>
              <a:ext uri="{FF2B5EF4-FFF2-40B4-BE49-F238E27FC236}">
                <a16:creationId xmlns:a16="http://schemas.microsoft.com/office/drawing/2014/main" id="{217D8DC4-25F6-AD39-77C4-10245574D0A5}"/>
              </a:ext>
            </a:extLst>
          </p:cNvPr>
          <p:cNvSpPr/>
          <p:nvPr/>
        </p:nvSpPr>
        <p:spPr>
          <a:xfrm>
            <a:off x="612000" y="1639411"/>
            <a:ext cx="384048" cy="38404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a:solidFill>
                  <a:srgbClr val="101073"/>
                </a:solidFill>
                <a:latin typeface="Calibri"/>
              </a:rPr>
              <a:t>A</a:t>
            </a:r>
            <a:endParaRPr sz="1400" b="1">
              <a:solidFill>
                <a:srgbClr val="101073"/>
              </a:solidFill>
              <a:latin typeface="Calibri"/>
            </a:endParaRPr>
          </a:p>
        </p:txBody>
      </p:sp>
      <p:sp>
        <p:nvSpPr>
          <p:cNvPr id="7" name="TextBox 6">
            <a:extLst>
              <a:ext uri="{FF2B5EF4-FFF2-40B4-BE49-F238E27FC236}">
                <a16:creationId xmlns:a16="http://schemas.microsoft.com/office/drawing/2014/main" id="{150D9F94-F97E-4150-A042-21CF59AAE75B}"/>
              </a:ext>
            </a:extLst>
          </p:cNvPr>
          <p:cNvSpPr txBox="1"/>
          <p:nvPr/>
        </p:nvSpPr>
        <p:spPr>
          <a:xfrm>
            <a:off x="1252080" y="1708324"/>
            <a:ext cx="6949440" cy="246221"/>
          </a:xfrm>
          <a:prstGeom prst="rect">
            <a:avLst/>
          </a:prstGeom>
          <a:noFill/>
        </p:spPr>
        <p:txBody>
          <a:bodyPr wrap="square" lIns="0" tIns="0" rIns="0" bIns="0" anchor="ctr">
            <a:spAutoFit/>
          </a:bodyPr>
          <a:lstStyle/>
          <a:p>
            <a:pPr algn="l">
              <a:spcBef>
                <a:spcPts val="0"/>
              </a:spcBef>
              <a:spcAft>
                <a:spcPts val="600"/>
              </a:spcAft>
            </a:pPr>
            <a:r>
              <a:rPr lang="en-GB" sz="1600" b="1">
                <a:solidFill>
                  <a:srgbClr val="FFFFFF"/>
                </a:solidFill>
                <a:latin typeface="Calibri"/>
              </a:rPr>
              <a:t>Bayesian Jacobi solver</a:t>
            </a:r>
            <a:endParaRPr sz="1400" b="0" i="0">
              <a:solidFill>
                <a:srgbClr val="C9CDE8"/>
              </a:solidFill>
              <a:latin typeface="Calibri"/>
            </a:endParaRPr>
          </a:p>
        </p:txBody>
      </p:sp>
      <p:sp>
        <p:nvSpPr>
          <p:cNvPr id="8" name="Oval 7">
            <a:extLst>
              <a:ext uri="{FF2B5EF4-FFF2-40B4-BE49-F238E27FC236}">
                <a16:creationId xmlns:a16="http://schemas.microsoft.com/office/drawing/2014/main" id="{CB3D233F-FFF0-97EB-F245-E29DB1CDC51C}"/>
              </a:ext>
            </a:extLst>
          </p:cNvPr>
          <p:cNvSpPr/>
          <p:nvPr/>
        </p:nvSpPr>
        <p:spPr>
          <a:xfrm>
            <a:off x="612000" y="2352643"/>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a:solidFill>
                  <a:srgbClr val="101073"/>
                </a:solidFill>
                <a:latin typeface="Calibri"/>
              </a:rPr>
              <a:t>B</a:t>
            </a:r>
            <a:endParaRPr sz="1400" b="1">
              <a:solidFill>
                <a:srgbClr val="101073"/>
              </a:solidFill>
              <a:latin typeface="Calibri"/>
            </a:endParaRPr>
          </a:p>
        </p:txBody>
      </p:sp>
      <p:sp>
        <p:nvSpPr>
          <p:cNvPr id="9" name="TextBox 8">
            <a:extLst>
              <a:ext uri="{FF2B5EF4-FFF2-40B4-BE49-F238E27FC236}">
                <a16:creationId xmlns:a16="http://schemas.microsoft.com/office/drawing/2014/main" id="{0CF52C54-DC49-509A-D9E6-658FC4229373}"/>
              </a:ext>
            </a:extLst>
          </p:cNvPr>
          <p:cNvSpPr txBox="1"/>
          <p:nvPr/>
        </p:nvSpPr>
        <p:spPr>
          <a:xfrm>
            <a:off x="1252080" y="2448639"/>
            <a:ext cx="6949440" cy="246221"/>
          </a:xfrm>
          <a:prstGeom prst="rect">
            <a:avLst/>
          </a:prstGeom>
          <a:noFill/>
        </p:spPr>
        <p:txBody>
          <a:bodyPr wrap="square" lIns="0" tIns="0" rIns="0" bIns="0" anchor="ctr">
            <a:spAutoFit/>
          </a:bodyPr>
          <a:lstStyle/>
          <a:p>
            <a:pPr algn="l">
              <a:spcBef>
                <a:spcPts val="0"/>
              </a:spcBef>
              <a:spcAft>
                <a:spcPts val="600"/>
              </a:spcAft>
            </a:pPr>
            <a:r>
              <a:rPr lang="en-GB" sz="1600" b="1">
                <a:solidFill>
                  <a:srgbClr val="FFFFFF"/>
                </a:solidFill>
                <a:latin typeface="Calibri"/>
              </a:rPr>
              <a:t>Building</a:t>
            </a:r>
            <a:endParaRPr sz="1400" b="0" i="0">
              <a:solidFill>
                <a:srgbClr val="C9CDE8"/>
              </a:solidFill>
              <a:latin typeface="Calibri"/>
            </a:endParaRPr>
          </a:p>
        </p:txBody>
      </p:sp>
    </p:spTree>
    <p:extLst>
      <p:ext uri="{BB962C8B-B14F-4D97-AF65-F5344CB8AC3E}">
        <p14:creationId xmlns:p14="http://schemas.microsoft.com/office/powerpoint/2010/main" val="3464412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C7BD9-8F70-3557-1877-527CBFF2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46CB6-0DB4-B239-CBC5-015D24C2A418}"/>
              </a:ext>
            </a:extLst>
          </p:cNvPr>
          <p:cNvSpPr>
            <a:spLocks noGrp="1"/>
          </p:cNvSpPr>
          <p:nvPr>
            <p:ph type="title"/>
          </p:nvPr>
        </p:nvSpPr>
        <p:spPr>
          <a:xfrm>
            <a:off x="612000" y="544228"/>
            <a:ext cx="7923213" cy="394448"/>
          </a:xfrm>
        </p:spPr>
        <p:txBody>
          <a:bodyPr>
            <a:normAutofit/>
          </a:bodyPr>
          <a:lstStyle/>
          <a:p>
            <a:r>
              <a:rPr lang="en-GB">
                <a:ea typeface="Calibri"/>
                <a:cs typeface="Calibri"/>
              </a:rPr>
              <a:t>Translating from the FFG into Code</a:t>
            </a:r>
          </a:p>
        </p:txBody>
      </p:sp>
      <p:sp>
        <p:nvSpPr>
          <p:cNvPr id="6" name="Tijdelijke aanduiding voor dianummer 5" hidden="1">
            <a:extLst>
              <a:ext uri="{FF2B5EF4-FFF2-40B4-BE49-F238E27FC236}">
                <a16:creationId xmlns:a16="http://schemas.microsoft.com/office/drawing/2014/main" id="{746799F3-37EB-C787-68F2-DD6CA388EA57}"/>
              </a:ext>
            </a:extLst>
          </p:cNvPr>
          <p:cNvSpPr>
            <a:spLocks noGrp="1"/>
          </p:cNvSpPr>
          <p:nvPr>
            <p:ph type="sldNum" sz="quarter" idx="12"/>
          </p:nvPr>
        </p:nvSpPr>
        <p:spPr/>
        <p:txBody>
          <a:bodyPr/>
          <a:lstStyle>
            <a:lvl1pPr>
              <a:defRPr>
                <a:solidFill>
                  <a:schemeClr val="tx1"/>
                </a:solidFill>
              </a:defRPr>
            </a:lvl1pPr>
          </a:lstStyle>
          <a:p>
            <a:pPr>
              <a:spcAft>
                <a:spcPts val="600"/>
              </a:spcAft>
            </a:pPr>
            <a:fld id="{B7CEC10D-CD46-426F-915E-6C78530279CB}" type="slidenum">
              <a:rPr lang="en-US" smtClean="0"/>
              <a:pPr>
                <a:spcAft>
                  <a:spcPts val="600"/>
                </a:spcAft>
              </a:pPr>
              <a:t>34</a:t>
            </a:fld>
            <a:endParaRPr lang="en-US"/>
          </a:p>
        </p:txBody>
      </p:sp>
      <p:pic>
        <p:nvPicPr>
          <p:cNvPr id="3" name="Picture 2">
            <a:extLst>
              <a:ext uri="{FF2B5EF4-FFF2-40B4-BE49-F238E27FC236}">
                <a16:creationId xmlns:a16="http://schemas.microsoft.com/office/drawing/2014/main" id="{0FDFD9B5-FD05-F9AF-679C-3237D689217F}"/>
              </a:ext>
            </a:extLst>
          </p:cNvPr>
          <p:cNvPicPr>
            <a:picLocks noChangeAspect="1"/>
          </p:cNvPicPr>
          <p:nvPr/>
        </p:nvPicPr>
        <p:blipFill>
          <a:blip r:embed="rId3"/>
          <a:stretch>
            <a:fillRect/>
          </a:stretch>
        </p:blipFill>
        <p:spPr>
          <a:xfrm>
            <a:off x="957878" y="982980"/>
            <a:ext cx="3006763" cy="3840480"/>
          </a:xfrm>
          <a:prstGeom prst="rect">
            <a:avLst/>
          </a:prstGeom>
        </p:spPr>
      </p:pic>
      <p:pic>
        <p:nvPicPr>
          <p:cNvPr id="4" name="Picture 3">
            <a:extLst>
              <a:ext uri="{FF2B5EF4-FFF2-40B4-BE49-F238E27FC236}">
                <a16:creationId xmlns:a16="http://schemas.microsoft.com/office/drawing/2014/main" id="{AF4551D4-2209-1FCE-D114-880AAB6700E8}"/>
              </a:ext>
            </a:extLst>
          </p:cNvPr>
          <p:cNvPicPr>
            <a:picLocks noChangeAspect="1"/>
          </p:cNvPicPr>
          <p:nvPr/>
        </p:nvPicPr>
        <p:blipFill>
          <a:blip r:embed="rId4"/>
          <a:stretch>
            <a:fillRect/>
          </a:stretch>
        </p:blipFill>
        <p:spPr>
          <a:xfrm>
            <a:off x="4084320" y="1546125"/>
            <a:ext cx="4724400" cy="2592269"/>
          </a:xfrm>
          <a:prstGeom prst="rect">
            <a:avLst/>
          </a:prstGeom>
        </p:spPr>
      </p:pic>
    </p:spTree>
    <p:extLst>
      <p:ext uri="{BB962C8B-B14F-4D97-AF65-F5344CB8AC3E}">
        <p14:creationId xmlns:p14="http://schemas.microsoft.com/office/powerpoint/2010/main" val="22634390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75374-8A31-B884-A082-ABC8228B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3DE84-7071-4C15-B9C7-6752029AF636}"/>
              </a:ext>
            </a:extLst>
          </p:cNvPr>
          <p:cNvSpPr>
            <a:spLocks noGrp="1"/>
          </p:cNvSpPr>
          <p:nvPr>
            <p:ph type="title"/>
          </p:nvPr>
        </p:nvSpPr>
        <p:spPr>
          <a:xfrm>
            <a:off x="612000" y="544228"/>
            <a:ext cx="7923213" cy="394448"/>
          </a:xfrm>
        </p:spPr>
        <p:txBody>
          <a:bodyPr>
            <a:normAutofit/>
          </a:bodyPr>
          <a:lstStyle/>
          <a:p>
            <a:r>
              <a:rPr lang="en-GB">
                <a:ea typeface="Calibri"/>
                <a:cs typeface="Calibri"/>
              </a:rPr>
              <a:t>Adding a time hierarchy</a:t>
            </a:r>
          </a:p>
        </p:txBody>
      </p:sp>
      <p:sp>
        <p:nvSpPr>
          <p:cNvPr id="6" name="Tijdelijke aanduiding voor dianummer 5" hidden="1">
            <a:extLst>
              <a:ext uri="{FF2B5EF4-FFF2-40B4-BE49-F238E27FC236}">
                <a16:creationId xmlns:a16="http://schemas.microsoft.com/office/drawing/2014/main" id="{A52425C1-82DE-79B2-5A76-E61C9C100576}"/>
              </a:ext>
            </a:extLst>
          </p:cNvPr>
          <p:cNvSpPr>
            <a:spLocks noGrp="1"/>
          </p:cNvSpPr>
          <p:nvPr>
            <p:ph type="sldNum" sz="quarter" idx="12"/>
          </p:nvPr>
        </p:nvSpPr>
        <p:spPr/>
        <p:txBody>
          <a:bodyPr/>
          <a:lstStyle>
            <a:lvl1pPr>
              <a:defRPr>
                <a:solidFill>
                  <a:schemeClr val="tx1"/>
                </a:solidFill>
              </a:defRPr>
            </a:lvl1pPr>
          </a:lstStyle>
          <a:p>
            <a:pPr>
              <a:spcAft>
                <a:spcPts val="600"/>
              </a:spcAft>
            </a:pPr>
            <a:fld id="{B7CEC10D-CD46-426F-915E-6C78530279CB}" type="slidenum">
              <a:rPr lang="en-US" smtClean="0"/>
              <a:pPr>
                <a:spcAft>
                  <a:spcPts val="600"/>
                </a:spcAft>
              </a:pPr>
              <a:t>35</a:t>
            </a:fld>
            <a:endParaRPr lang="en-US"/>
          </a:p>
        </p:txBody>
      </p:sp>
    </p:spTree>
    <p:extLst>
      <p:ext uri="{BB962C8B-B14F-4D97-AF65-F5344CB8AC3E}">
        <p14:creationId xmlns:p14="http://schemas.microsoft.com/office/powerpoint/2010/main" val="2780971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31BBB-92E8-A5BD-0895-BC5DE7E27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D5DD5-B97E-317C-6464-FA3A84DB3A2A}"/>
              </a:ext>
            </a:extLst>
          </p:cNvPr>
          <p:cNvSpPr>
            <a:spLocks noGrp="1"/>
          </p:cNvSpPr>
          <p:nvPr>
            <p:ph type="title"/>
          </p:nvPr>
        </p:nvSpPr>
        <p:spPr>
          <a:xfrm>
            <a:off x="612000" y="544228"/>
            <a:ext cx="7923213" cy="394448"/>
          </a:xfrm>
        </p:spPr>
        <p:txBody>
          <a:bodyPr>
            <a:normAutofit/>
          </a:bodyPr>
          <a:lstStyle/>
          <a:p>
            <a:r>
              <a:rPr lang="en-GB">
                <a:ea typeface="Calibri"/>
                <a:cs typeface="Calibri"/>
              </a:rPr>
              <a:t>A linear state space model is a probabilistic block</a:t>
            </a:r>
            <a:endParaRPr lang="en-US"/>
          </a:p>
        </p:txBody>
      </p:sp>
      <p:sp>
        <p:nvSpPr>
          <p:cNvPr id="6" name="Tijdelijke aanduiding voor dianummer 5" hidden="1">
            <a:extLst>
              <a:ext uri="{FF2B5EF4-FFF2-40B4-BE49-F238E27FC236}">
                <a16:creationId xmlns:a16="http://schemas.microsoft.com/office/drawing/2014/main" id="{DF939F2C-434D-0413-7128-E30D93B72EA2}"/>
              </a:ext>
            </a:extLst>
          </p:cNvPr>
          <p:cNvSpPr>
            <a:spLocks noGrp="1"/>
          </p:cNvSpPr>
          <p:nvPr>
            <p:ph type="sldNum" sz="quarter" idx="12"/>
          </p:nvPr>
        </p:nvSpPr>
        <p:spPr/>
        <p:txBody>
          <a:bodyPr/>
          <a:lstStyle>
            <a:lvl1pPr>
              <a:defRPr>
                <a:solidFill>
                  <a:schemeClr val="tx1"/>
                </a:solidFill>
              </a:defRPr>
            </a:lvl1pPr>
          </a:lstStyle>
          <a:p>
            <a:pPr>
              <a:spcAft>
                <a:spcPts val="600"/>
              </a:spcAft>
            </a:pPr>
            <a:fld id="{B7CEC10D-CD46-426F-915E-6C78530279CB}" type="slidenum">
              <a:rPr lang="en-US" smtClean="0"/>
              <a:pPr>
                <a:spcAft>
                  <a:spcPts val="600"/>
                </a:spcAft>
              </a:pPr>
              <a:t>36</a:t>
            </a:fld>
            <a:endParaRPr lang="en-US"/>
          </a:p>
        </p:txBody>
      </p:sp>
      <p:pic>
        <p:nvPicPr>
          <p:cNvPr id="3" name="Picture 2">
            <a:extLst>
              <a:ext uri="{FF2B5EF4-FFF2-40B4-BE49-F238E27FC236}">
                <a16:creationId xmlns:a16="http://schemas.microsoft.com/office/drawing/2014/main" id="{338FAE97-45F4-46B1-9E0E-1ED002172364}"/>
              </a:ext>
            </a:extLst>
          </p:cNvPr>
          <p:cNvPicPr>
            <a:picLocks noChangeAspect="1"/>
          </p:cNvPicPr>
          <p:nvPr/>
        </p:nvPicPr>
        <p:blipFill>
          <a:blip r:embed="rId3"/>
          <a:stretch>
            <a:fillRect/>
          </a:stretch>
        </p:blipFill>
        <p:spPr>
          <a:xfrm>
            <a:off x="914400" y="1149137"/>
            <a:ext cx="6492240" cy="3127167"/>
          </a:xfrm>
          <a:prstGeom prst="rect">
            <a:avLst/>
          </a:prstGeom>
        </p:spPr>
      </p:pic>
    </p:spTree>
    <p:extLst>
      <p:ext uri="{BB962C8B-B14F-4D97-AF65-F5344CB8AC3E}">
        <p14:creationId xmlns:p14="http://schemas.microsoft.com/office/powerpoint/2010/main" val="940478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20DBA-F4F2-C341-8E93-481AB2289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EB7EE-E60B-A1A6-A2A1-3969DF5B9857}"/>
              </a:ext>
            </a:extLst>
          </p:cNvPr>
          <p:cNvSpPr>
            <a:spLocks noGrp="1"/>
          </p:cNvSpPr>
          <p:nvPr>
            <p:ph type="title"/>
          </p:nvPr>
        </p:nvSpPr>
        <p:spPr>
          <a:xfrm>
            <a:off x="612000" y="544228"/>
            <a:ext cx="7923213" cy="394448"/>
          </a:xfrm>
        </p:spPr>
        <p:txBody>
          <a:bodyPr>
            <a:normAutofit/>
          </a:bodyPr>
          <a:lstStyle/>
          <a:p>
            <a:r>
              <a:rPr lang="en-GB">
                <a:ea typeface="Calibri"/>
                <a:cs typeface="Calibri"/>
              </a:rPr>
              <a:t>A linear state space in code</a:t>
            </a:r>
            <a:endParaRPr lang="en-US"/>
          </a:p>
        </p:txBody>
      </p:sp>
      <p:sp>
        <p:nvSpPr>
          <p:cNvPr id="6" name="Tijdelijke aanduiding voor dianummer 5" hidden="1">
            <a:extLst>
              <a:ext uri="{FF2B5EF4-FFF2-40B4-BE49-F238E27FC236}">
                <a16:creationId xmlns:a16="http://schemas.microsoft.com/office/drawing/2014/main" id="{B6E73305-8654-C892-EE31-91D69C93B79A}"/>
              </a:ext>
            </a:extLst>
          </p:cNvPr>
          <p:cNvSpPr>
            <a:spLocks noGrp="1"/>
          </p:cNvSpPr>
          <p:nvPr>
            <p:ph type="sldNum" sz="quarter" idx="12"/>
          </p:nvPr>
        </p:nvSpPr>
        <p:spPr/>
        <p:txBody>
          <a:bodyPr/>
          <a:lstStyle>
            <a:lvl1pPr>
              <a:defRPr>
                <a:solidFill>
                  <a:schemeClr val="tx1"/>
                </a:solidFill>
              </a:defRPr>
            </a:lvl1pPr>
          </a:lstStyle>
          <a:p>
            <a:pPr>
              <a:spcAft>
                <a:spcPts val="600"/>
              </a:spcAft>
            </a:pPr>
            <a:fld id="{B7CEC10D-CD46-426F-915E-6C78530279CB}" type="slidenum">
              <a:rPr lang="en-US" smtClean="0"/>
              <a:pPr>
                <a:spcAft>
                  <a:spcPts val="600"/>
                </a:spcAft>
              </a:pPr>
              <a:t>37</a:t>
            </a:fld>
            <a:endParaRPr lang="en-US"/>
          </a:p>
        </p:txBody>
      </p:sp>
      <p:pic>
        <p:nvPicPr>
          <p:cNvPr id="3" name="Picture 2">
            <a:extLst>
              <a:ext uri="{FF2B5EF4-FFF2-40B4-BE49-F238E27FC236}">
                <a16:creationId xmlns:a16="http://schemas.microsoft.com/office/drawing/2014/main" id="{32511673-F290-AC49-AF61-AA878A73FD40}"/>
              </a:ext>
            </a:extLst>
          </p:cNvPr>
          <p:cNvPicPr>
            <a:picLocks noChangeAspect="1"/>
          </p:cNvPicPr>
          <p:nvPr/>
        </p:nvPicPr>
        <p:blipFill>
          <a:blip r:embed="rId3"/>
          <a:stretch>
            <a:fillRect/>
          </a:stretch>
        </p:blipFill>
        <p:spPr>
          <a:xfrm>
            <a:off x="274320" y="943397"/>
            <a:ext cx="4030980" cy="1938447"/>
          </a:xfrm>
          <a:prstGeom prst="rect">
            <a:avLst/>
          </a:prstGeom>
        </p:spPr>
      </p:pic>
      <p:pic>
        <p:nvPicPr>
          <p:cNvPr id="4" name="Picture 3">
            <a:extLst>
              <a:ext uri="{FF2B5EF4-FFF2-40B4-BE49-F238E27FC236}">
                <a16:creationId xmlns:a16="http://schemas.microsoft.com/office/drawing/2014/main" id="{6EE8C62D-34BA-C427-1A0E-6868EC440C6E}"/>
              </a:ext>
            </a:extLst>
          </p:cNvPr>
          <p:cNvPicPr>
            <a:picLocks noChangeAspect="1"/>
          </p:cNvPicPr>
          <p:nvPr/>
        </p:nvPicPr>
        <p:blipFill>
          <a:blip r:embed="rId4"/>
          <a:stretch>
            <a:fillRect/>
          </a:stretch>
        </p:blipFill>
        <p:spPr>
          <a:xfrm>
            <a:off x="2506980" y="1642575"/>
            <a:ext cx="5654040" cy="3008970"/>
          </a:xfrm>
          <a:prstGeom prst="rect">
            <a:avLst/>
          </a:prstGeom>
        </p:spPr>
      </p:pic>
    </p:spTree>
    <p:extLst>
      <p:ext uri="{BB962C8B-B14F-4D97-AF65-F5344CB8AC3E}">
        <p14:creationId xmlns:p14="http://schemas.microsoft.com/office/powerpoint/2010/main" val="1524233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BDF62-C14A-B590-1BB6-22DCB129F8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324FB-B9A2-6FD3-9872-3CC70D331ED9}"/>
              </a:ext>
            </a:extLst>
          </p:cNvPr>
          <p:cNvSpPr>
            <a:spLocks noGrp="1"/>
          </p:cNvSpPr>
          <p:nvPr>
            <p:ph type="title"/>
          </p:nvPr>
        </p:nvSpPr>
        <p:spPr>
          <a:xfrm>
            <a:off x="612000" y="544228"/>
            <a:ext cx="7923213" cy="394448"/>
          </a:xfrm>
        </p:spPr>
        <p:txBody>
          <a:bodyPr>
            <a:normAutofit/>
          </a:bodyPr>
          <a:lstStyle/>
          <a:p>
            <a:r>
              <a:rPr lang="en-GB">
                <a:ea typeface="Calibri"/>
                <a:cs typeface="Calibri"/>
              </a:rPr>
              <a:t>Compositional payoff</a:t>
            </a:r>
            <a:endParaRPr lang="en-US"/>
          </a:p>
        </p:txBody>
      </p:sp>
      <p:sp>
        <p:nvSpPr>
          <p:cNvPr id="6" name="Tijdelijke aanduiding voor dianummer 5" hidden="1">
            <a:extLst>
              <a:ext uri="{FF2B5EF4-FFF2-40B4-BE49-F238E27FC236}">
                <a16:creationId xmlns:a16="http://schemas.microsoft.com/office/drawing/2014/main" id="{2959E354-D509-152E-6386-382AEC889F56}"/>
              </a:ext>
            </a:extLst>
          </p:cNvPr>
          <p:cNvSpPr>
            <a:spLocks noGrp="1"/>
          </p:cNvSpPr>
          <p:nvPr>
            <p:ph type="sldNum" sz="quarter" idx="12"/>
          </p:nvPr>
        </p:nvSpPr>
        <p:spPr/>
        <p:txBody>
          <a:bodyPr/>
          <a:lstStyle>
            <a:lvl1pPr>
              <a:defRPr>
                <a:solidFill>
                  <a:schemeClr val="tx1"/>
                </a:solidFill>
              </a:defRPr>
            </a:lvl1pPr>
          </a:lstStyle>
          <a:p>
            <a:pPr>
              <a:spcAft>
                <a:spcPts val="600"/>
              </a:spcAft>
            </a:pPr>
            <a:fld id="{B7CEC10D-CD46-426F-915E-6C78530279CB}" type="slidenum">
              <a:rPr lang="en-US" smtClean="0"/>
              <a:pPr>
                <a:spcAft>
                  <a:spcPts val="600"/>
                </a:spcAft>
              </a:pPr>
              <a:t>38</a:t>
            </a:fld>
            <a:endParaRPr lang="en-US"/>
          </a:p>
        </p:txBody>
      </p:sp>
    </p:spTree>
    <p:extLst>
      <p:ext uri="{BB962C8B-B14F-4D97-AF65-F5344CB8AC3E}">
        <p14:creationId xmlns:p14="http://schemas.microsoft.com/office/powerpoint/2010/main" val="1251935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9D92E-509C-370C-E96D-6E7B77C49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7B073-D602-6A30-260A-6197443B5610}"/>
              </a:ext>
            </a:extLst>
          </p:cNvPr>
          <p:cNvSpPr>
            <a:spLocks noGrp="1"/>
          </p:cNvSpPr>
          <p:nvPr>
            <p:ph type="title"/>
          </p:nvPr>
        </p:nvSpPr>
        <p:spPr>
          <a:xfrm>
            <a:off x="612000" y="544228"/>
            <a:ext cx="7923213" cy="394448"/>
          </a:xfrm>
        </p:spPr>
        <p:txBody>
          <a:bodyPr>
            <a:normAutofit/>
          </a:bodyPr>
          <a:lstStyle/>
          <a:p>
            <a:r>
              <a:rPr lang="en-GB">
                <a:ea typeface="Calibri"/>
                <a:cs typeface="Calibri"/>
              </a:rPr>
              <a:t>Let's do some Infer!</a:t>
            </a:r>
            <a:endParaRPr lang="en-US"/>
          </a:p>
        </p:txBody>
      </p:sp>
      <p:sp>
        <p:nvSpPr>
          <p:cNvPr id="6" name="Tijdelijke aanduiding voor dianummer 5" hidden="1">
            <a:extLst>
              <a:ext uri="{FF2B5EF4-FFF2-40B4-BE49-F238E27FC236}">
                <a16:creationId xmlns:a16="http://schemas.microsoft.com/office/drawing/2014/main" id="{B61F4F4E-9165-2EB6-DF09-173C3E630B11}"/>
              </a:ext>
            </a:extLst>
          </p:cNvPr>
          <p:cNvSpPr>
            <a:spLocks noGrp="1"/>
          </p:cNvSpPr>
          <p:nvPr>
            <p:ph type="sldNum" sz="quarter" idx="12"/>
          </p:nvPr>
        </p:nvSpPr>
        <p:spPr/>
        <p:txBody>
          <a:bodyPr/>
          <a:lstStyle>
            <a:lvl1pPr>
              <a:defRPr>
                <a:solidFill>
                  <a:schemeClr val="tx1"/>
                </a:solidFill>
              </a:defRPr>
            </a:lvl1pPr>
          </a:lstStyle>
          <a:p>
            <a:pPr>
              <a:spcAft>
                <a:spcPts val="600"/>
              </a:spcAft>
            </a:pPr>
            <a:fld id="{B7CEC10D-CD46-426F-915E-6C78530279CB}" type="slidenum">
              <a:rPr lang="en-US" smtClean="0"/>
              <a:pPr>
                <a:spcAft>
                  <a:spcPts val="600"/>
                </a:spcAft>
              </a:pPr>
              <a:t>39</a:t>
            </a:fld>
            <a:endParaRPr lang="en-US"/>
          </a:p>
        </p:txBody>
      </p:sp>
      <p:pic>
        <p:nvPicPr>
          <p:cNvPr id="3" name="heat_grid_filter_hires">
            <a:hlinkClick r:id="" action="ppaction://media"/>
            <a:extLst>
              <a:ext uri="{FF2B5EF4-FFF2-40B4-BE49-F238E27FC236}">
                <a16:creationId xmlns:a16="http://schemas.microsoft.com/office/drawing/2014/main" id="{2177A78F-F7CA-38F0-9FCA-812E67DB4D9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01731" y="1065679"/>
            <a:ext cx="7315200" cy="3886200"/>
          </a:xfrm>
          <a:prstGeom prst="rect">
            <a:avLst/>
          </a:prstGeom>
        </p:spPr>
      </p:pic>
    </p:spTree>
    <p:extLst>
      <p:ext uri="{BB962C8B-B14F-4D97-AF65-F5344CB8AC3E}">
        <p14:creationId xmlns:p14="http://schemas.microsoft.com/office/powerpoint/2010/main" val="224588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ianummer 4">
            <a:extLst>
              <a:ext uri="{FF2B5EF4-FFF2-40B4-BE49-F238E27FC236}">
                <a16:creationId xmlns:a16="http://schemas.microsoft.com/office/drawing/2014/main" id="{59BBBB4F-30BC-E702-4EA5-66A7FE06E725}"/>
              </a:ext>
            </a:extLst>
          </p:cNvPr>
          <p:cNvSpPr>
            <a:spLocks noGrp="1"/>
          </p:cNvSpPr>
          <p:nvPr>
            <p:ph type="sldNum" sz="quarter" idx="12"/>
          </p:nvPr>
        </p:nvSpPr>
        <p:spPr/>
        <p:txBody>
          <a:bodyPr/>
          <a:lstStyle/>
          <a:p>
            <a:fld id="{B7CEC10D-CD46-426F-915E-6C78530279CB}" type="slidenum">
              <a:rPr lang="en-US" smtClean="0"/>
              <a:pPr/>
              <a:t>40</a:t>
            </a:fld>
            <a:endParaRPr lang="en-US" dirty="0"/>
          </a:p>
        </p:txBody>
      </p:sp>
    </p:spTree>
    <p:extLst>
      <p:ext uri="{BB962C8B-B14F-4D97-AF65-F5344CB8AC3E}">
        <p14:creationId xmlns:p14="http://schemas.microsoft.com/office/powerpoint/2010/main" val="4141411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06BE9-C6EC-B2CF-46F2-3BA7B8B4E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5E25C-52B0-4B43-4107-6F72D3D61B3D}"/>
              </a:ext>
            </a:extLst>
          </p:cNvPr>
          <p:cNvSpPr>
            <a:spLocks noGrp="1"/>
          </p:cNvSpPr>
          <p:nvPr>
            <p:ph type="title"/>
          </p:nvPr>
        </p:nvSpPr>
        <p:spPr/>
        <p:txBody>
          <a:bodyPr/>
          <a:lstStyle/>
          <a:p>
            <a:r>
              <a:rPr lang="en-GB" sz="2600" b="1" dirty="0">
                <a:latin typeface="Calibri"/>
              </a:rPr>
              <a:t>Extra: convergence of Jacobi iteration</a:t>
            </a:r>
            <a:endParaRPr sz="2600" b="1" dirty="0">
              <a:latin typeface="Calibri"/>
            </a:endParaRPr>
          </a:p>
        </p:txBody>
      </p:sp>
      <mc:AlternateContent xmlns:mc="http://schemas.openxmlformats.org/markup-compatibility/2006" xmlns:a14="http://schemas.microsoft.com/office/drawing/2010/main">
        <mc:Choice Requires="a14">
          <p:sp>
            <p:nvSpPr>
              <p:cNvPr id="3" name="Tijdelijke aanduiding voor inhoud 2">
                <a:extLst>
                  <a:ext uri="{FF2B5EF4-FFF2-40B4-BE49-F238E27FC236}">
                    <a16:creationId xmlns:a16="http://schemas.microsoft.com/office/drawing/2014/main" id="{3F3BA741-9D4B-190D-71F7-AC0A3D7968CA}"/>
                  </a:ext>
                </a:extLst>
              </p:cNvPr>
              <p:cNvSpPr>
                <a:spLocks noGrp="1"/>
              </p:cNvSpPr>
              <p:nvPr>
                <p:ph idx="1"/>
              </p:nvPr>
            </p:nvSpPr>
            <p:spPr/>
            <p:txBody>
              <a:bodyPr/>
              <a:lstStyle/>
              <a:p>
                <a:r>
                  <a:rPr lang="en-GB" b="0" dirty="0">
                    <a:latin typeface="Calibri" panose="020F0502020204030204" pitchFamily="34" charset="0"/>
                    <a:ea typeface="Calibri" panose="020F0502020204030204" pitchFamily="34" charset="0"/>
                    <a:cs typeface="Calibri" panose="020F0502020204030204" pitchFamily="34" charset="0"/>
                  </a:rPr>
                  <a:t>Jacobi updates are a fixed-point iteration with iteration matrix </a:t>
                </a:r>
                <a14:m>
                  <m:oMath xmlns:m="http://schemas.openxmlformats.org/officeDocument/2006/math">
                    <m:sSub>
                      <m:sSubPr>
                        <m:ctrlPr>
                          <a:rPr lang="en-GB" b="0" i="1" smtClean="0">
                            <a:latin typeface="Cambria Math" panose="02040503050406030204" pitchFamily="18" charset="0"/>
                            <a:ea typeface="Calibri" panose="020F0502020204030204" pitchFamily="34" charset="0"/>
                            <a:cs typeface="Calibri" panose="020F0502020204030204" pitchFamily="34" charset="0"/>
                          </a:rPr>
                        </m:ctrlPr>
                      </m:sSubPr>
                      <m:e>
                        <m:r>
                          <a:rPr lang="en-GB" b="0" i="1" smtClean="0">
                            <a:latin typeface="Cambria Math" panose="02040503050406030204" pitchFamily="18" charset="0"/>
                            <a:ea typeface="Calibri" panose="020F0502020204030204" pitchFamily="34" charset="0"/>
                            <a:cs typeface="Calibri" panose="020F0502020204030204" pitchFamily="34" charset="0"/>
                          </a:rPr>
                          <m:t>𝑀</m:t>
                        </m:r>
                      </m:e>
                      <m:sub>
                        <m:r>
                          <a:rPr lang="en-GB" b="0" i="1" smtClean="0">
                            <a:latin typeface="Cambria Math" panose="02040503050406030204" pitchFamily="18" charset="0"/>
                            <a:ea typeface="Calibri" panose="020F0502020204030204" pitchFamily="34" charset="0"/>
                            <a:cs typeface="Calibri" panose="020F0502020204030204" pitchFamily="34" charset="0"/>
                          </a:rPr>
                          <m:t>𝐽</m:t>
                        </m:r>
                      </m:sub>
                    </m:sSub>
                    <m:r>
                      <a:rPr lang="en-GB" b="0" i="1" smtClean="0">
                        <a:latin typeface="Cambria Math" panose="02040503050406030204" pitchFamily="18" charset="0"/>
                        <a:ea typeface="Calibri" panose="020F0502020204030204" pitchFamily="34" charset="0"/>
                        <a:cs typeface="Calibri" panose="020F0502020204030204" pitchFamily="34" charset="0"/>
                      </a:rPr>
                      <m:t>=</m:t>
                    </m:r>
                    <m:sSup>
                      <m:sSupPr>
                        <m:ctrlPr>
                          <a:rPr lang="en-GB" b="0" i="1" smtClean="0">
                            <a:latin typeface="Cambria Math" panose="02040503050406030204" pitchFamily="18" charset="0"/>
                            <a:ea typeface="Calibri" panose="020F0502020204030204" pitchFamily="34" charset="0"/>
                            <a:cs typeface="Calibri" panose="020F0502020204030204" pitchFamily="34" charset="0"/>
                          </a:rPr>
                        </m:ctrlPr>
                      </m:sSupPr>
                      <m:e>
                        <m:r>
                          <a:rPr lang="en-GB" b="0" i="1" smtClean="0">
                            <a:latin typeface="Cambria Math" panose="02040503050406030204" pitchFamily="18" charset="0"/>
                            <a:ea typeface="Calibri" panose="020F0502020204030204" pitchFamily="34" charset="0"/>
                            <a:cs typeface="Calibri" panose="020F0502020204030204" pitchFamily="34" charset="0"/>
                          </a:rPr>
                          <m:t>𝐷</m:t>
                        </m:r>
                      </m:e>
                      <m:sup>
                        <m:r>
                          <a:rPr lang="en-GB" b="0" i="1" smtClean="0">
                            <a:latin typeface="Cambria Math" panose="02040503050406030204" pitchFamily="18" charset="0"/>
                            <a:ea typeface="Calibri" panose="020F0502020204030204" pitchFamily="34" charset="0"/>
                            <a:cs typeface="Calibri" panose="020F0502020204030204" pitchFamily="34" charset="0"/>
                          </a:rPr>
                          <m:t>−1</m:t>
                        </m:r>
                      </m:sup>
                    </m:sSup>
                    <m:r>
                      <a:rPr lang="en-GB" b="0" i="1" smtClean="0">
                        <a:latin typeface="Cambria Math" panose="02040503050406030204" pitchFamily="18" charset="0"/>
                        <a:ea typeface="Calibri" panose="020F0502020204030204" pitchFamily="34" charset="0"/>
                        <a:cs typeface="Calibri" panose="020F0502020204030204" pitchFamily="34" charset="0"/>
                      </a:rPr>
                      <m:t>(</m:t>
                    </m:r>
                    <m:r>
                      <a:rPr lang="en-GB" b="0" i="1" smtClean="0">
                        <a:latin typeface="Cambria Math" panose="02040503050406030204" pitchFamily="18" charset="0"/>
                        <a:ea typeface="Calibri" panose="020F0502020204030204" pitchFamily="34" charset="0"/>
                        <a:cs typeface="Calibri" panose="020F0502020204030204" pitchFamily="34" charset="0"/>
                      </a:rPr>
                      <m:t>𝐿</m:t>
                    </m:r>
                    <m:r>
                      <a:rPr lang="en-GB" b="0" i="1" smtClean="0">
                        <a:latin typeface="Cambria Math" panose="02040503050406030204" pitchFamily="18" charset="0"/>
                        <a:ea typeface="Calibri" panose="020F0502020204030204" pitchFamily="34" charset="0"/>
                        <a:cs typeface="Calibri" panose="020F0502020204030204" pitchFamily="34" charset="0"/>
                      </a:rPr>
                      <m:t>+</m:t>
                    </m:r>
                    <m:r>
                      <a:rPr lang="en-GB" b="0" i="1" smtClean="0">
                        <a:latin typeface="Cambria Math" panose="02040503050406030204" pitchFamily="18" charset="0"/>
                        <a:ea typeface="Calibri" panose="020F0502020204030204" pitchFamily="34" charset="0"/>
                        <a:cs typeface="Calibri" panose="020F0502020204030204" pitchFamily="34" charset="0"/>
                      </a:rPr>
                      <m:t>𝑈</m:t>
                    </m:r>
                    <m:r>
                      <a:rPr lang="en-GB" b="0" i="1" smtClean="0">
                        <a:latin typeface="Cambria Math" panose="02040503050406030204" pitchFamily="18" charset="0"/>
                        <a:ea typeface="Calibri" panose="020F0502020204030204" pitchFamily="34" charset="0"/>
                        <a:cs typeface="Calibri" panose="020F0502020204030204" pitchFamily="34" charset="0"/>
                      </a:rPr>
                      <m:t>)</m:t>
                    </m:r>
                  </m:oMath>
                </a14:m>
                <a:r>
                  <a:rPr lang="en-GB" b="0" dirty="0">
                    <a:latin typeface="Calibri" panose="020F0502020204030204" pitchFamily="34" charset="0"/>
                    <a:ea typeface="Calibri" panose="020F0502020204030204" pitchFamily="34" charset="0"/>
                    <a:cs typeface="Calibri" panose="020F0502020204030204" pitchFamily="34" charset="0"/>
                  </a:rPr>
                  <a:t>.</a:t>
                </a:r>
              </a:p>
              <a:p>
                <a:r>
                  <a:rPr lang="en-GB" b="0" dirty="0">
                    <a:latin typeface="Calibri" panose="020F0502020204030204" pitchFamily="34" charset="0"/>
                    <a:ea typeface="Calibri" panose="020F0502020204030204" pitchFamily="34" charset="0"/>
                    <a:cs typeface="Calibri" panose="020F0502020204030204" pitchFamily="34" charset="0"/>
                  </a:rPr>
                  <a:t>It can be shown that it converges for every </a:t>
                </a:r>
                <a14:m>
                  <m:oMath xmlns:m="http://schemas.openxmlformats.org/officeDocument/2006/math">
                    <m:sSup>
                      <m:sSupPr>
                        <m:ctrlPr>
                          <a:rPr lang="en-GB" b="0" i="1" smtClean="0">
                            <a:latin typeface="Cambria Math" panose="02040503050406030204" pitchFamily="18" charset="0"/>
                            <a:ea typeface="Calibri" panose="020F0502020204030204" pitchFamily="34" charset="0"/>
                            <a:cs typeface="Calibri" panose="020F0502020204030204" pitchFamily="34" charset="0"/>
                          </a:rPr>
                        </m:ctrlPr>
                      </m:sSupPr>
                      <m:e>
                        <m:r>
                          <a:rPr lang="en-GB" b="0" i="1" smtClean="0">
                            <a:latin typeface="Cambria Math" panose="02040503050406030204" pitchFamily="18" charset="0"/>
                            <a:ea typeface="Calibri" panose="020F0502020204030204" pitchFamily="34" charset="0"/>
                            <a:cs typeface="Calibri" panose="020F0502020204030204" pitchFamily="34" charset="0"/>
                          </a:rPr>
                          <m:t>𝑥</m:t>
                        </m:r>
                      </m:e>
                      <m:sup>
                        <m:r>
                          <a:rPr lang="en-GB" b="0" i="1" smtClean="0">
                            <a:latin typeface="Cambria Math" panose="02040503050406030204" pitchFamily="18" charset="0"/>
                            <a:ea typeface="Calibri" panose="020F0502020204030204" pitchFamily="34" charset="0"/>
                            <a:cs typeface="Calibri" panose="020F0502020204030204" pitchFamily="34" charset="0"/>
                          </a:rPr>
                          <m:t>(0)</m:t>
                        </m:r>
                      </m:sup>
                    </m:sSup>
                  </m:oMath>
                </a14:m>
                <a:r>
                  <a:rPr lang="en-GB" b="0" dirty="0">
                    <a:latin typeface="Calibri" panose="020F0502020204030204" pitchFamily="34" charset="0"/>
                    <a:ea typeface="Calibri" panose="020F0502020204030204" pitchFamily="34" charset="0"/>
                    <a:cs typeface="Calibri" panose="020F0502020204030204" pitchFamily="34" charset="0"/>
                  </a:rPr>
                  <a:t> if and only if the spectral radius </a:t>
                </a:r>
                <a14:m>
                  <m:oMath xmlns:m="http://schemas.openxmlformats.org/officeDocument/2006/math">
                    <m:r>
                      <a:rPr lang="en-GB" b="0" i="1" smtClean="0">
                        <a:latin typeface="Cambria Math" panose="02040503050406030204" pitchFamily="18" charset="0"/>
                        <a:ea typeface="Calibri" panose="020F0502020204030204" pitchFamily="34" charset="0"/>
                        <a:cs typeface="Calibri" panose="020F0502020204030204" pitchFamily="34" charset="0"/>
                      </a:rPr>
                      <m:t>𝜌</m:t>
                    </m:r>
                    <m:d>
                      <m:dPr>
                        <m:ctrlPr>
                          <a:rPr lang="en-GB" b="0" i="1" smtClean="0">
                            <a:latin typeface="Cambria Math" panose="02040503050406030204" pitchFamily="18" charset="0"/>
                            <a:ea typeface="Calibri" panose="020F0502020204030204" pitchFamily="34" charset="0"/>
                            <a:cs typeface="Calibri" panose="020F0502020204030204" pitchFamily="34" charset="0"/>
                          </a:rPr>
                        </m:ctrlPr>
                      </m:dPr>
                      <m:e>
                        <m:sSub>
                          <m:sSubPr>
                            <m:ctrlPr>
                              <a:rPr lang="en-GB" b="0" i="1" smtClean="0">
                                <a:latin typeface="Cambria Math" panose="02040503050406030204" pitchFamily="18" charset="0"/>
                                <a:ea typeface="Calibri" panose="020F0502020204030204" pitchFamily="34" charset="0"/>
                                <a:cs typeface="Calibri" panose="020F0502020204030204" pitchFamily="34" charset="0"/>
                              </a:rPr>
                            </m:ctrlPr>
                          </m:sSubPr>
                          <m:e>
                            <m:r>
                              <a:rPr lang="en-GB" b="0" i="1" smtClean="0">
                                <a:latin typeface="Cambria Math" panose="02040503050406030204" pitchFamily="18" charset="0"/>
                                <a:ea typeface="Calibri" panose="020F0502020204030204" pitchFamily="34" charset="0"/>
                                <a:cs typeface="Calibri" panose="020F0502020204030204" pitchFamily="34" charset="0"/>
                              </a:rPr>
                              <m:t>𝑀</m:t>
                            </m:r>
                          </m:e>
                          <m:sub>
                            <m:r>
                              <a:rPr lang="en-GB" b="0" i="1" smtClean="0">
                                <a:latin typeface="Cambria Math" panose="02040503050406030204" pitchFamily="18" charset="0"/>
                                <a:ea typeface="Calibri" panose="020F0502020204030204" pitchFamily="34" charset="0"/>
                                <a:cs typeface="Calibri" panose="020F0502020204030204" pitchFamily="34" charset="0"/>
                              </a:rPr>
                              <m:t>𝐽</m:t>
                            </m:r>
                          </m:sub>
                        </m:sSub>
                      </m:e>
                    </m:d>
                    <m:r>
                      <a:rPr lang="en-GB" b="0" i="1" smtClean="0">
                        <a:latin typeface="Cambria Math" panose="02040503050406030204" pitchFamily="18" charset="0"/>
                        <a:ea typeface="Calibri" panose="020F0502020204030204" pitchFamily="34" charset="0"/>
                        <a:cs typeface="Calibri" panose="020F0502020204030204" pitchFamily="34" charset="0"/>
                      </a:rPr>
                      <m:t>&lt;1 .</m:t>
                    </m:r>
                  </m:oMath>
                </a14:m>
                <a:endParaRPr lang="en-GB" b="0" dirty="0">
                  <a:latin typeface="Calibri" panose="020F0502020204030204" pitchFamily="34" charset="0"/>
                  <a:ea typeface="Calibri" panose="020F0502020204030204" pitchFamily="34" charset="0"/>
                  <a:cs typeface="Calibri" panose="020F0502020204030204" pitchFamily="34" charset="0"/>
                </a:endParaRPr>
              </a:p>
              <a:p>
                <a:endParaRPr lang="en-GB" b="0" dirty="0">
                  <a:latin typeface="Calibri" panose="020F0502020204030204" pitchFamily="34" charset="0"/>
                  <a:ea typeface="Calibri" panose="020F0502020204030204" pitchFamily="34" charset="0"/>
                  <a:cs typeface="Calibri" panose="020F0502020204030204" pitchFamily="34" charset="0"/>
                </a:endParaRPr>
              </a:p>
              <a:p>
                <a:r>
                  <a:rPr lang="en-GB" b="0" dirty="0">
                    <a:latin typeface="Calibri" panose="020F0502020204030204" pitchFamily="34" charset="0"/>
                    <a:ea typeface="Calibri" panose="020F0502020204030204" pitchFamily="34" charset="0"/>
                    <a:cs typeface="Calibri" panose="020F0502020204030204" pitchFamily="34" charset="0"/>
                  </a:rPr>
                  <a:t>Take</a:t>
                </a:r>
                <a:r>
                  <a:rPr lang="en-GB" dirty="0">
                    <a:latin typeface="Calibri" panose="020F0502020204030204" pitchFamily="34" charset="0"/>
                    <a:ea typeface="Calibri" panose="020F0502020204030204" pitchFamily="34" charset="0"/>
                    <a:cs typeface="Calibri" panose="020F0502020204030204" pitchFamily="34" charset="0"/>
                  </a:rPr>
                  <a:t>, for example, a chain tiling of the die such that A is tridiagonal with values </a:t>
                </a:r>
                <a14:m>
                  <m:oMath xmlns:m="http://schemas.openxmlformats.org/officeDocument/2006/math">
                    <m:r>
                      <a:rPr lang="en-GB" b="0" i="1" smtClean="0">
                        <a:latin typeface="Cambria Math" panose="02040503050406030204" pitchFamily="18" charset="0"/>
                        <a:ea typeface="Calibri" panose="020F0502020204030204" pitchFamily="34" charset="0"/>
                        <a:cs typeface="Calibri" panose="020F0502020204030204" pitchFamily="34" charset="0"/>
                      </a:rPr>
                      <m:t>(−1,2,−1)</m:t>
                    </m:r>
                  </m:oMath>
                </a14:m>
                <a:r>
                  <a:rPr lang="en-GB" b="0" dirty="0">
                    <a:latin typeface="Calibri" panose="020F0502020204030204" pitchFamily="34" charset="0"/>
                    <a:ea typeface="Calibri" panose="020F0502020204030204" pitchFamily="34" charset="0"/>
                    <a:cs typeface="Calibri" panose="020F0502020204030204" pitchFamily="34" charset="0"/>
                  </a:rPr>
                  <a:t>.</a:t>
                </a:r>
              </a:p>
              <a:p>
                <a:r>
                  <a:rPr lang="en-GB" b="0" dirty="0">
                    <a:latin typeface="Calibri" panose="020F0502020204030204" pitchFamily="34" charset="0"/>
                    <a:ea typeface="Calibri" panose="020F0502020204030204" pitchFamily="34" charset="0"/>
                    <a:cs typeface="Calibri" panose="020F0502020204030204" pitchFamily="34" charset="0"/>
                  </a:rPr>
                  <a:t>Then</a:t>
                </a:r>
                <a:r>
                  <a:rPr lang="en-GB" dirty="0">
                    <a:latin typeface="Calibri" panose="020F0502020204030204" pitchFamily="34" charset="0"/>
                    <a:ea typeface="Calibri" panose="020F0502020204030204" pitchFamily="34" charset="0"/>
                    <a:cs typeface="Calibri" panose="020F0502020204030204" pitchFamily="34" charset="0"/>
                  </a:rPr>
                  <a:t>, the eigenvalues of </a:t>
                </a:r>
                <a14:m>
                  <m:oMath xmlns:m="http://schemas.openxmlformats.org/officeDocument/2006/math">
                    <m:sSub>
                      <m:sSubPr>
                        <m:ctrlPr>
                          <a:rPr lang="en-GB" b="0" i="1" smtClean="0">
                            <a:latin typeface="Cambria Math" panose="02040503050406030204" pitchFamily="18" charset="0"/>
                            <a:ea typeface="Calibri" panose="020F0502020204030204" pitchFamily="34" charset="0"/>
                            <a:cs typeface="Calibri" panose="020F0502020204030204" pitchFamily="34" charset="0"/>
                          </a:rPr>
                        </m:ctrlPr>
                      </m:sSubPr>
                      <m:e>
                        <m:r>
                          <a:rPr lang="en-GB" b="0" i="1" smtClean="0">
                            <a:latin typeface="Cambria Math" panose="02040503050406030204" pitchFamily="18" charset="0"/>
                            <a:ea typeface="Calibri" panose="020F0502020204030204" pitchFamily="34" charset="0"/>
                            <a:cs typeface="Calibri" panose="020F0502020204030204" pitchFamily="34" charset="0"/>
                          </a:rPr>
                          <m:t>𝑀</m:t>
                        </m:r>
                      </m:e>
                      <m:sub>
                        <m:r>
                          <a:rPr lang="en-GB" b="0" i="1" smtClean="0">
                            <a:latin typeface="Cambria Math" panose="02040503050406030204" pitchFamily="18" charset="0"/>
                            <a:ea typeface="Calibri" panose="020F0502020204030204" pitchFamily="34" charset="0"/>
                            <a:cs typeface="Calibri" panose="020F0502020204030204" pitchFamily="34" charset="0"/>
                          </a:rPr>
                          <m:t>𝐽</m:t>
                        </m:r>
                      </m:sub>
                    </m:sSub>
                  </m:oMath>
                </a14:m>
                <a:r>
                  <a:rPr lang="en-GB" b="0" dirty="0">
                    <a:latin typeface="Calibri" panose="020F0502020204030204" pitchFamily="34" charset="0"/>
                    <a:ea typeface="Calibri" panose="020F0502020204030204" pitchFamily="34" charset="0"/>
                    <a:cs typeface="Calibri" panose="020F0502020204030204" pitchFamily="34" charset="0"/>
                  </a:rPr>
                  <a:t> are </a:t>
                </a:r>
                <a14:m>
                  <m:oMath xmlns:m="http://schemas.openxmlformats.org/officeDocument/2006/math">
                    <m:sSub>
                      <m:sSubPr>
                        <m:ctrlPr>
                          <a:rPr lang="en-GB" b="0" i="1" smtClean="0">
                            <a:latin typeface="Cambria Math" panose="02040503050406030204" pitchFamily="18" charset="0"/>
                            <a:ea typeface="Calibri" panose="020F0502020204030204" pitchFamily="34" charset="0"/>
                            <a:cs typeface="Calibri" panose="020F0502020204030204" pitchFamily="34" charset="0"/>
                          </a:rPr>
                        </m:ctrlPr>
                      </m:sSubPr>
                      <m:e>
                        <m:r>
                          <a:rPr lang="en-GB" b="0" i="1" smtClean="0">
                            <a:latin typeface="Cambria Math" panose="02040503050406030204" pitchFamily="18" charset="0"/>
                            <a:ea typeface="Calibri" panose="020F0502020204030204" pitchFamily="34" charset="0"/>
                            <a:cs typeface="Calibri" panose="020F0502020204030204" pitchFamily="34" charset="0"/>
                          </a:rPr>
                          <m:t>𝜆</m:t>
                        </m:r>
                      </m:e>
                      <m:sub>
                        <m:r>
                          <a:rPr lang="en-GB" b="0" i="1" smtClean="0">
                            <a:latin typeface="Cambria Math" panose="02040503050406030204" pitchFamily="18" charset="0"/>
                            <a:ea typeface="Calibri" panose="020F0502020204030204" pitchFamily="34" charset="0"/>
                            <a:cs typeface="Calibri" panose="020F0502020204030204" pitchFamily="34" charset="0"/>
                          </a:rPr>
                          <m:t>𝑗</m:t>
                        </m:r>
                      </m:sub>
                    </m:sSub>
                    <m:r>
                      <a:rPr lang="en-GB" b="0" i="1" smtClean="0">
                        <a:latin typeface="Cambria Math" panose="02040503050406030204" pitchFamily="18" charset="0"/>
                        <a:ea typeface="Calibri" panose="020F0502020204030204" pitchFamily="34" charset="0"/>
                        <a:cs typeface="Calibri" panose="020F0502020204030204" pitchFamily="34" charset="0"/>
                      </a:rPr>
                      <m:t>=</m:t>
                    </m:r>
                    <m:func>
                      <m:funcPr>
                        <m:ctrlPr>
                          <a:rPr lang="en-GB" b="0" i="0"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GB" b="0" i="0" smtClean="0">
                            <a:latin typeface="Cambria Math" panose="02040503050406030204" pitchFamily="18" charset="0"/>
                            <a:ea typeface="Calibri" panose="020F0502020204030204" pitchFamily="34" charset="0"/>
                            <a:cs typeface="Calibri" panose="020F0502020204030204" pitchFamily="34" charset="0"/>
                          </a:rPr>
                          <m:t>cos</m:t>
                        </m:r>
                      </m:fName>
                      <m:e>
                        <m:r>
                          <a:rPr lang="en-GB" b="0" i="1" smtClean="0">
                            <a:latin typeface="Cambria Math" panose="02040503050406030204" pitchFamily="18" charset="0"/>
                            <a:ea typeface="Calibri" panose="020F0502020204030204" pitchFamily="34" charset="0"/>
                            <a:cs typeface="Calibri" panose="020F0502020204030204" pitchFamily="34" charset="0"/>
                          </a:rPr>
                          <m:t>(</m:t>
                        </m:r>
                        <m:f>
                          <m:fPr>
                            <m:ctrlPr>
                              <a:rPr lang="en-GB" b="0" i="1" smtClean="0">
                                <a:latin typeface="Cambria Math" panose="02040503050406030204" pitchFamily="18" charset="0"/>
                                <a:ea typeface="Calibri" panose="020F0502020204030204" pitchFamily="34" charset="0"/>
                                <a:cs typeface="Calibri" panose="020F0502020204030204" pitchFamily="34" charset="0"/>
                              </a:rPr>
                            </m:ctrlPr>
                          </m:fPr>
                          <m:num>
                            <m:r>
                              <a:rPr lang="en-GB" b="0" i="1" smtClean="0">
                                <a:latin typeface="Cambria Math" panose="02040503050406030204" pitchFamily="18" charset="0"/>
                                <a:ea typeface="Calibri" panose="020F0502020204030204" pitchFamily="34" charset="0"/>
                                <a:cs typeface="Calibri" panose="020F0502020204030204" pitchFamily="34" charset="0"/>
                              </a:rPr>
                              <m:t>𝑗</m:t>
                            </m:r>
                            <m:r>
                              <a:rPr lang="en-GB" b="0" i="1" smtClean="0">
                                <a:latin typeface="Cambria Math" panose="02040503050406030204" pitchFamily="18" charset="0"/>
                                <a:ea typeface="Calibri" panose="020F0502020204030204" pitchFamily="34" charset="0"/>
                                <a:cs typeface="Calibri" panose="020F0502020204030204" pitchFamily="34" charset="0"/>
                              </a:rPr>
                              <m:t>𝜋</m:t>
                            </m:r>
                          </m:num>
                          <m:den>
                            <m:r>
                              <a:rPr lang="en-GB" b="0" i="1" smtClean="0">
                                <a:latin typeface="Cambria Math" panose="02040503050406030204" pitchFamily="18" charset="0"/>
                                <a:ea typeface="Calibri" panose="020F0502020204030204" pitchFamily="34" charset="0"/>
                                <a:cs typeface="Calibri" panose="020F0502020204030204" pitchFamily="34" charset="0"/>
                              </a:rPr>
                              <m:t>𝑛</m:t>
                            </m:r>
                            <m:r>
                              <a:rPr lang="en-GB" b="0" i="1" smtClean="0">
                                <a:latin typeface="Cambria Math" panose="02040503050406030204" pitchFamily="18" charset="0"/>
                                <a:ea typeface="Calibri" panose="020F0502020204030204" pitchFamily="34" charset="0"/>
                                <a:cs typeface="Calibri" panose="020F0502020204030204" pitchFamily="34" charset="0"/>
                              </a:rPr>
                              <m:t>+1</m:t>
                            </m:r>
                          </m:den>
                        </m:f>
                        <m:r>
                          <a:rPr lang="en-GB" b="0" i="1" smtClean="0">
                            <a:latin typeface="Cambria Math" panose="02040503050406030204" pitchFamily="18" charset="0"/>
                            <a:ea typeface="Calibri" panose="020F0502020204030204" pitchFamily="34" charset="0"/>
                            <a:cs typeface="Calibri" panose="020F0502020204030204" pitchFamily="34" charset="0"/>
                          </a:rPr>
                          <m:t>)</m:t>
                        </m:r>
                      </m:e>
                    </m:func>
                  </m:oMath>
                </a14:m>
                <a:r>
                  <a:rPr lang="en-GB" b="0" dirty="0">
                    <a:latin typeface="Calibri" panose="020F0502020204030204" pitchFamily="34" charset="0"/>
                    <a:ea typeface="Calibri" panose="020F0502020204030204" pitchFamily="34" charset="0"/>
                    <a:cs typeface="Calibri" panose="020F0502020204030204" pitchFamily="34" charset="0"/>
                  </a:rPr>
                  <a:t> for </a:t>
                </a:r>
                <a14:m>
                  <m:oMath xmlns:m="http://schemas.openxmlformats.org/officeDocument/2006/math">
                    <m:r>
                      <a:rPr lang="en-GB" b="0" i="1" smtClean="0">
                        <a:latin typeface="Cambria Math" panose="02040503050406030204" pitchFamily="18" charset="0"/>
                        <a:ea typeface="Calibri" panose="020F0502020204030204" pitchFamily="34" charset="0"/>
                        <a:cs typeface="Calibri" panose="020F0502020204030204" pitchFamily="34" charset="0"/>
                      </a:rPr>
                      <m:t>𝑗</m:t>
                    </m:r>
                    <m:r>
                      <a:rPr lang="en-GB" b="0" i="1" smtClean="0">
                        <a:latin typeface="Cambria Math" panose="02040503050406030204" pitchFamily="18" charset="0"/>
                        <a:ea typeface="Calibri" panose="020F0502020204030204" pitchFamily="34" charset="0"/>
                        <a:cs typeface="Calibri" panose="020F0502020204030204" pitchFamily="34" charset="0"/>
                      </a:rPr>
                      <m:t>=1,…, </m:t>
                    </m:r>
                    <m:r>
                      <a:rPr lang="en-GB" b="0" i="1" smtClean="0">
                        <a:latin typeface="Cambria Math" panose="02040503050406030204" pitchFamily="18" charset="0"/>
                        <a:ea typeface="Calibri" panose="020F0502020204030204" pitchFamily="34" charset="0"/>
                        <a:cs typeface="Calibri" panose="020F0502020204030204" pitchFamily="34" charset="0"/>
                      </a:rPr>
                      <m:t>𝑛</m:t>
                    </m:r>
                  </m:oMath>
                </a14:m>
                <a:r>
                  <a:rPr lang="en-GB" b="0" dirty="0">
                    <a:latin typeface="Calibri" panose="020F0502020204030204" pitchFamily="34" charset="0"/>
                    <a:ea typeface="Calibri" panose="020F0502020204030204" pitchFamily="34" charset="0"/>
                    <a:cs typeface="Calibri" panose="020F0502020204030204" pitchFamily="34" charset="0"/>
                  </a:rPr>
                  <a:t>.</a:t>
                </a:r>
              </a:p>
              <a:p>
                <a:r>
                  <a:rPr lang="en-GB" dirty="0">
                    <a:latin typeface="Calibri" panose="020F0502020204030204" pitchFamily="34" charset="0"/>
                    <a:ea typeface="Calibri" panose="020F0502020204030204" pitchFamily="34" charset="0"/>
                    <a:cs typeface="Calibri" panose="020F0502020204030204" pitchFamily="34" charset="0"/>
                  </a:rPr>
                  <a:t>This means the spectral radius is </a:t>
                </a:r>
                <a14:m>
                  <m:oMath xmlns:m="http://schemas.openxmlformats.org/officeDocument/2006/math">
                    <m:func>
                      <m:funcPr>
                        <m:ctrlPr>
                          <a:rPr lang="en-GB">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GB">
                            <a:latin typeface="Cambria Math" panose="02040503050406030204" pitchFamily="18" charset="0"/>
                            <a:ea typeface="Calibri" panose="020F0502020204030204" pitchFamily="34" charset="0"/>
                            <a:cs typeface="Calibri" panose="020F0502020204030204" pitchFamily="34" charset="0"/>
                          </a:rPr>
                          <m:t>cos</m:t>
                        </m:r>
                      </m:fName>
                      <m:e>
                        <m:r>
                          <a:rPr lang="en-GB" i="1">
                            <a:latin typeface="Cambria Math" panose="02040503050406030204" pitchFamily="18" charset="0"/>
                            <a:ea typeface="Calibri" panose="020F0502020204030204" pitchFamily="34" charset="0"/>
                            <a:cs typeface="Calibri" panose="020F0502020204030204" pitchFamily="34" charset="0"/>
                          </a:rPr>
                          <m:t>(</m:t>
                        </m:r>
                        <m:f>
                          <m:fPr>
                            <m:ctrlPr>
                              <a:rPr lang="en-GB" i="1">
                                <a:latin typeface="Cambria Math" panose="02040503050406030204" pitchFamily="18" charset="0"/>
                                <a:ea typeface="Calibri" panose="020F0502020204030204" pitchFamily="34" charset="0"/>
                                <a:cs typeface="Calibri" panose="020F0502020204030204" pitchFamily="34" charset="0"/>
                              </a:rPr>
                            </m:ctrlPr>
                          </m:fPr>
                          <m:num>
                            <m:r>
                              <a:rPr lang="en-GB" i="1">
                                <a:latin typeface="Cambria Math" panose="02040503050406030204" pitchFamily="18" charset="0"/>
                                <a:ea typeface="Calibri" panose="020F0502020204030204" pitchFamily="34" charset="0"/>
                                <a:cs typeface="Calibri" panose="020F0502020204030204" pitchFamily="34" charset="0"/>
                              </a:rPr>
                              <m:t>𝜋</m:t>
                            </m:r>
                          </m:num>
                          <m:den>
                            <m:r>
                              <a:rPr lang="en-GB" i="1">
                                <a:latin typeface="Cambria Math" panose="02040503050406030204" pitchFamily="18" charset="0"/>
                                <a:ea typeface="Calibri" panose="020F0502020204030204" pitchFamily="34" charset="0"/>
                                <a:cs typeface="Calibri" panose="020F0502020204030204" pitchFamily="34" charset="0"/>
                              </a:rPr>
                              <m:t>𝑛</m:t>
                            </m:r>
                            <m:r>
                              <a:rPr lang="en-GB" i="1">
                                <a:latin typeface="Cambria Math" panose="02040503050406030204" pitchFamily="18" charset="0"/>
                                <a:ea typeface="Calibri" panose="020F0502020204030204" pitchFamily="34" charset="0"/>
                                <a:cs typeface="Calibri" panose="020F0502020204030204" pitchFamily="34" charset="0"/>
                              </a:rPr>
                              <m:t>+1</m:t>
                            </m:r>
                          </m:den>
                        </m:f>
                        <m:r>
                          <a:rPr lang="en-GB" i="1">
                            <a:latin typeface="Cambria Math" panose="02040503050406030204" pitchFamily="18" charset="0"/>
                            <a:ea typeface="Calibri" panose="020F0502020204030204" pitchFamily="34" charset="0"/>
                            <a:cs typeface="Calibri" panose="020F0502020204030204" pitchFamily="34" charset="0"/>
                          </a:rPr>
                          <m:t>)</m:t>
                        </m:r>
                      </m:e>
                    </m:func>
                  </m:oMath>
                </a14:m>
                <a:r>
                  <a:rPr lang="en-GB" b="0" dirty="0">
                    <a:latin typeface="Calibri" panose="020F0502020204030204" pitchFamily="34" charset="0"/>
                    <a:ea typeface="Calibri" panose="020F0502020204030204" pitchFamily="34" charset="0"/>
                    <a:cs typeface="Calibri" panose="020F0502020204030204" pitchFamily="34" charset="0"/>
                  </a:rPr>
                  <a:t>, which is roughly </a:t>
                </a:r>
                <a14:m>
                  <m:oMath xmlns:m="http://schemas.openxmlformats.org/officeDocument/2006/math">
                    <m:r>
                      <a:rPr lang="en-GB" b="0" i="1" smtClean="0">
                        <a:latin typeface="Cambria Math" panose="02040503050406030204" pitchFamily="18" charset="0"/>
                        <a:ea typeface="Calibri" panose="020F0502020204030204" pitchFamily="34" charset="0"/>
                        <a:cs typeface="Calibri" panose="020F0502020204030204" pitchFamily="34" charset="0"/>
                      </a:rPr>
                      <m:t>1−</m:t>
                    </m:r>
                    <m:f>
                      <m:fPr>
                        <m:ctrlPr>
                          <a:rPr lang="en-GB" b="0" i="1" smtClean="0">
                            <a:latin typeface="Cambria Math" panose="02040503050406030204" pitchFamily="18" charset="0"/>
                            <a:ea typeface="Calibri" panose="020F0502020204030204" pitchFamily="34" charset="0"/>
                            <a:cs typeface="Calibri" panose="020F0502020204030204" pitchFamily="34" charset="0"/>
                          </a:rPr>
                        </m:ctrlPr>
                      </m:fPr>
                      <m:num>
                        <m:sSup>
                          <m:sSupPr>
                            <m:ctrlPr>
                              <a:rPr lang="en-GB" b="0" i="1" smtClean="0">
                                <a:latin typeface="Cambria Math" panose="02040503050406030204" pitchFamily="18" charset="0"/>
                                <a:ea typeface="Calibri" panose="020F0502020204030204" pitchFamily="34" charset="0"/>
                                <a:cs typeface="Calibri" panose="020F0502020204030204" pitchFamily="34" charset="0"/>
                              </a:rPr>
                            </m:ctrlPr>
                          </m:sSupPr>
                          <m:e>
                            <m:r>
                              <a:rPr lang="en-GB" b="0" i="1" smtClean="0">
                                <a:latin typeface="Cambria Math" panose="02040503050406030204" pitchFamily="18" charset="0"/>
                                <a:ea typeface="Calibri" panose="020F0502020204030204" pitchFamily="34" charset="0"/>
                                <a:cs typeface="Calibri" panose="020F0502020204030204" pitchFamily="34" charset="0"/>
                              </a:rPr>
                              <m:t>𝜋</m:t>
                            </m:r>
                          </m:e>
                          <m:sup>
                            <m:r>
                              <a:rPr lang="en-GB" b="0" i="1" smtClean="0">
                                <a:latin typeface="Cambria Math" panose="02040503050406030204" pitchFamily="18" charset="0"/>
                                <a:ea typeface="Calibri" panose="020F0502020204030204" pitchFamily="34" charset="0"/>
                                <a:cs typeface="Calibri" panose="020F0502020204030204" pitchFamily="34" charset="0"/>
                              </a:rPr>
                              <m:t>2</m:t>
                            </m:r>
                          </m:sup>
                        </m:sSup>
                      </m:num>
                      <m:den>
                        <m:r>
                          <a:rPr lang="en-GB" b="0" i="1" smtClean="0">
                            <a:latin typeface="Cambria Math" panose="02040503050406030204" pitchFamily="18" charset="0"/>
                            <a:ea typeface="Calibri" panose="020F0502020204030204" pitchFamily="34" charset="0"/>
                            <a:cs typeface="Calibri" panose="020F0502020204030204" pitchFamily="34" charset="0"/>
                          </a:rPr>
                          <m:t>2</m:t>
                        </m:r>
                        <m:sSup>
                          <m:sSupPr>
                            <m:ctrlPr>
                              <a:rPr lang="en-GB" b="0" i="1" smtClean="0">
                                <a:latin typeface="Cambria Math" panose="02040503050406030204" pitchFamily="18" charset="0"/>
                                <a:ea typeface="Calibri" panose="020F0502020204030204" pitchFamily="34" charset="0"/>
                                <a:cs typeface="Calibri" panose="020F0502020204030204" pitchFamily="34" charset="0"/>
                              </a:rPr>
                            </m:ctrlPr>
                          </m:sSupPr>
                          <m:e>
                            <m:d>
                              <m:dPr>
                                <m:ctrlPr>
                                  <a:rPr lang="en-GB" b="0" i="1" smtClean="0">
                                    <a:latin typeface="Cambria Math" panose="02040503050406030204" pitchFamily="18" charset="0"/>
                                    <a:ea typeface="Calibri" panose="020F0502020204030204" pitchFamily="34" charset="0"/>
                                    <a:cs typeface="Calibri" panose="020F0502020204030204" pitchFamily="34" charset="0"/>
                                  </a:rPr>
                                </m:ctrlPr>
                              </m:dPr>
                              <m:e>
                                <m:r>
                                  <a:rPr lang="en-GB" b="0" i="1" smtClean="0">
                                    <a:latin typeface="Cambria Math" panose="02040503050406030204" pitchFamily="18" charset="0"/>
                                    <a:ea typeface="Calibri" panose="020F0502020204030204" pitchFamily="34" charset="0"/>
                                    <a:cs typeface="Calibri" panose="020F0502020204030204" pitchFamily="34" charset="0"/>
                                  </a:rPr>
                                  <m:t>𝑛</m:t>
                                </m:r>
                                <m:r>
                                  <a:rPr lang="en-GB" b="0" i="1" smtClean="0">
                                    <a:latin typeface="Cambria Math" panose="02040503050406030204" pitchFamily="18" charset="0"/>
                                    <a:ea typeface="Calibri" panose="020F0502020204030204" pitchFamily="34" charset="0"/>
                                    <a:cs typeface="Calibri" panose="020F0502020204030204" pitchFamily="34" charset="0"/>
                                  </a:rPr>
                                  <m:t>+1</m:t>
                                </m:r>
                              </m:e>
                            </m:d>
                          </m:e>
                          <m:sup>
                            <m:r>
                              <a:rPr lang="en-GB" b="0" i="1" smtClean="0">
                                <a:latin typeface="Cambria Math" panose="02040503050406030204" pitchFamily="18" charset="0"/>
                                <a:ea typeface="Calibri" panose="020F0502020204030204" pitchFamily="34" charset="0"/>
                                <a:cs typeface="Calibri" panose="020F0502020204030204" pitchFamily="34" charset="0"/>
                              </a:rPr>
                              <m:t>2</m:t>
                            </m:r>
                          </m:sup>
                        </m:sSup>
                      </m:den>
                    </m:f>
                  </m:oMath>
                </a14:m>
                <a:r>
                  <a:rPr lang="en-GB" b="0" dirty="0">
                    <a:latin typeface="Calibri" panose="020F0502020204030204" pitchFamily="34" charset="0"/>
                    <a:ea typeface="Calibri" panose="020F0502020204030204" pitchFamily="34" charset="0"/>
                    <a:cs typeface="Calibri" panose="020F0502020204030204" pitchFamily="34" charset="0"/>
                  </a:rPr>
                  <a:t> and less than 1.</a:t>
                </a:r>
              </a:p>
            </p:txBody>
          </p:sp>
        </mc:Choice>
        <mc:Fallback xmlns="">
          <p:sp>
            <p:nvSpPr>
              <p:cNvPr id="3" name="Tijdelijke aanduiding voor inhoud 2">
                <a:extLst>
                  <a:ext uri="{FF2B5EF4-FFF2-40B4-BE49-F238E27FC236}">
                    <a16:creationId xmlns:a16="http://schemas.microsoft.com/office/drawing/2014/main" id="{3F3BA741-9D4B-190D-71F7-AC0A3D7968CA}"/>
                  </a:ext>
                </a:extLst>
              </p:cNvPr>
              <p:cNvSpPr>
                <a:spLocks noGrp="1" noRot="1" noChangeAspect="1" noMove="1" noResize="1" noEditPoints="1" noAdjustHandles="1" noChangeArrowheads="1" noChangeShapeType="1" noTextEdit="1"/>
              </p:cNvSpPr>
              <p:nvPr>
                <p:ph idx="1"/>
              </p:nvPr>
            </p:nvSpPr>
            <p:spPr>
              <a:blipFill>
                <a:blip r:embed="rId3"/>
                <a:stretch>
                  <a:fillRect l="-1538" t="-1842"/>
                </a:stretch>
              </a:blipFill>
            </p:spPr>
            <p:txBody>
              <a:bodyPr/>
              <a:lstStyle/>
              <a:p>
                <a:r>
                  <a:rPr lang="en-US">
                    <a:noFill/>
                  </a:rPr>
                  <a:t> </a:t>
                </a:r>
              </a:p>
            </p:txBody>
          </p:sp>
        </mc:Fallback>
      </mc:AlternateContent>
      <p:sp>
        <p:nvSpPr>
          <p:cNvPr id="6" name="Tijdelijke aanduiding voor dianummer 5">
            <a:extLst>
              <a:ext uri="{FF2B5EF4-FFF2-40B4-BE49-F238E27FC236}">
                <a16:creationId xmlns:a16="http://schemas.microsoft.com/office/drawing/2014/main" id="{20CD80CB-A338-F68D-6C4B-750CB7BC9386}"/>
              </a:ext>
            </a:extLst>
          </p:cNvPr>
          <p:cNvSpPr>
            <a:spLocks noGrp="1"/>
          </p:cNvSpPr>
          <p:nvPr>
            <p:ph type="sldNum" sz="quarter" idx="12"/>
          </p:nvPr>
        </p:nvSpPr>
        <p:spPr/>
        <p:txBody>
          <a:bodyPr/>
          <a:lstStyle>
            <a:lvl1pPr>
              <a:defRPr>
                <a:solidFill>
                  <a:schemeClr val="tx1"/>
                </a:solidFill>
              </a:defRPr>
            </a:lvl1pPr>
          </a:lstStyle>
          <a:p>
            <a:fld id="{B7CEC10D-CD46-426F-915E-6C78530279CB}" type="slidenum">
              <a:rPr lang="en-US" smtClean="0"/>
              <a:pPr/>
              <a:t>41</a:t>
            </a:fld>
            <a:endParaRPr lang="en-US"/>
          </a:p>
        </p:txBody>
      </p:sp>
    </p:spTree>
    <p:extLst>
      <p:ext uri="{BB962C8B-B14F-4D97-AF65-F5344CB8AC3E}">
        <p14:creationId xmlns:p14="http://schemas.microsoft.com/office/powerpoint/2010/main" val="3759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3B7027D-8768-A01A-F476-3B03A2E1910C}"/>
              </a:ext>
            </a:extLst>
          </p:cNvPr>
          <p:cNvSpPr>
            <a:spLocks noGrp="1"/>
          </p:cNvSpPr>
          <p:nvPr>
            <p:ph type="title"/>
          </p:nvPr>
        </p:nvSpPr>
        <p:spPr/>
        <p:txBody>
          <a:bodyPr/>
          <a:lstStyle/>
          <a:p>
            <a:r>
              <a:rPr lang="en-GB" dirty="0"/>
              <a:t>Extra: error rates</a:t>
            </a:r>
            <a:endParaRPr lang="en-US" dirty="0"/>
          </a:p>
        </p:txBody>
      </p:sp>
      <mc:AlternateContent xmlns:mc="http://schemas.openxmlformats.org/markup-compatibility/2006">
        <mc:Choice xmlns:a14="http://schemas.microsoft.com/office/drawing/2010/main" Requires="a14">
          <p:sp>
            <p:nvSpPr>
              <p:cNvPr id="7" name="Tijdelijke aanduiding voor inhoud 6">
                <a:extLst>
                  <a:ext uri="{FF2B5EF4-FFF2-40B4-BE49-F238E27FC236}">
                    <a16:creationId xmlns:a16="http://schemas.microsoft.com/office/drawing/2014/main" id="{86AE1466-2DCD-72FB-65A5-F631F686C4F7}"/>
                  </a:ext>
                </a:extLst>
              </p:cNvPr>
              <p:cNvSpPr>
                <a:spLocks noGrp="1"/>
              </p:cNvSpPr>
              <p:nvPr>
                <p:ph idx="1"/>
              </p:nvPr>
            </p:nvSpPr>
            <p:spPr/>
            <p:txBody>
              <a:bodyPr/>
              <a:lstStyle/>
              <a:p>
                <a:r>
                  <a:rPr lang="en-GB" dirty="0"/>
                  <a:t>For </a:t>
                </a:r>
                <a14:m>
                  <m:oMath xmlns:m="http://schemas.openxmlformats.org/officeDocument/2006/math">
                    <m:r>
                      <a:rPr lang="en-GB" i="1">
                        <a:latin typeface="Cambria Math" panose="02040503050406030204" pitchFamily="18" charset="0"/>
                      </a:rPr>
                      <m:t>𝜅</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𝜆</m:t>
                        </m:r>
                      </m:e>
                      <m:sub>
                        <m:r>
                          <m:rPr>
                            <m:sty m:val="p"/>
                          </m:rPr>
                          <a:rPr lang="en-GB" i="1">
                            <a:latin typeface="Cambria Math" panose="02040503050406030204" pitchFamily="18" charset="0"/>
                          </a:rPr>
                          <m:t>max</m:t>
                        </m:r>
                        <m:r>
                          <a:rPr lang="en-GB" i="1">
                            <a:latin typeface="Cambria Math" panose="02040503050406030204" pitchFamily="18" charset="0"/>
                          </a:rPr>
                          <m:t> </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𝜆</m:t>
                        </m:r>
                      </m:e>
                      <m:sub>
                        <m:r>
                          <m:rPr>
                            <m:sty m:val="p"/>
                          </m:rPr>
                          <a:rPr lang="en-GB" i="1">
                            <a:latin typeface="Cambria Math" panose="02040503050406030204" pitchFamily="18" charset="0"/>
                          </a:rPr>
                          <m:t>min</m:t>
                        </m:r>
                        <m:r>
                          <a:rPr lang="en-GB" i="1">
                            <a:latin typeface="Cambria Math" panose="02040503050406030204" pitchFamily="18" charset="0"/>
                          </a:rPr>
                          <m:t> </m:t>
                        </m:r>
                      </m:sub>
                    </m:sSub>
                  </m:oMath>
                </a14:m>
                <a:r>
                  <a:rPr lang="en-GB" dirty="0"/>
                  <a:t>, the error rate of the conjugate gradient method is</a:t>
                </a:r>
                <a:br>
                  <a:rPr lang="en-GB" dirty="0"/>
                </a:br>
                <a14:m>
                  <m:oMathPara xmlns:m="http://schemas.openxmlformats.org/officeDocument/2006/math">
                    <m:oMath>
                      <m: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𝑥</m:t>
                          </m:r>
                        </m:e>
                        <m:sup>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𝑡</m:t>
                              </m:r>
                            </m:e>
                          </m:d>
                        </m:sup>
                      </m:sSup>
                      <m: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𝑥</m:t>
                          </m:r>
                        </m:e>
                        <m:sup>
                          <m:r>
                            <a:rPr lang="en-GB" i="1">
                              <a:latin typeface="Cambria Math" panose="02040503050406030204" pitchFamily="18" charset="0"/>
                              <a:ea typeface="Cambria Math" panose="02040503050406030204" pitchFamily="18" charset="0"/>
                            </a:rPr>
                            <m:t>∗</m:t>
                          </m:r>
                        </m:sup>
                      </m:sSup>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e>
                        <m:sub>
                          <m:r>
                            <a:rPr lang="en-GB" i="1">
                              <a:latin typeface="Cambria Math" panose="02040503050406030204" pitchFamily="18" charset="0"/>
                              <a:ea typeface="Cambria Math" panose="02040503050406030204" pitchFamily="18" charset="0"/>
                            </a:rPr>
                            <m:t>𝐴</m:t>
                          </m:r>
                        </m:sub>
                      </m:sSub>
                      <m:r>
                        <a:rPr lang="en-GB" i="1">
                          <a:latin typeface="Cambria Math" panose="02040503050406030204" pitchFamily="18" charset="0"/>
                          <a:ea typeface="Cambria Math" panose="02040503050406030204" pitchFamily="18" charset="0"/>
                        </a:rPr>
                        <m:t> ≤2 </m:t>
                      </m:r>
                      <m:sSup>
                        <m:sSupPr>
                          <m:ctrlPr>
                            <a:rPr lang="en-US" i="1">
                              <a:latin typeface="Cambria Math" panose="02040503050406030204" pitchFamily="18" charset="0"/>
                              <a:ea typeface="Cambria Math" panose="02040503050406030204" pitchFamily="18" charset="0"/>
                            </a:rPr>
                          </m:ctrlPr>
                        </m:sSupPr>
                        <m:e>
                          <m:d>
                            <m:dPr>
                              <m:ctrlPr>
                                <a:rPr lang="en-GB" i="1">
                                  <a:latin typeface="Cambria Math" panose="02040503050406030204" pitchFamily="18" charset="0"/>
                                  <a:ea typeface="Cambria Math" panose="02040503050406030204" pitchFamily="18" charset="0"/>
                                </a:rPr>
                              </m:ctrlPr>
                            </m:dPr>
                            <m:e>
                              <m:f>
                                <m:fPr>
                                  <m:ctrlPr>
                                    <a:rPr lang="en-GB" i="1">
                                      <a:latin typeface="Cambria Math" panose="02040503050406030204" pitchFamily="18" charset="0"/>
                                      <a:ea typeface="Cambria Math" panose="02040503050406030204" pitchFamily="18" charset="0"/>
                                    </a:rPr>
                                  </m:ctrlPr>
                                </m:fPr>
                                <m:num>
                                  <m:rad>
                                    <m:radPr>
                                      <m:degHide m:val="on"/>
                                      <m:ctrlPr>
                                        <a:rPr lang="en-GB" i="1">
                                          <a:latin typeface="Cambria Math" panose="02040503050406030204" pitchFamily="18" charset="0"/>
                                          <a:ea typeface="Cambria Math" panose="02040503050406030204" pitchFamily="18" charset="0"/>
                                        </a:rPr>
                                      </m:ctrlPr>
                                    </m:radPr>
                                    <m:deg/>
                                    <m:e>
                                      <m:r>
                                        <a:rPr lang="en-GB" i="1">
                                          <a:latin typeface="Cambria Math" panose="02040503050406030204" pitchFamily="18" charset="0"/>
                                          <a:ea typeface="Cambria Math" panose="02040503050406030204" pitchFamily="18" charset="0"/>
                                        </a:rPr>
                                        <m:t>𝜅</m:t>
                                      </m:r>
                                    </m:e>
                                  </m:rad>
                                  <m:r>
                                    <a:rPr lang="en-GB" i="1">
                                      <a:latin typeface="Cambria Math" panose="02040503050406030204" pitchFamily="18" charset="0"/>
                                      <a:ea typeface="Cambria Math" panose="02040503050406030204" pitchFamily="18" charset="0"/>
                                    </a:rPr>
                                    <m:t>−1</m:t>
                                  </m:r>
                                </m:num>
                                <m:den>
                                  <m:rad>
                                    <m:radPr>
                                      <m:degHide m:val="on"/>
                                      <m:ctrlPr>
                                        <a:rPr lang="en-GB" i="1">
                                          <a:latin typeface="Cambria Math" panose="02040503050406030204" pitchFamily="18" charset="0"/>
                                          <a:ea typeface="Cambria Math" panose="02040503050406030204" pitchFamily="18" charset="0"/>
                                        </a:rPr>
                                      </m:ctrlPr>
                                    </m:radPr>
                                    <m:deg/>
                                    <m:e>
                                      <m:r>
                                        <a:rPr lang="en-GB" i="1">
                                          <a:latin typeface="Cambria Math" panose="02040503050406030204" pitchFamily="18" charset="0"/>
                                          <a:ea typeface="Cambria Math" panose="02040503050406030204" pitchFamily="18" charset="0"/>
                                        </a:rPr>
                                        <m:t>𝜅</m:t>
                                      </m:r>
                                    </m:e>
                                  </m:rad>
                                  <m:r>
                                    <a:rPr lang="en-GB" i="1">
                                      <a:latin typeface="Cambria Math" panose="02040503050406030204" pitchFamily="18" charset="0"/>
                                      <a:ea typeface="Cambria Math" panose="02040503050406030204" pitchFamily="18" charset="0"/>
                                    </a:rPr>
                                    <m:t>+1</m:t>
                                  </m:r>
                                </m:den>
                              </m:f>
                            </m:e>
                          </m:d>
                        </m:e>
                        <m:sup>
                          <m:r>
                            <a:rPr lang="en-GB" i="1">
                              <a:latin typeface="Cambria Math" panose="02040503050406030204" pitchFamily="18" charset="0"/>
                              <a:ea typeface="Cambria Math" panose="02040503050406030204" pitchFamily="18" charset="0"/>
                            </a:rPr>
                            <m:t>𝑡</m:t>
                          </m:r>
                        </m:sup>
                      </m:sSup>
                      <m: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𝑥</m:t>
                          </m:r>
                        </m:e>
                        <m:sup>
                          <m:r>
                            <a:rPr lang="en-GB" i="1">
                              <a:latin typeface="Cambria Math" panose="02040503050406030204" pitchFamily="18" charset="0"/>
                              <a:ea typeface="Cambria Math" panose="02040503050406030204" pitchFamily="18" charset="0"/>
                            </a:rPr>
                            <m:t>0</m:t>
                          </m:r>
                        </m:sup>
                      </m:sSup>
                      <m: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𝑥</m:t>
                          </m:r>
                        </m:e>
                        <m:sup>
                          <m:r>
                            <a:rPr lang="en-GB" i="1">
                              <a:latin typeface="Cambria Math" panose="02040503050406030204" pitchFamily="18" charset="0"/>
                              <a:ea typeface="Cambria Math" panose="02040503050406030204" pitchFamily="18" charset="0"/>
                            </a:rPr>
                            <m:t>∗</m:t>
                          </m:r>
                        </m:sup>
                      </m:sSup>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e>
                        <m:sub>
                          <m:r>
                            <a:rPr lang="en-GB" i="1">
                              <a:latin typeface="Cambria Math" panose="02040503050406030204" pitchFamily="18" charset="0"/>
                              <a:ea typeface="Cambria Math" panose="02040503050406030204" pitchFamily="18" charset="0"/>
                            </a:rPr>
                            <m:t>𝐴</m:t>
                          </m:r>
                        </m:sub>
                      </m:sSub>
                    </m:oMath>
                  </m:oMathPara>
                </a14:m>
                <a:endParaRPr lang="en-US" dirty="0"/>
              </a:p>
              <a:p>
                <a:endParaRPr lang="en-US" dirty="0"/>
              </a:p>
            </p:txBody>
          </p:sp>
        </mc:Choice>
        <mc:Fallback>
          <p:sp>
            <p:nvSpPr>
              <p:cNvPr id="7" name="Tijdelijke aanduiding voor inhoud 6">
                <a:extLst>
                  <a:ext uri="{FF2B5EF4-FFF2-40B4-BE49-F238E27FC236}">
                    <a16:creationId xmlns:a16="http://schemas.microsoft.com/office/drawing/2014/main" id="{86AE1466-2DCD-72FB-65A5-F631F686C4F7}"/>
                  </a:ext>
                </a:extLst>
              </p:cNvPr>
              <p:cNvSpPr>
                <a:spLocks noGrp="1" noRot="1" noChangeAspect="1" noMove="1" noResize="1" noEditPoints="1" noAdjustHandles="1" noChangeArrowheads="1" noChangeShapeType="1" noTextEdit="1"/>
              </p:cNvSpPr>
              <p:nvPr>
                <p:ph idx="1"/>
              </p:nvPr>
            </p:nvSpPr>
            <p:spPr>
              <a:blipFill>
                <a:blip r:embed="rId2"/>
                <a:stretch>
                  <a:fillRect l="-1538" t="-2026"/>
                </a:stretch>
              </a:blipFill>
            </p:spPr>
            <p:txBody>
              <a:bodyPr/>
              <a:lstStyle/>
              <a:p>
                <a:r>
                  <a:rPr lang="en-US">
                    <a:noFill/>
                  </a:rPr>
                  <a:t> </a:t>
                </a:r>
              </a:p>
            </p:txBody>
          </p:sp>
        </mc:Fallback>
      </mc:AlternateContent>
      <p:sp>
        <p:nvSpPr>
          <p:cNvPr id="5" name="Tijdelijke aanduiding voor dianummer 4">
            <a:extLst>
              <a:ext uri="{FF2B5EF4-FFF2-40B4-BE49-F238E27FC236}">
                <a16:creationId xmlns:a16="http://schemas.microsoft.com/office/drawing/2014/main" id="{9A9C967A-7746-3719-EA5D-55D8EED96D6C}"/>
              </a:ext>
            </a:extLst>
          </p:cNvPr>
          <p:cNvSpPr>
            <a:spLocks noGrp="1"/>
          </p:cNvSpPr>
          <p:nvPr>
            <p:ph type="sldNum" sz="quarter" idx="12"/>
          </p:nvPr>
        </p:nvSpPr>
        <p:spPr/>
        <p:txBody>
          <a:bodyPr/>
          <a:lstStyle/>
          <a:p>
            <a:fld id="{B7CEC10D-CD46-426F-915E-6C78530279CB}" type="slidenum">
              <a:rPr lang="en-US" smtClean="0"/>
              <a:pPr/>
              <a:t>42</a:t>
            </a:fld>
            <a:endParaRPr lang="en-US" dirty="0"/>
          </a:p>
        </p:txBody>
      </p:sp>
      <p:pic>
        <p:nvPicPr>
          <p:cNvPr id="9" name="Picture 8" descr="rates.png">
            <a:extLst>
              <a:ext uri="{FF2B5EF4-FFF2-40B4-BE49-F238E27FC236}">
                <a16:creationId xmlns:a16="http://schemas.microsoft.com/office/drawing/2014/main" id="{EF9B49EB-542B-475E-0563-7319B3F2812C}"/>
              </a:ext>
            </a:extLst>
          </p:cNvPr>
          <p:cNvPicPr>
            <a:picLocks noChangeAspect="1"/>
          </p:cNvPicPr>
          <p:nvPr/>
        </p:nvPicPr>
        <p:blipFill>
          <a:blip r:embed="rId3"/>
          <a:stretch>
            <a:fillRect/>
          </a:stretch>
        </p:blipFill>
        <p:spPr>
          <a:xfrm>
            <a:off x="1935457" y="2427336"/>
            <a:ext cx="5174670" cy="2464401"/>
          </a:xfrm>
          <a:prstGeom prst="rect">
            <a:avLst/>
          </a:prstGeom>
        </p:spPr>
      </p:pic>
    </p:spTree>
    <p:extLst>
      <p:ext uri="{BB962C8B-B14F-4D97-AF65-F5344CB8AC3E}">
        <p14:creationId xmlns:p14="http://schemas.microsoft.com/office/powerpoint/2010/main" val="3259223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8049FB18-CE98-34FB-185B-2909CEC37701}"/>
              </a:ext>
            </a:extLst>
          </p:cNvPr>
          <p:cNvSpPr>
            <a:spLocks noGrp="1"/>
          </p:cNvSpPr>
          <p:nvPr>
            <p:ph type="title"/>
          </p:nvPr>
        </p:nvSpPr>
        <p:spPr/>
        <p:txBody>
          <a:bodyPr/>
          <a:lstStyle/>
          <a:p>
            <a:r>
              <a:rPr lang="en-GB" dirty="0"/>
              <a:t>Extra: CG is posterior mean of </a:t>
            </a:r>
            <a:r>
              <a:rPr lang="en-GB" dirty="0" err="1"/>
              <a:t>BayesCG</a:t>
            </a:r>
            <a:endParaRPr lang="en-US" dirty="0"/>
          </a:p>
        </p:txBody>
      </p:sp>
      <mc:AlternateContent xmlns:mc="http://schemas.openxmlformats.org/markup-compatibility/2006">
        <mc:Choice xmlns:a14="http://schemas.microsoft.com/office/drawing/2010/main" Requires="a14">
          <p:sp>
            <p:nvSpPr>
              <p:cNvPr id="7" name="Tijdelijke aanduiding voor inhoud 6">
                <a:extLst>
                  <a:ext uri="{FF2B5EF4-FFF2-40B4-BE49-F238E27FC236}">
                    <a16:creationId xmlns:a16="http://schemas.microsoft.com/office/drawing/2014/main" id="{AD6F87A2-04FA-DF70-0B82-DB0697A7B22F}"/>
                  </a:ext>
                </a:extLst>
              </p:cNvPr>
              <p:cNvSpPr>
                <a:spLocks noGrp="1"/>
              </p:cNvSpPr>
              <p:nvPr>
                <p:ph idx="1"/>
              </p:nvPr>
            </p:nvSpPr>
            <p:spPr/>
            <p:txBody>
              <a:bodyPr/>
              <a:lstStyle/>
              <a:p>
                <a:r>
                  <a:rPr lang="en-GB" dirty="0"/>
                  <a:t>If you choose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(0)</m:t>
                        </m:r>
                      </m:sup>
                    </m:sSup>
                    <m:r>
                      <a:rPr lang="en-GB" i="1">
                        <a:latin typeface="Cambria Math" panose="02040503050406030204" pitchFamily="18" charset="0"/>
                      </a:rPr>
                      <m:t>=0</m:t>
                    </m:r>
                  </m:oMath>
                </a14:m>
                <a:r>
                  <a:rPr lang="en-US" dirty="0"/>
                  <a:t> and </a:t>
                </a:r>
                <a14:m>
                  <m:oMath xmlns:m="http://schemas.openxmlformats.org/officeDocument/2006/math">
                    <m:sSup>
                      <m:sSupPr>
                        <m:ctrlPr>
                          <a:rPr lang="en-GB">
                            <a:latin typeface="Cambria Math" panose="02040503050406030204" pitchFamily="18" charset="0"/>
                          </a:rPr>
                        </m:ctrlPr>
                      </m:sSupPr>
                      <m:e>
                        <m:r>
                          <m:rPr>
                            <m:sty m:val="p"/>
                          </m:rPr>
                          <a:rPr lang="en-GB">
                            <a:latin typeface="Cambria Math" panose="02040503050406030204" pitchFamily="18" charset="0"/>
                          </a:rPr>
                          <m:t>Σ</m:t>
                        </m:r>
                      </m:e>
                      <m:sup>
                        <m:r>
                          <a:rPr lang="en-GB" i="1">
                            <a:latin typeface="Cambria Math" panose="02040503050406030204" pitchFamily="18" charset="0"/>
                          </a:rPr>
                          <m:t>(0)</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𝐴</m:t>
                        </m:r>
                      </m:e>
                      <m:sup>
                        <m:r>
                          <a:rPr lang="en-GB" i="1">
                            <a:latin typeface="Cambria Math" panose="02040503050406030204" pitchFamily="18" charset="0"/>
                          </a:rPr>
                          <m:t>−1</m:t>
                        </m:r>
                      </m:sup>
                    </m:sSup>
                  </m:oMath>
                </a14:m>
                <a:r>
                  <a:rPr lang="en-US" dirty="0"/>
                  <a:t>, then the posterior mean is exactly the result of CG:</a:t>
                </a:r>
                <a:endParaRPr lang="en-US" i="1" dirty="0">
                  <a:latin typeface="Cambria Math" panose="02040503050406030204" pitchFamily="18" charset="0"/>
                </a:endParaRPr>
              </a:p>
              <a:p>
                <a14:m>
                  <m:oMathPara xmlns:m="http://schemas.openxmlformats.org/officeDocument/2006/math">
                    <m:o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sup>
                      </m:sSup>
                      <m:r>
                        <m:rPr>
                          <m:aln/>
                        </m:rP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i="1">
                                  <a:latin typeface="Cambria Math" panose="02040503050406030204" pitchFamily="18" charset="0"/>
                                </a:rPr>
                                <m:t>0</m:t>
                              </m:r>
                            </m:e>
                          </m:d>
                        </m:sup>
                      </m:sSup>
                      <m:r>
                        <a:rPr lang="en-US" i="1">
                          <a:latin typeface="Cambria Math" panose="02040503050406030204" pitchFamily="18" charset="0"/>
                        </a:rPr>
                        <m:t>+</m:t>
                      </m:r>
                      <m:sSup>
                        <m:sSupPr>
                          <m:ctrlPr>
                            <a:rPr lang="en-US">
                              <a:latin typeface="Cambria Math" panose="02040503050406030204" pitchFamily="18" charset="0"/>
                            </a:rPr>
                          </m:ctrlPr>
                        </m:sSupPr>
                        <m:e>
                          <m:r>
                            <m:rPr>
                              <m:sty m:val="p"/>
                            </m:rPr>
                            <a:rPr lang="en-US">
                              <a:latin typeface="Cambria Math" panose="02040503050406030204" pitchFamily="18" charset="0"/>
                            </a:rPr>
                            <m:t>Σ</m:t>
                          </m:r>
                        </m:e>
                        <m:sup>
                          <m:d>
                            <m:dPr>
                              <m:ctrlPr>
                                <a:rPr lang="en-US" i="1">
                                  <a:latin typeface="Cambria Math" panose="02040503050406030204" pitchFamily="18" charset="0"/>
                                </a:rPr>
                              </m:ctrlPr>
                            </m:dPr>
                            <m:e>
                              <m:r>
                                <a:rPr lang="en-US" i="1">
                                  <a:latin typeface="Cambria Math" panose="02040503050406030204" pitchFamily="18" charset="0"/>
                                </a:rPr>
                                <m:t>0</m:t>
                              </m:r>
                            </m:e>
                          </m:d>
                        </m:sup>
                      </m:sSup>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i="1">
                          <a:latin typeface="Cambria Math" panose="02040503050406030204" pitchFamily="18" charset="0"/>
                        </a:rPr>
                        <m:t>𝑆</m:t>
                      </m:r>
                      <m:r>
                        <a:rPr lang="en-US" i="1">
                          <a:latin typeface="Cambria Math" panose="02040503050406030204" pitchFamily="18" charset="0"/>
                        </a:rPr>
                        <m:t> </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𝑇</m:t>
                                  </m:r>
                                </m:sup>
                              </m:sSup>
                              <m:r>
                                <a:rPr lang="en-US" i="1">
                                  <a:latin typeface="Cambria Math" panose="02040503050406030204" pitchFamily="18" charset="0"/>
                                </a:rPr>
                                <m:t>𝐴</m:t>
                              </m:r>
                              <m:sSup>
                                <m:sSupPr>
                                  <m:ctrlPr>
                                    <a:rPr lang="en-US">
                                      <a:latin typeface="Cambria Math" panose="02040503050406030204" pitchFamily="18" charset="0"/>
                                    </a:rPr>
                                  </m:ctrlPr>
                                </m:sSupPr>
                                <m:e>
                                  <m:r>
                                    <m:rPr>
                                      <m:sty m:val="p"/>
                                    </m:rPr>
                                    <a:rPr lang="en-US">
                                      <a:latin typeface="Cambria Math" panose="02040503050406030204" pitchFamily="18" charset="0"/>
                                    </a:rPr>
                                    <m:t>Σ</m:t>
                                  </m:r>
                                </m:e>
                                <m:sup>
                                  <m:r>
                                    <a:rPr lang="en-US" i="1">
                                      <a:latin typeface="Cambria Math" panose="02040503050406030204" pitchFamily="18" charset="0"/>
                                    </a:rPr>
                                    <m:t>0</m:t>
                                  </m:r>
                                </m:sup>
                              </m:sSup>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i="1">
                                  <a:latin typeface="Cambria Math" panose="02040503050406030204" pitchFamily="18" charset="0"/>
                                </a:rPr>
                                <m:t>𝑆</m:t>
                              </m:r>
                            </m:e>
                          </m:d>
                        </m:e>
                        <m:sup>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𝑇</m:t>
                          </m:r>
                        </m:sup>
                      </m:sSup>
                      <m:d>
                        <m:dPr>
                          <m:ctrlPr>
                            <a:rPr lang="en-US" i="1">
                              <a:latin typeface="Cambria Math" panose="02040503050406030204" pitchFamily="18" charset="0"/>
                            </a:rPr>
                          </m:ctrlPr>
                        </m:dPr>
                        <m:e>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i="1">
                                      <a:latin typeface="Cambria Math" panose="02040503050406030204" pitchFamily="18" charset="0"/>
                                    </a:rPr>
                                    <m:t>0</m:t>
                                  </m:r>
                                </m:e>
                              </m:d>
                            </m:sup>
                          </m:sSup>
                        </m:e>
                      </m:d>
                    </m:oMath>
                    <m:oMath>
                      <m:r>
                        <m:rPr>
                          <m:aln/>
                        </m:rPr>
                        <a:rPr lang="en-US" i="1">
                          <a:latin typeface="Cambria Math" panose="02040503050406030204" pitchFamily="18" charset="0"/>
                        </a:rPr>
                        <m:t>=</m:t>
                      </m:r>
                      <m:r>
                        <a:rPr lang="en-US" i="1">
                          <a:latin typeface="Cambria Math" panose="02040503050406030204" pitchFamily="18" charset="0"/>
                        </a:rPr>
                        <m:t>0+</m:t>
                      </m:r>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i="1">
                          <a:latin typeface="Cambria Math" panose="02040503050406030204" pitchFamily="18" charset="0"/>
                        </a:rPr>
                        <m:t>𝑆</m:t>
                      </m:r>
                      <m:r>
                        <a:rPr lang="en-US" i="1">
                          <a:latin typeface="Cambria Math" panose="02040503050406030204" pitchFamily="18" charset="0"/>
                        </a:rPr>
                        <m:t> </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𝑇</m:t>
                                  </m:r>
                                </m:sup>
                              </m:sSup>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i="1">
                                  <a:latin typeface="Cambria Math" panose="02040503050406030204" pitchFamily="18" charset="0"/>
                                </a:rPr>
                                <m:t>𝑆</m:t>
                              </m:r>
                            </m:e>
                          </m:d>
                        </m:e>
                        <m:sup>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𝑇</m:t>
                          </m:r>
                        </m:sup>
                      </m:sSup>
                      <m:d>
                        <m:dPr>
                          <m:ctrlPr>
                            <a:rPr lang="en-US" i="1">
                              <a:latin typeface="Cambria Math" panose="02040503050406030204" pitchFamily="18" charset="0"/>
                            </a:rPr>
                          </m:ctrlPr>
                        </m:dPr>
                        <m:e>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0</m:t>
                          </m:r>
                        </m:e>
                      </m:d>
                    </m:oMath>
                    <m:oMath>
                      <m:r>
                        <m:rPr>
                          <m:aln/>
                        </m:rP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 </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𝑇</m:t>
                                  </m:r>
                                </m:sup>
                              </m:sSup>
                              <m:r>
                                <a:rPr lang="en-US" i="1">
                                  <a:latin typeface="Cambria Math" panose="02040503050406030204" pitchFamily="18" charset="0"/>
                                </a:rPr>
                                <m:t>𝑆</m:t>
                              </m:r>
                            </m:e>
                          </m:d>
                        </m:e>
                        <m:sup>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𝑇</m:t>
                          </m:r>
                        </m:sup>
                      </m:sSup>
                      <m:r>
                        <a:rPr lang="en-US" i="1">
                          <a:latin typeface="Cambria Math" panose="02040503050406030204" pitchFamily="18" charset="0"/>
                        </a:rPr>
                        <m:t>𝑏</m:t>
                      </m:r>
                    </m:oMath>
                  </m:oMathPara>
                </a14:m>
                <a:endParaRPr lang="en-US" dirty="0"/>
              </a:p>
              <a:p>
                <a:endParaRPr lang="en-US" dirty="0"/>
              </a:p>
            </p:txBody>
          </p:sp>
        </mc:Choice>
        <mc:Fallback>
          <p:sp>
            <p:nvSpPr>
              <p:cNvPr id="7" name="Tijdelijke aanduiding voor inhoud 6">
                <a:extLst>
                  <a:ext uri="{FF2B5EF4-FFF2-40B4-BE49-F238E27FC236}">
                    <a16:creationId xmlns:a16="http://schemas.microsoft.com/office/drawing/2014/main" id="{AD6F87A2-04FA-DF70-0B82-DB0697A7B22F}"/>
                  </a:ext>
                </a:extLst>
              </p:cNvPr>
              <p:cNvSpPr>
                <a:spLocks noGrp="1" noRot="1" noChangeAspect="1" noMove="1" noResize="1" noEditPoints="1" noAdjustHandles="1" noChangeArrowheads="1" noChangeShapeType="1" noTextEdit="1"/>
              </p:cNvSpPr>
              <p:nvPr>
                <p:ph idx="1"/>
              </p:nvPr>
            </p:nvSpPr>
            <p:spPr>
              <a:blipFill>
                <a:blip r:embed="rId2"/>
                <a:stretch>
                  <a:fillRect l="-1538" t="-1657"/>
                </a:stretch>
              </a:blipFill>
            </p:spPr>
            <p:txBody>
              <a:bodyPr/>
              <a:lstStyle/>
              <a:p>
                <a:r>
                  <a:rPr lang="en-US">
                    <a:noFill/>
                  </a:rPr>
                  <a:t> </a:t>
                </a:r>
              </a:p>
            </p:txBody>
          </p:sp>
        </mc:Fallback>
      </mc:AlternateContent>
      <p:sp>
        <p:nvSpPr>
          <p:cNvPr id="4" name="Tijdelijke aanduiding voor voettekst 3">
            <a:extLst>
              <a:ext uri="{FF2B5EF4-FFF2-40B4-BE49-F238E27FC236}">
                <a16:creationId xmlns:a16="http://schemas.microsoft.com/office/drawing/2014/main" id="{3ABB2275-75C0-F68E-040B-CF3845CF7047}"/>
              </a:ext>
            </a:extLst>
          </p:cNvPr>
          <p:cNvSpPr>
            <a:spLocks noGrp="1"/>
          </p:cNvSpPr>
          <p:nvPr>
            <p:ph type="ftr" sz="quarter" idx="11"/>
          </p:nvPr>
        </p:nvSpPr>
        <p:spPr/>
        <p:txBody>
          <a:bodyPr/>
          <a:lstStyle/>
          <a:p>
            <a:r>
              <a:rPr lang="en-US"/>
              <a:t>Title of the presentation – by tab Insert -&gt; Header text and Footer text</a:t>
            </a:r>
            <a:endParaRPr lang="en-US" dirty="0">
              <a:solidFill>
                <a:schemeClr val="tx1"/>
              </a:solidFill>
            </a:endParaRPr>
          </a:p>
        </p:txBody>
      </p:sp>
      <p:sp>
        <p:nvSpPr>
          <p:cNvPr id="5" name="Tijdelijke aanduiding voor dianummer 4">
            <a:extLst>
              <a:ext uri="{FF2B5EF4-FFF2-40B4-BE49-F238E27FC236}">
                <a16:creationId xmlns:a16="http://schemas.microsoft.com/office/drawing/2014/main" id="{64F94421-2C24-8026-09A1-59ACA3DFFCD3}"/>
              </a:ext>
            </a:extLst>
          </p:cNvPr>
          <p:cNvSpPr>
            <a:spLocks noGrp="1"/>
          </p:cNvSpPr>
          <p:nvPr>
            <p:ph type="sldNum" sz="quarter" idx="12"/>
          </p:nvPr>
        </p:nvSpPr>
        <p:spPr/>
        <p:txBody>
          <a:bodyPr/>
          <a:lstStyle/>
          <a:p>
            <a:fld id="{B7CEC10D-CD46-426F-915E-6C78530279CB}" type="slidenum">
              <a:rPr lang="en-US" smtClean="0"/>
              <a:pPr/>
              <a:t>43</a:t>
            </a:fld>
            <a:endParaRPr lang="en-US" dirty="0"/>
          </a:p>
        </p:txBody>
      </p:sp>
    </p:spTree>
    <p:extLst>
      <p:ext uri="{BB962C8B-B14F-4D97-AF65-F5344CB8AC3E}">
        <p14:creationId xmlns:p14="http://schemas.microsoft.com/office/powerpoint/2010/main" val="2388252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Ue">
  <a:themeElements>
    <a:clrScheme name="TUe_kleuren">
      <a:dk1>
        <a:sysClr val="windowText" lastClr="000000"/>
      </a:dk1>
      <a:lt1>
        <a:sysClr val="window" lastClr="FFFFFF"/>
      </a:lt1>
      <a:dk2>
        <a:srgbClr val="C81919"/>
      </a:dk2>
      <a:lt2>
        <a:srgbClr val="101073"/>
      </a:lt2>
      <a:accent1>
        <a:srgbClr val="C81919"/>
      </a:accent1>
      <a:accent2>
        <a:srgbClr val="101073"/>
      </a:accent2>
      <a:accent3>
        <a:srgbClr val="0066CC"/>
      </a:accent3>
      <a:accent4>
        <a:srgbClr val="00A2DE"/>
      </a:accent4>
      <a:accent5>
        <a:srgbClr val="84D200"/>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presentatie16x9.potx" id="{1B6475F5-D373-4660-89EB-4F03E47D006D}" vid="{2086CB6F-6B0A-48B6-8FD8-51377F4AECB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TUe_presentatie16x9</Template>
  <TotalTime>0</TotalTime>
  <Words>4199</Words>
  <Application>Microsoft Office PowerPoint</Application>
  <PresentationFormat>Diavoorstelling (16:9)</PresentationFormat>
  <Paragraphs>341</Paragraphs>
  <Slides>43</Slides>
  <Notes>34</Notes>
  <HiddenSlides>0</HiddenSlides>
  <MMClips>6</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43</vt:i4>
      </vt:variant>
    </vt:vector>
  </HeadingPairs>
  <TitlesOfParts>
    <vt:vector size="47" baseType="lpstr">
      <vt:lpstr>Arial</vt:lpstr>
      <vt:lpstr>Calibri</vt:lpstr>
      <vt:lpstr>Cambria Math</vt:lpstr>
      <vt:lpstr>TUe</vt:lpstr>
      <vt:lpstr>Probabilistic numerics at scale by distributed inference</vt:lpstr>
      <vt:lpstr>Outline</vt:lpstr>
      <vt:lpstr>1. Problem statement</vt:lpstr>
      <vt:lpstr>Problem statement</vt:lpstr>
      <vt:lpstr>Heat transfer on the die</vt:lpstr>
      <vt:lpstr>System of linear equations</vt:lpstr>
      <vt:lpstr>Sparsity structure of A</vt:lpstr>
      <vt:lpstr>2. Classical numerical approaches</vt:lpstr>
      <vt:lpstr>Jacobi method</vt:lpstr>
      <vt:lpstr>Jacobi method</vt:lpstr>
      <vt:lpstr>Gauss-Seidel method</vt:lpstr>
      <vt:lpstr>Conjugate gradient method</vt:lpstr>
      <vt:lpstr>Conjugate gradient method</vt:lpstr>
      <vt:lpstr>Experiment</vt:lpstr>
      <vt:lpstr>3. Probabilistic numerical approach</vt:lpstr>
      <vt:lpstr>BayesCG</vt:lpstr>
      <vt:lpstr>BayesCG</vt:lpstr>
      <vt:lpstr>Uncertainty</vt:lpstr>
      <vt:lpstr>4. Message passing approach</vt:lpstr>
      <vt:lpstr>Message-passing approach: Setup </vt:lpstr>
      <vt:lpstr>Message-passing approach: Factor-graphs</vt:lpstr>
      <vt:lpstr>Message-passing approach: Belief-propagation </vt:lpstr>
      <vt:lpstr>What is a GMRF (Gaussian Markov Random Field)</vt:lpstr>
      <vt:lpstr>Factorizing the GMRF to construct the graph</vt:lpstr>
      <vt:lpstr>Mean / Marginal inference by message-passing</vt:lpstr>
      <vt:lpstr>Mean / Marginal inference by message-passing</vt:lpstr>
      <vt:lpstr>5. Stacking modular components</vt:lpstr>
      <vt:lpstr>5. Stacking modular components</vt:lpstr>
      <vt:lpstr>Is our generalization useful?</vt:lpstr>
      <vt:lpstr>GaBP is distributed algorithm</vt:lpstr>
      <vt:lpstr>CG needs global synchronization steps</vt:lpstr>
      <vt:lpstr>What algorithm wins and for what topology</vt:lpstr>
      <vt:lpstr>5. Stacking modular components</vt:lpstr>
      <vt:lpstr>Translating from the FFG into Code</vt:lpstr>
      <vt:lpstr>Adding a time hierarchy</vt:lpstr>
      <vt:lpstr>A linear state space model is a probabilistic block</vt:lpstr>
      <vt:lpstr>A linear state space in code</vt:lpstr>
      <vt:lpstr>Compositional payoff</vt:lpstr>
      <vt:lpstr>Let's do some Infer!</vt:lpstr>
      <vt:lpstr>PowerPoint-presentatie</vt:lpstr>
      <vt:lpstr>Extra: convergence of Jacobi iteration</vt:lpstr>
      <vt:lpstr>Extra: error rates</vt:lpstr>
      <vt:lpstr>Extra: CG is posterior mean of BayesCG</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Klinkhamer - Nooijens, C.C.</dc:creator>
  <cp:lastModifiedBy>Kouw, Wouter</cp:lastModifiedBy>
  <cp:revision>148</cp:revision>
  <dcterms:created xsi:type="dcterms:W3CDTF">2018-11-21T12:48:52Z</dcterms:created>
  <dcterms:modified xsi:type="dcterms:W3CDTF">2026-09-04T21:05:10Z</dcterms:modified>
</cp:coreProperties>
</file>